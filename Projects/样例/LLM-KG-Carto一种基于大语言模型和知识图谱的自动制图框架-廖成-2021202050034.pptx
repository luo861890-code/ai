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2.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1" r:id="rId2"/>
  </p:sldMasterIdLst>
  <p:notesMasterIdLst>
    <p:notesMasterId r:id="rId38"/>
  </p:notesMasterIdLst>
  <p:handoutMasterIdLst>
    <p:handoutMasterId r:id="rId39"/>
  </p:handoutMasterIdLst>
  <p:sldIdLst>
    <p:sldId id="441" r:id="rId3"/>
    <p:sldId id="442" r:id="rId4"/>
    <p:sldId id="448" r:id="rId5"/>
    <p:sldId id="477" r:id="rId6"/>
    <p:sldId id="478" r:id="rId7"/>
    <p:sldId id="455" r:id="rId8"/>
    <p:sldId id="458" r:id="rId9"/>
    <p:sldId id="552" r:id="rId10"/>
    <p:sldId id="549" r:id="rId11"/>
    <p:sldId id="558" r:id="rId12"/>
    <p:sldId id="482" r:id="rId13"/>
    <p:sldId id="490" r:id="rId14"/>
    <p:sldId id="493" r:id="rId15"/>
    <p:sldId id="491" r:id="rId16"/>
    <p:sldId id="494" r:id="rId17"/>
    <p:sldId id="492" r:id="rId18"/>
    <p:sldId id="560" r:id="rId19"/>
    <p:sldId id="562" r:id="rId20"/>
    <p:sldId id="561" r:id="rId21"/>
    <p:sldId id="499" r:id="rId22"/>
    <p:sldId id="537" r:id="rId23"/>
    <p:sldId id="517" r:id="rId24"/>
    <p:sldId id="520" r:id="rId25"/>
    <p:sldId id="460" r:id="rId26"/>
    <p:sldId id="513" r:id="rId27"/>
    <p:sldId id="543" r:id="rId28"/>
    <p:sldId id="523" r:id="rId29"/>
    <p:sldId id="526" r:id="rId30"/>
    <p:sldId id="545" r:id="rId31"/>
    <p:sldId id="546" r:id="rId32"/>
    <p:sldId id="544" r:id="rId33"/>
    <p:sldId id="462" r:id="rId34"/>
    <p:sldId id="464" r:id="rId35"/>
    <p:sldId id="564" r:id="rId36"/>
    <p:sldId id="541" r:id="rId37"/>
  </p:sldIdLst>
  <p:sldSz cx="9144000" cy="5143500" type="screen16x9"/>
  <p:notesSz cx="6858000" cy="9144000"/>
  <p:custDataLst>
    <p:tags r:id="rId4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5602" userDrawn="1">
          <p15:clr>
            <a:srgbClr val="A4A3A4"/>
          </p15:clr>
        </p15:guide>
        <p15:guide id="3" orient="horz" pos="3162"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190A3"/>
    <a:srgbClr val="016371"/>
    <a:srgbClr val="D8EADC"/>
    <a:srgbClr val="569480"/>
    <a:srgbClr val="FFE59A"/>
    <a:srgbClr val="604A0E"/>
    <a:srgbClr val="4C8EDA"/>
    <a:srgbClr val="DA7194"/>
    <a:srgbClr val="FFC45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2833802-FEF1-4C79-8D5D-14CF1EAF98D9}" styleName="浅色样式 2 - 强调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22838BEF-8BB2-4498-84A7-C5851F593DF1}" styleName="中度样式 4 - 强调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912C8C85-51F0-491E-9774-3900AFEF0FD7}" styleName="浅色样式 2 - 强调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485" autoAdjust="0"/>
    <p:restoredTop sz="82021" autoAdjust="0"/>
  </p:normalViewPr>
  <p:slideViewPr>
    <p:cSldViewPr>
      <p:cViewPr varScale="1">
        <p:scale>
          <a:sx n="118" d="100"/>
          <a:sy n="118" d="100"/>
        </p:scale>
        <p:origin x="618" y="108"/>
      </p:cViewPr>
      <p:guideLst>
        <p:guide pos="5602"/>
        <p:guide orient="horz" pos="3162"/>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65" d="100"/>
          <a:sy n="65" d="100"/>
        </p:scale>
        <p:origin x="2304" y="6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handoutMaster" Target="handoutMasters/handoutMaster1.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tags" Target="tags/tag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353A075-29DF-4CAE-8BA7-CDA0ED456C88}" type="datetimeFigureOut">
              <a:rPr lang="zh-CN" altLang="en-US" smtClean="0"/>
              <a:t>2024/5/28</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E3924EE-29F1-4E68-A53A-86CBCBDF827A}" type="slidenum">
              <a:rPr lang="zh-CN" altLang="en-US" smtClean="0"/>
              <a:t>‹#›</a:t>
            </a:fld>
            <a:endParaRPr lang="zh-CN" altLang="en-US"/>
          </a:p>
        </p:txBody>
      </p:sp>
    </p:spTree>
    <p:extLst>
      <p:ext uri="{BB962C8B-B14F-4D97-AF65-F5344CB8AC3E}">
        <p14:creationId xmlns:p14="http://schemas.microsoft.com/office/powerpoint/2010/main" val="22138443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A2B73EA-EE91-4E33-A9C1-8BF5DD7139A2}" type="datetimeFigureOut">
              <a:rPr lang="zh-CN" altLang="en-US" smtClean="0"/>
              <a:t>2024/5/28</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392B679-AE23-4750-8FB0-6513430B8953}" type="slidenum">
              <a:rPr lang="zh-CN" altLang="en-US" smtClean="0"/>
              <a:t>‹#›</a:t>
            </a:fld>
            <a:endParaRPr lang="zh-CN" altLang="en-US"/>
          </a:p>
        </p:txBody>
      </p:sp>
    </p:spTree>
    <p:extLst>
      <p:ext uri="{BB962C8B-B14F-4D97-AF65-F5344CB8AC3E}">
        <p14:creationId xmlns:p14="http://schemas.microsoft.com/office/powerpoint/2010/main" val="1299301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各位老师好，我是答辩人廖成。我毕业论文的题目是 一</a:t>
            </a:r>
            <a:r>
              <a:rPr lang="zh-CN" altLang="en-US" sz="1200" dirty="0">
                <a:latin typeface="黑体" panose="02010609060101010101" pitchFamily="49" charset="-122"/>
                <a:ea typeface="黑体" panose="02010609060101010101" pitchFamily="49" charset="-122"/>
              </a:rPr>
              <a:t>种基于大语言模型和知识图谱的自动制图框架</a:t>
            </a:r>
            <a:endParaRPr lang="zh-CN" altLang="en-US" dirty="0"/>
          </a:p>
        </p:txBody>
      </p:sp>
      <p:sp>
        <p:nvSpPr>
          <p:cNvPr id="4" name="灯片编号占位符 3"/>
          <p:cNvSpPr>
            <a:spLocks noGrp="1"/>
          </p:cNvSpPr>
          <p:nvPr>
            <p:ph type="sldNum" sz="quarter" idx="10"/>
          </p:nvPr>
        </p:nvSpPr>
        <p:spPr/>
        <p:txBody>
          <a:bodyPr/>
          <a:lstStyle/>
          <a:p>
            <a:fld id="{7392B679-AE23-4750-8FB0-6513430B8953}" type="slidenum">
              <a:rPr lang="zh-CN" altLang="en-US" smtClean="0"/>
              <a:t>1</a:t>
            </a:fld>
            <a:endParaRPr lang="zh-CN" altLang="en-US"/>
          </a:p>
        </p:txBody>
      </p:sp>
    </p:spTree>
    <p:extLst>
      <p:ext uri="{BB962C8B-B14F-4D97-AF65-F5344CB8AC3E}">
        <p14:creationId xmlns:p14="http://schemas.microsoft.com/office/powerpoint/2010/main" val="30823960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392B679-AE23-4750-8FB0-6513430B8953}" type="slidenum">
              <a:rPr lang="zh-CN" altLang="en-US" smtClean="0"/>
              <a:t>2</a:t>
            </a:fld>
            <a:endParaRPr lang="zh-CN" altLang="en-US"/>
          </a:p>
        </p:txBody>
      </p:sp>
    </p:spTree>
    <p:extLst>
      <p:ext uri="{BB962C8B-B14F-4D97-AF65-F5344CB8AC3E}">
        <p14:creationId xmlns:p14="http://schemas.microsoft.com/office/powerpoint/2010/main" val="13354246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首先是绪论部分，将按照研究背景、现状、内容三个方面来进行分析</a:t>
            </a:r>
          </a:p>
        </p:txBody>
      </p:sp>
      <p:sp>
        <p:nvSpPr>
          <p:cNvPr id="4" name="灯片编号占位符 3"/>
          <p:cNvSpPr>
            <a:spLocks noGrp="1"/>
          </p:cNvSpPr>
          <p:nvPr>
            <p:ph type="sldNum" sz="quarter" idx="10"/>
          </p:nvPr>
        </p:nvSpPr>
        <p:spPr/>
        <p:txBody>
          <a:bodyPr/>
          <a:lstStyle/>
          <a:p>
            <a:fld id="{7392B679-AE23-4750-8FB0-6513430B8953}" type="slidenum">
              <a:rPr lang="zh-CN" altLang="en-US" smtClean="0"/>
              <a:t>3</a:t>
            </a:fld>
            <a:endParaRPr lang="zh-CN" altLang="en-US"/>
          </a:p>
        </p:txBody>
      </p:sp>
    </p:spTree>
    <p:extLst>
      <p:ext uri="{BB962C8B-B14F-4D97-AF65-F5344CB8AC3E}">
        <p14:creationId xmlns:p14="http://schemas.microsoft.com/office/powerpoint/2010/main" val="6620539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a:extLst>
              <a:ext uri="{FF2B5EF4-FFF2-40B4-BE49-F238E27FC236}">
                <a16:creationId xmlns:a16="http://schemas.microsoft.com/office/drawing/2014/main" id="{A02F180C-BE1C-44F5-AF50-608EB0742C0A}"/>
              </a:ext>
            </a:extLst>
          </p:cNvPr>
          <p:cNvSpPr>
            <a:spLocks noGrp="1"/>
          </p:cNvSpPr>
          <p:nvPr>
            <p:ph type="body" idx="1"/>
          </p:nvPr>
        </p:nvSpPr>
        <p:spPr/>
        <p:txBody>
          <a:bodyPr/>
          <a:lstStyle/>
          <a:p>
            <a:r>
              <a:rPr lang="zh-CN" altLang="zh-CN" sz="1200" kern="1200" dirty="0">
                <a:solidFill>
                  <a:schemeClr val="tx1"/>
                </a:solidFill>
                <a:effectLst/>
                <a:latin typeface="+mn-lt"/>
                <a:ea typeface="+mn-ea"/>
                <a:cs typeface="+mn-cs"/>
              </a:rPr>
              <a:t>随着空间获取难度降低、制图工具的不断丰富，地图呈现出大众化的趋势。但是专业制图，需要制图知识，进行设计，费事费力，普通大众缺乏制图知识，使用制图工具，语言模型（</a:t>
            </a:r>
            <a:r>
              <a:rPr lang="en-US" altLang="zh-CN" sz="1200" kern="1200" dirty="0">
                <a:solidFill>
                  <a:schemeClr val="tx1"/>
                </a:solidFill>
                <a:effectLst/>
                <a:latin typeface="+mn-lt"/>
                <a:ea typeface="+mn-ea"/>
                <a:cs typeface="+mn-cs"/>
              </a:rPr>
              <a:t>LLM</a:t>
            </a:r>
            <a:r>
              <a:rPr lang="zh-CN" altLang="zh-CN" sz="1200" kern="1200" dirty="0">
                <a:solidFill>
                  <a:schemeClr val="tx1"/>
                </a:solidFill>
                <a:effectLst/>
                <a:latin typeface="+mn-lt"/>
                <a:ea typeface="+mn-ea"/>
                <a:cs typeface="+mn-cs"/>
              </a:rPr>
              <a:t>）具有强大语义理解和逻辑推理能力，能降低制图复杂性，为智能化制图提供了新的思路</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0089398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a:extLst>
              <a:ext uri="{FF2B5EF4-FFF2-40B4-BE49-F238E27FC236}">
                <a16:creationId xmlns:a16="http://schemas.microsoft.com/office/drawing/2014/main" id="{FE294F26-46A9-42F8-B0B3-FF24ADC2F213}"/>
              </a:ext>
            </a:extLst>
          </p:cNvPr>
          <p:cNvSpPr>
            <a:spLocks noGrp="1"/>
          </p:cNvSpPr>
          <p:nvPr>
            <p:ph type="body" idx="1"/>
          </p:nvPr>
        </p:nvSpPr>
        <p:spPr/>
        <p:txBody>
          <a:bodyPr/>
          <a:lstStyle/>
          <a:p>
            <a:r>
              <a:rPr lang="zh-CN" altLang="zh-CN" sz="1200" kern="1200" dirty="0">
                <a:solidFill>
                  <a:schemeClr val="tx1"/>
                </a:solidFill>
                <a:effectLst/>
                <a:latin typeface="+mn-lt"/>
                <a:ea typeface="+mn-ea"/>
                <a:cs typeface="+mn-cs"/>
              </a:rPr>
              <a:t>现有的专业制图方法，包括制图知识和制图模板两种，制图知识包括以产生式规则、框架、语义网络等对地图理论和经验进行表达。模板匹配通过制图目标的相似性选择合适的现有模板进行绘图。此外 人工智能技术发展也在不断推动制图技术进步，目前深度学习可以在数据、制图综合等多个方面提高制图能力</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a:extLst>
              <a:ext uri="{FF2B5EF4-FFF2-40B4-BE49-F238E27FC236}">
                <a16:creationId xmlns:a16="http://schemas.microsoft.com/office/drawing/2014/main" id="{A1A5DD44-3B2B-4137-A246-46583F67431A}"/>
              </a:ext>
            </a:extLst>
          </p:cNvPr>
          <p:cNvSpPr>
            <a:spLocks noGrp="1"/>
          </p:cNvSpPr>
          <p:nvPr>
            <p:ph type="body" idx="1"/>
          </p:nvPr>
        </p:nvSpPr>
        <p:spPr/>
        <p:txBody>
          <a:bodyPr/>
          <a:lstStyle/>
          <a:p>
            <a:r>
              <a:rPr lang="zh-CN" altLang="zh-CN" sz="1200" kern="1200" dirty="0">
                <a:solidFill>
                  <a:schemeClr val="tx1"/>
                </a:solidFill>
                <a:effectLst/>
                <a:latin typeface="+mn-lt"/>
                <a:ea typeface="+mn-ea"/>
                <a:cs typeface="+mn-cs"/>
              </a:rPr>
              <a:t>针对现有研究的不足，本文提出了融合</a:t>
            </a:r>
            <a:r>
              <a:rPr lang="en-US" altLang="zh-CN" sz="1200" kern="1200" dirty="0">
                <a:solidFill>
                  <a:schemeClr val="tx1"/>
                </a:solidFill>
                <a:effectLst/>
                <a:latin typeface="+mn-lt"/>
                <a:ea typeface="+mn-ea"/>
                <a:cs typeface="+mn-cs"/>
              </a:rPr>
              <a:t>LLM</a:t>
            </a:r>
            <a:r>
              <a:rPr lang="zh-CN" altLang="zh-CN" sz="1200" kern="1200" dirty="0">
                <a:solidFill>
                  <a:schemeClr val="tx1"/>
                </a:solidFill>
                <a:effectLst/>
                <a:latin typeface="+mn-lt"/>
                <a:ea typeface="+mn-ea"/>
                <a:cs typeface="+mn-cs"/>
              </a:rPr>
              <a:t>和知识图谱的自动化制图框架。主要包括三个研究内容</a:t>
            </a:r>
          </a:p>
          <a:p>
            <a:r>
              <a:rPr lang="zh-CN" altLang="zh-CN" sz="1200" kern="1200" dirty="0">
                <a:solidFill>
                  <a:schemeClr val="tx1"/>
                </a:solidFill>
                <a:effectLst/>
                <a:latin typeface="+mn-lt"/>
                <a:ea typeface="+mn-ea"/>
                <a:cs typeface="+mn-cs"/>
              </a:rPr>
              <a:t>首先，本研究探究</a:t>
            </a:r>
            <a:r>
              <a:rPr lang="en-US" altLang="zh-CN" sz="1200" kern="1200" dirty="0">
                <a:solidFill>
                  <a:schemeClr val="tx1"/>
                </a:solidFill>
                <a:effectLst/>
                <a:latin typeface="+mn-lt"/>
                <a:ea typeface="+mn-ea"/>
                <a:cs typeface="+mn-cs"/>
              </a:rPr>
              <a:t>LLM</a:t>
            </a:r>
            <a:r>
              <a:rPr lang="zh-CN" altLang="zh-CN" sz="1200" kern="1200" dirty="0">
                <a:solidFill>
                  <a:schemeClr val="tx1"/>
                </a:solidFill>
                <a:effectLst/>
                <a:latin typeface="+mn-lt"/>
                <a:ea typeface="+mn-ea"/>
                <a:cs typeface="+mn-cs"/>
              </a:rPr>
              <a:t>应用到制图领域存在的问题，以及各种增强方法和地图制图的适应性</a:t>
            </a:r>
          </a:p>
          <a:p>
            <a:r>
              <a:rPr lang="zh-CN" altLang="zh-CN" sz="1200" kern="1200" dirty="0">
                <a:solidFill>
                  <a:schemeClr val="tx1"/>
                </a:solidFill>
                <a:effectLst/>
                <a:latin typeface="+mn-lt"/>
                <a:ea typeface="+mn-ea"/>
                <a:cs typeface="+mn-cs"/>
              </a:rPr>
              <a:t>其次：为了提高</a:t>
            </a:r>
            <a:r>
              <a:rPr lang="en-US" altLang="zh-CN" sz="1200" kern="1200" dirty="0">
                <a:solidFill>
                  <a:schemeClr val="tx1"/>
                </a:solidFill>
                <a:effectLst/>
                <a:latin typeface="+mn-lt"/>
                <a:ea typeface="+mn-ea"/>
                <a:cs typeface="+mn-cs"/>
              </a:rPr>
              <a:t>LLM</a:t>
            </a:r>
            <a:r>
              <a:rPr lang="zh-CN" altLang="zh-CN" sz="1200" kern="1200" dirty="0">
                <a:solidFill>
                  <a:schemeClr val="tx1"/>
                </a:solidFill>
                <a:effectLst/>
                <a:latin typeface="+mn-lt"/>
                <a:ea typeface="+mn-ea"/>
                <a:cs typeface="+mn-cs"/>
              </a:rPr>
              <a:t>的专业能力，进行制图问题求解，本文设计了地图知识图谱为核心的知识表达和应用方式</a:t>
            </a:r>
          </a:p>
          <a:p>
            <a:r>
              <a:rPr lang="zh-CN" altLang="zh-CN" sz="1200" kern="1200" dirty="0">
                <a:solidFill>
                  <a:schemeClr val="tx1"/>
                </a:solidFill>
                <a:effectLst/>
                <a:latin typeface="+mn-lt"/>
                <a:ea typeface="+mn-ea"/>
                <a:cs typeface="+mn-cs"/>
              </a:rPr>
              <a:t>最后，在此基础上，提出了自动化制图框架，降低制图复杂性、提高制图效率。</a:t>
            </a:r>
          </a:p>
          <a:p>
            <a:endParaRPr lang="zh-CN"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a:extLst>
              <a:ext uri="{FF2B5EF4-FFF2-40B4-BE49-F238E27FC236}">
                <a16:creationId xmlns:a16="http://schemas.microsoft.com/office/drawing/2014/main" id="{F43F0474-654A-4F93-83A9-9FD709E95F54}"/>
              </a:ext>
            </a:extLst>
          </p:cNvPr>
          <p:cNvSpPr>
            <a:spLocks noGrp="1"/>
          </p:cNvSpPr>
          <p:nvPr>
            <p:ph type="body" idx="1"/>
          </p:nvPr>
        </p:nvSpPr>
        <p:spPr/>
        <p:txBody>
          <a:bodyPr/>
          <a:lstStyle/>
          <a:p>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接下来介绍制图表达规则设计</a:t>
            </a:r>
            <a:endParaRPr lang="zh-CN"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a:extLst>
              <a:ext uri="{FF2B5EF4-FFF2-40B4-BE49-F238E27FC236}">
                <a16:creationId xmlns:a16="http://schemas.microsoft.com/office/drawing/2014/main" id="{A1A5DD44-3B2B-4137-A246-46583F67431A}"/>
              </a:ext>
            </a:extLst>
          </p:cNvPr>
          <p:cNvSpPr>
            <a:spLocks noGrp="1"/>
          </p:cNvSpPr>
          <p:nvPr>
            <p:ph type="body" idx="1"/>
          </p:nvPr>
        </p:nvSpPr>
        <p:spPr/>
        <p:txBody>
          <a:bodyPr/>
          <a:lstStyle/>
          <a:p>
            <a:r>
              <a:rPr lang="zh-CN" altLang="zh-CN" sz="1200" kern="1200" dirty="0">
                <a:solidFill>
                  <a:schemeClr val="tx1"/>
                </a:solidFill>
                <a:effectLst/>
                <a:latin typeface="+mn-lt"/>
                <a:ea typeface="+mn-ea"/>
                <a:cs typeface="+mn-cs"/>
              </a:rPr>
              <a:t>利用</a:t>
            </a:r>
            <a:r>
              <a:rPr lang="en-US" altLang="zh-CN" sz="1200" kern="1200" dirty="0">
                <a:solidFill>
                  <a:schemeClr val="tx1"/>
                </a:solidFill>
                <a:effectLst/>
                <a:latin typeface="+mn-lt"/>
                <a:ea typeface="+mn-ea"/>
                <a:cs typeface="+mn-cs"/>
              </a:rPr>
              <a:t>LLM</a:t>
            </a:r>
            <a:r>
              <a:rPr lang="zh-CN" altLang="zh-CN" sz="1200" kern="1200" dirty="0">
                <a:solidFill>
                  <a:schemeClr val="tx1"/>
                </a:solidFill>
                <a:effectLst/>
                <a:latin typeface="+mn-lt"/>
                <a:ea typeface="+mn-ea"/>
                <a:cs typeface="+mn-cs"/>
              </a:rPr>
              <a:t>进行自动化制图，首先需要确定</a:t>
            </a:r>
            <a:r>
              <a:rPr lang="en-US" altLang="zh-CN" sz="1200" kern="1200" dirty="0">
                <a:solidFill>
                  <a:schemeClr val="tx1"/>
                </a:solidFill>
                <a:effectLst/>
                <a:latin typeface="+mn-lt"/>
                <a:ea typeface="+mn-ea"/>
                <a:cs typeface="+mn-cs"/>
              </a:rPr>
              <a:t>LLM</a:t>
            </a:r>
            <a:r>
              <a:rPr lang="zh-CN" altLang="zh-CN" sz="1200" kern="1200" dirty="0">
                <a:solidFill>
                  <a:schemeClr val="tx1"/>
                </a:solidFill>
                <a:effectLst/>
                <a:latin typeface="+mn-lt"/>
                <a:ea typeface="+mn-ea"/>
                <a:cs typeface="+mn-cs"/>
              </a:rPr>
              <a:t>在制图方面存在的缺陷，</a:t>
            </a:r>
            <a:r>
              <a:rPr lang="en-US" altLang="zh-CN" sz="1200" kern="1200" dirty="0">
                <a:solidFill>
                  <a:schemeClr val="tx1"/>
                </a:solidFill>
                <a:effectLst/>
                <a:latin typeface="+mn-lt"/>
                <a:ea typeface="+mn-ea"/>
                <a:cs typeface="+mn-cs"/>
              </a:rPr>
              <a:t>LLM</a:t>
            </a:r>
            <a:r>
              <a:rPr lang="zh-CN" altLang="zh-CN" sz="1200" kern="1200" dirty="0">
                <a:solidFill>
                  <a:schemeClr val="tx1"/>
                </a:solidFill>
                <a:effectLst/>
                <a:latin typeface="+mn-lt"/>
                <a:ea typeface="+mn-ea"/>
                <a:cs typeface="+mn-cs"/>
              </a:rPr>
              <a:t>本质是概率模型，本文收集了制图领域方面的问题对其进行了验证总结了其存在如下的问题，</a:t>
            </a:r>
          </a:p>
          <a:p>
            <a:r>
              <a:rPr lang="zh-CN" altLang="zh-CN" sz="1200" kern="1200" dirty="0">
                <a:solidFill>
                  <a:schemeClr val="tx1"/>
                </a:solidFill>
                <a:effectLst/>
                <a:latin typeface="+mn-lt"/>
                <a:ea typeface="+mn-ea"/>
                <a:cs typeface="+mn-cs"/>
              </a:rPr>
              <a:t>首先因为训练语料的关系，</a:t>
            </a:r>
            <a:r>
              <a:rPr lang="en-US" altLang="zh-CN" sz="1200" kern="1200" dirty="0">
                <a:solidFill>
                  <a:schemeClr val="tx1"/>
                </a:solidFill>
                <a:effectLst/>
                <a:latin typeface="+mn-lt"/>
                <a:ea typeface="+mn-ea"/>
                <a:cs typeface="+mn-cs"/>
              </a:rPr>
              <a:t>LLM</a:t>
            </a:r>
            <a:r>
              <a:rPr lang="zh-CN" altLang="zh-CN" sz="1200" kern="1200" dirty="0">
                <a:solidFill>
                  <a:schemeClr val="tx1"/>
                </a:solidFill>
                <a:effectLst/>
                <a:latin typeface="+mn-lt"/>
                <a:ea typeface="+mn-ea"/>
                <a:cs typeface="+mn-cs"/>
              </a:rPr>
              <a:t>无法准确理解某些制图概念</a:t>
            </a:r>
          </a:p>
          <a:p>
            <a:r>
              <a:rPr lang="zh-CN" altLang="zh-CN" sz="1200" kern="1200" dirty="0">
                <a:solidFill>
                  <a:schemeClr val="tx1"/>
                </a:solidFill>
                <a:effectLst/>
                <a:latin typeface="+mn-lt"/>
                <a:ea typeface="+mn-ea"/>
                <a:cs typeface="+mn-cs"/>
              </a:rPr>
              <a:t>其次，</a:t>
            </a:r>
            <a:r>
              <a:rPr lang="en-US" altLang="zh-CN" sz="1200" kern="1200" dirty="0">
                <a:solidFill>
                  <a:schemeClr val="tx1"/>
                </a:solidFill>
                <a:effectLst/>
                <a:latin typeface="+mn-lt"/>
                <a:ea typeface="+mn-ea"/>
                <a:cs typeface="+mn-cs"/>
              </a:rPr>
              <a:t>LLM</a:t>
            </a:r>
            <a:r>
              <a:rPr lang="zh-CN" altLang="zh-CN" sz="1200" kern="1200" dirty="0">
                <a:solidFill>
                  <a:schemeClr val="tx1"/>
                </a:solidFill>
                <a:effectLst/>
                <a:latin typeface="+mn-lt"/>
                <a:ea typeface="+mn-ea"/>
                <a:cs typeface="+mn-cs"/>
              </a:rPr>
              <a:t>没有制图经验会犯一些常识性错误</a:t>
            </a:r>
          </a:p>
          <a:p>
            <a:r>
              <a:rPr lang="zh-CN" altLang="zh-CN" sz="1200" kern="1200" dirty="0">
                <a:solidFill>
                  <a:schemeClr val="tx1"/>
                </a:solidFill>
                <a:effectLst/>
                <a:latin typeface="+mn-lt"/>
                <a:ea typeface="+mn-ea"/>
                <a:cs typeface="+mn-cs"/>
              </a:rPr>
              <a:t>另外 制图过程涉及到复杂的计算和操作</a:t>
            </a:r>
            <a:r>
              <a:rPr lang="en-US" altLang="zh-CN" sz="1200" kern="1200" dirty="0">
                <a:solidFill>
                  <a:schemeClr val="tx1"/>
                </a:solidFill>
                <a:effectLst/>
                <a:latin typeface="+mn-lt"/>
                <a:ea typeface="+mn-ea"/>
                <a:cs typeface="+mn-cs"/>
              </a:rPr>
              <a:t>LLM</a:t>
            </a:r>
            <a:r>
              <a:rPr lang="zh-CN" altLang="zh-CN" sz="1200" kern="1200" dirty="0">
                <a:solidFill>
                  <a:schemeClr val="tx1"/>
                </a:solidFill>
                <a:effectLst/>
                <a:latin typeface="+mn-lt"/>
                <a:ea typeface="+mn-ea"/>
                <a:cs typeface="+mn-cs"/>
              </a:rPr>
              <a:t>无法办到，针对于这些问题，需要利用 模型微调、检索增强生成、使用外部工具三种方法进行增强。</a:t>
            </a:r>
          </a:p>
          <a:p>
            <a:endParaRPr lang="en-US" altLang="zh-CN" dirty="0"/>
          </a:p>
        </p:txBody>
      </p:sp>
    </p:spTree>
    <p:extLst>
      <p:ext uri="{BB962C8B-B14F-4D97-AF65-F5344CB8AC3E}">
        <p14:creationId xmlns:p14="http://schemas.microsoft.com/office/powerpoint/2010/main" val="24672337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a:extLst>
              <a:ext uri="{FF2B5EF4-FFF2-40B4-BE49-F238E27FC236}">
                <a16:creationId xmlns:a16="http://schemas.microsoft.com/office/drawing/2014/main" id="{A02CAC9F-3B64-4055-BF0F-04F2C79D4915}"/>
              </a:ext>
            </a:extLst>
          </p:cNvPr>
          <p:cNvSpPr>
            <a:spLocks noGrp="1"/>
          </p:cNvSpPr>
          <p:nvPr>
            <p:ph type="body" idx="1"/>
          </p:nvPr>
        </p:nvSpPr>
        <p:spPr/>
        <p:txBody>
          <a:bodyPr/>
          <a:lstStyle/>
          <a:p>
            <a:r>
              <a:rPr lang="zh-CN" altLang="zh-CN" sz="1200" kern="1200" dirty="0">
                <a:solidFill>
                  <a:schemeClr val="tx1"/>
                </a:solidFill>
                <a:effectLst/>
                <a:latin typeface="+mn-lt"/>
                <a:ea typeface="+mn-ea"/>
                <a:cs typeface="+mn-cs"/>
              </a:rPr>
              <a:t>每种方法在制图领域的应用如图，在本研究中，通过制图学领域数据对模型进行微调，利用地图知识图谱存储制图知识和经验，提高模型专业性，利用</a:t>
            </a:r>
            <a:r>
              <a:rPr lang="en-US" altLang="zh-CN" sz="1200" kern="1200" dirty="0">
                <a:solidFill>
                  <a:schemeClr val="tx1"/>
                </a:solidFill>
                <a:effectLst/>
                <a:latin typeface="+mn-lt"/>
                <a:ea typeface="+mn-ea"/>
                <a:cs typeface="+mn-cs"/>
              </a:rPr>
              <a:t>LangChain</a:t>
            </a:r>
            <a:r>
              <a:rPr lang="zh-CN" altLang="zh-CN" sz="1200" kern="1200" dirty="0">
                <a:solidFill>
                  <a:schemeClr val="tx1"/>
                </a:solidFill>
                <a:effectLst/>
                <a:latin typeface="+mn-lt"/>
                <a:ea typeface="+mn-ea"/>
                <a:cs typeface="+mn-cs"/>
              </a:rPr>
              <a:t>进行制图工具开发，扩展</a:t>
            </a:r>
            <a:r>
              <a:rPr lang="en-US" altLang="zh-CN" sz="1200" kern="1200" dirty="0">
                <a:solidFill>
                  <a:schemeClr val="tx1"/>
                </a:solidFill>
                <a:effectLst/>
                <a:latin typeface="+mn-lt"/>
                <a:ea typeface="+mn-ea"/>
                <a:cs typeface="+mn-cs"/>
              </a:rPr>
              <a:t>LLM</a:t>
            </a:r>
            <a:r>
              <a:rPr lang="zh-CN" altLang="zh-CN" sz="1200" kern="1200" dirty="0">
                <a:solidFill>
                  <a:schemeClr val="tx1"/>
                </a:solidFill>
                <a:effectLst/>
                <a:latin typeface="+mn-lt"/>
                <a:ea typeface="+mn-ea"/>
                <a:cs typeface="+mn-cs"/>
              </a:rPr>
              <a:t>制图能力。</a:t>
            </a:r>
          </a:p>
        </p:txBody>
      </p:sp>
    </p:spTree>
    <p:extLst>
      <p:ext uri="{BB962C8B-B14F-4D97-AF65-F5344CB8AC3E}">
        <p14:creationId xmlns:p14="http://schemas.microsoft.com/office/powerpoint/2010/main" val="37088130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a:extLst>
              <a:ext uri="{FF2B5EF4-FFF2-40B4-BE49-F238E27FC236}">
                <a16:creationId xmlns:a16="http://schemas.microsoft.com/office/drawing/2014/main" id="{A02CAC9F-3B64-4055-BF0F-04F2C79D4915}"/>
              </a:ext>
            </a:extLst>
          </p:cNvPr>
          <p:cNvSpPr>
            <a:spLocks noGrp="1"/>
          </p:cNvSpPr>
          <p:nvPr>
            <p:ph type="body" idx="1"/>
          </p:nvPr>
        </p:nvSpPr>
        <p:spPr/>
        <p:txBody>
          <a:bodyPr/>
          <a:lstStyle/>
          <a:p>
            <a:r>
              <a:rPr lang="zh-CN" altLang="zh-CN" sz="1200" kern="1200" dirty="0">
                <a:solidFill>
                  <a:schemeClr val="tx1"/>
                </a:solidFill>
                <a:effectLst/>
                <a:latin typeface="+mn-lt"/>
                <a:ea typeface="+mn-ea"/>
                <a:cs typeface="+mn-cs"/>
              </a:rPr>
              <a:t>本文使用的部分训练语料如下图，如下图，模型微调后，对部分制图概念的回答增强明显。</a:t>
            </a:r>
          </a:p>
          <a:p>
            <a:r>
              <a:rPr lang="zh-CN" altLang="zh-CN" sz="1200" kern="1200" dirty="0">
                <a:solidFill>
                  <a:schemeClr val="tx1"/>
                </a:solidFill>
                <a:effectLst/>
                <a:latin typeface="+mn-lt"/>
                <a:ea typeface="+mn-ea"/>
                <a:cs typeface="+mn-cs"/>
              </a:rPr>
              <a:t>为了提高模型数据的专业程度，赋予模型专业制图人员能力，本文构建地图知识图谱，提供模型必要背景知识。</a:t>
            </a:r>
          </a:p>
        </p:txBody>
      </p:sp>
    </p:spTree>
    <p:extLst>
      <p:ext uri="{BB962C8B-B14F-4D97-AF65-F5344CB8AC3E}">
        <p14:creationId xmlns:p14="http://schemas.microsoft.com/office/powerpoint/2010/main" val="4609041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a:extLst>
              <a:ext uri="{FF2B5EF4-FFF2-40B4-BE49-F238E27FC236}">
                <a16:creationId xmlns:a16="http://schemas.microsoft.com/office/drawing/2014/main" id="{A02CAC9F-3B64-4055-BF0F-04F2C79D491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按照自上而下的方式，通过七步法构建本体，通过提出了如下四个问题约束本体构建的范围，在分析现有本体的基础上，真对本文研究目标，确定了包括地图元素、符号、数据、投影、制图影响因素五个顶层概念。</a:t>
            </a:r>
          </a:p>
          <a:p>
            <a:endParaRPr lang="zh-CN" altLang="en-US" dirty="0"/>
          </a:p>
        </p:txBody>
      </p:sp>
    </p:spTree>
    <p:extLst>
      <p:ext uri="{BB962C8B-B14F-4D97-AF65-F5344CB8AC3E}">
        <p14:creationId xmlns:p14="http://schemas.microsoft.com/office/powerpoint/2010/main" val="234501128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a:extLst>
              <a:ext uri="{FF2B5EF4-FFF2-40B4-BE49-F238E27FC236}">
                <a16:creationId xmlns:a16="http://schemas.microsoft.com/office/drawing/2014/main" id="{A02CAC9F-3B64-4055-BF0F-04F2C79D4915}"/>
              </a:ext>
            </a:extLst>
          </p:cNvPr>
          <p:cNvSpPr>
            <a:spLocks noGrp="1"/>
          </p:cNvSpPr>
          <p:nvPr>
            <p:ph type="body" idx="1"/>
          </p:nvPr>
        </p:nvSpPr>
        <p:spPr/>
        <p:txBody>
          <a:bodyPr/>
          <a:lstStyle/>
          <a:p>
            <a:r>
              <a:rPr lang="en-US" altLang="zh-CN" dirty="0"/>
              <a:t> </a:t>
            </a:r>
          </a:p>
        </p:txBody>
      </p:sp>
    </p:spTree>
    <p:extLst>
      <p:ext uri="{BB962C8B-B14F-4D97-AF65-F5344CB8AC3E}">
        <p14:creationId xmlns:p14="http://schemas.microsoft.com/office/powerpoint/2010/main" val="30525336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a:extLst>
              <a:ext uri="{FF2B5EF4-FFF2-40B4-BE49-F238E27FC236}">
                <a16:creationId xmlns:a16="http://schemas.microsoft.com/office/drawing/2014/main" id="{A02CAC9F-3B64-4055-BF0F-04F2C79D4915}"/>
              </a:ext>
            </a:extLst>
          </p:cNvPr>
          <p:cNvSpPr>
            <a:spLocks noGrp="1"/>
          </p:cNvSpPr>
          <p:nvPr>
            <p:ph type="body" idx="1"/>
          </p:nvPr>
        </p:nvSpPr>
        <p:spPr/>
        <p:txBody>
          <a:bodyPr/>
          <a:lstStyle/>
          <a:p>
            <a:r>
              <a:rPr lang="zh-CN" altLang="en-US" dirty="0"/>
              <a:t>地图符号：按照符号的表现形式和存储方式不同 分为</a:t>
            </a:r>
            <a:endParaRPr lang="en-US" altLang="zh-CN" dirty="0"/>
          </a:p>
          <a:p>
            <a:r>
              <a:rPr lang="zh-CN" altLang="en-US" dirty="0"/>
              <a:t>图片符号、图形符号和文本符号</a:t>
            </a:r>
            <a:endParaRPr lang="en-US" altLang="zh-CN" dirty="0"/>
          </a:p>
          <a:p>
            <a:r>
              <a:rPr lang="en-US" altLang="zh-CN" dirty="0"/>
              <a:t> </a:t>
            </a:r>
          </a:p>
        </p:txBody>
      </p:sp>
    </p:spTree>
    <p:extLst>
      <p:ext uri="{BB962C8B-B14F-4D97-AF65-F5344CB8AC3E}">
        <p14:creationId xmlns:p14="http://schemas.microsoft.com/office/powerpoint/2010/main" val="14492522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a:extLst>
              <a:ext uri="{FF2B5EF4-FFF2-40B4-BE49-F238E27FC236}">
                <a16:creationId xmlns:a16="http://schemas.microsoft.com/office/drawing/2014/main" id="{A02CAC9F-3B64-4055-BF0F-04F2C79D4915}"/>
              </a:ext>
            </a:extLst>
          </p:cNvPr>
          <p:cNvSpPr>
            <a:spLocks noGrp="1"/>
          </p:cNvSpPr>
          <p:nvPr>
            <p:ph type="body" idx="1"/>
          </p:nvPr>
        </p:nvSpPr>
        <p:spPr/>
        <p:txBody>
          <a:bodyPr/>
          <a:lstStyle/>
          <a:p>
            <a:endParaRPr lang="en-US" altLang="zh-CN" dirty="0"/>
          </a:p>
        </p:txBody>
      </p:sp>
    </p:spTree>
    <p:extLst>
      <p:ext uri="{BB962C8B-B14F-4D97-AF65-F5344CB8AC3E}">
        <p14:creationId xmlns:p14="http://schemas.microsoft.com/office/powerpoint/2010/main" val="36157173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a:extLst>
              <a:ext uri="{FF2B5EF4-FFF2-40B4-BE49-F238E27FC236}">
                <a16:creationId xmlns:a16="http://schemas.microsoft.com/office/drawing/2014/main" id="{A02CAC9F-3B64-4055-BF0F-04F2C79D4915}"/>
              </a:ext>
            </a:extLst>
          </p:cNvPr>
          <p:cNvSpPr>
            <a:spLocks noGrp="1"/>
          </p:cNvSpPr>
          <p:nvPr>
            <p:ph type="body" idx="1"/>
          </p:nvPr>
        </p:nvSpPr>
        <p:spPr/>
        <p:txBody>
          <a:bodyPr/>
          <a:lstStyle/>
          <a:p>
            <a:r>
              <a:rPr lang="zh-CN" altLang="en-US" dirty="0"/>
              <a:t>投影是影响地图制图的重要因素，本文按照投影的变形性质进行拆分，并将投影面、轴向等信息作为属性，一并存储。</a:t>
            </a:r>
            <a:r>
              <a:rPr lang="en-US" altLang="zh-CN" dirty="0"/>
              <a:t> </a:t>
            </a:r>
          </a:p>
        </p:txBody>
      </p:sp>
    </p:spTree>
    <p:extLst>
      <p:ext uri="{BB962C8B-B14F-4D97-AF65-F5344CB8AC3E}">
        <p14:creationId xmlns:p14="http://schemas.microsoft.com/office/powerpoint/2010/main" val="316092633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a:extLst>
              <a:ext uri="{FF2B5EF4-FFF2-40B4-BE49-F238E27FC236}">
                <a16:creationId xmlns:a16="http://schemas.microsoft.com/office/drawing/2014/main" id="{A02CAC9F-3B64-4055-BF0F-04F2C79D4915}"/>
              </a:ext>
            </a:extLst>
          </p:cNvPr>
          <p:cNvSpPr>
            <a:spLocks noGrp="1"/>
          </p:cNvSpPr>
          <p:nvPr>
            <p:ph type="body" idx="1"/>
          </p:nvPr>
        </p:nvSpPr>
        <p:spPr/>
        <p:txBody>
          <a:bodyPr/>
          <a:lstStyle/>
          <a:p>
            <a:endParaRPr lang="en-US" altLang="zh-CN" dirty="0"/>
          </a:p>
        </p:txBody>
      </p:sp>
    </p:spTree>
    <p:extLst>
      <p:ext uri="{BB962C8B-B14F-4D97-AF65-F5344CB8AC3E}">
        <p14:creationId xmlns:p14="http://schemas.microsoft.com/office/powerpoint/2010/main" val="371345604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a:extLst>
              <a:ext uri="{FF2B5EF4-FFF2-40B4-BE49-F238E27FC236}">
                <a16:creationId xmlns:a16="http://schemas.microsoft.com/office/drawing/2014/main" id="{A1A5DD44-3B2B-4137-A246-46583F67431A}"/>
              </a:ext>
            </a:extLst>
          </p:cNvPr>
          <p:cNvSpPr>
            <a:spLocks noGrp="1"/>
          </p:cNvSpPr>
          <p:nvPr>
            <p:ph type="body" idx="1"/>
          </p:nvPr>
        </p:nvSpPr>
        <p:spPr/>
        <p:txBody>
          <a:bodyPr/>
          <a:lstStyle/>
          <a:p>
            <a:r>
              <a:rPr lang="zh-CN" altLang="zh-CN" sz="1200" kern="1200" dirty="0">
                <a:solidFill>
                  <a:schemeClr val="tx1"/>
                </a:solidFill>
                <a:effectLst/>
                <a:latin typeface="+mn-lt"/>
                <a:ea typeface="+mn-ea"/>
                <a:cs typeface="+mn-cs"/>
              </a:rPr>
              <a:t>通过拆解现有地图文档、制图成果，对图片的实体和关系进行填充</a:t>
            </a:r>
            <a:r>
              <a:rPr lang="zh-CN" altLang="en-US" sz="1200" kern="1200" dirty="0">
                <a:solidFill>
                  <a:schemeClr val="tx1"/>
                </a:solidFill>
                <a:effectLst/>
                <a:latin typeface="+mn-lt"/>
                <a:ea typeface="+mn-ea"/>
                <a:cs typeface="+mn-cs"/>
              </a:rPr>
              <a:t>，构建地图知识图谱</a:t>
            </a:r>
            <a:r>
              <a:rPr lang="zh-CN" altLang="zh-CN" sz="1200" kern="1200" dirty="0">
                <a:solidFill>
                  <a:schemeClr val="tx1"/>
                </a:solidFill>
                <a:effectLst/>
                <a:latin typeface="+mn-lt"/>
                <a:ea typeface="+mn-ea"/>
                <a:cs typeface="+mn-cs"/>
              </a:rPr>
              <a:t>，如图是青岛市市区图的知识图谱表示。</a:t>
            </a:r>
          </a:p>
        </p:txBody>
      </p:sp>
    </p:spTree>
    <p:extLst>
      <p:ext uri="{BB962C8B-B14F-4D97-AF65-F5344CB8AC3E}">
        <p14:creationId xmlns:p14="http://schemas.microsoft.com/office/powerpoint/2010/main" val="332326668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a:extLst>
              <a:ext uri="{FF2B5EF4-FFF2-40B4-BE49-F238E27FC236}">
                <a16:creationId xmlns:a16="http://schemas.microsoft.com/office/drawing/2014/main" id="{A1A5DD44-3B2B-4137-A246-46583F67431A}"/>
              </a:ext>
            </a:extLst>
          </p:cNvPr>
          <p:cNvSpPr>
            <a:spLocks noGrp="1"/>
          </p:cNvSpPr>
          <p:nvPr>
            <p:ph type="body" idx="1"/>
          </p:nvPr>
        </p:nvSpPr>
        <p:spPr/>
        <p:txBody>
          <a:bodyPr/>
          <a:lstStyle/>
          <a:p>
            <a:r>
              <a:rPr lang="zh-CN" altLang="zh-CN" sz="1200" kern="1200" dirty="0">
                <a:solidFill>
                  <a:schemeClr val="tx1"/>
                </a:solidFill>
                <a:effectLst/>
                <a:latin typeface="+mn-lt"/>
                <a:ea typeface="+mn-ea"/>
                <a:cs typeface="+mn-cs"/>
              </a:rPr>
              <a:t>构建完毕地图知识图谱，本研究设计了</a:t>
            </a:r>
            <a:r>
              <a:rPr lang="zh-CN" altLang="en-US" sz="1200" kern="1200" dirty="0">
                <a:solidFill>
                  <a:schemeClr val="tx1"/>
                </a:solidFill>
                <a:effectLst/>
                <a:latin typeface="+mn-lt"/>
                <a:ea typeface="+mn-ea"/>
                <a:cs typeface="+mn-cs"/>
              </a:rPr>
              <a:t>知识图谱</a:t>
            </a:r>
            <a:r>
              <a:rPr lang="zh-CN" altLang="zh-CN" sz="1200" kern="1200" dirty="0">
                <a:solidFill>
                  <a:schemeClr val="tx1"/>
                </a:solidFill>
                <a:effectLst/>
                <a:latin typeface="+mn-lt"/>
                <a:ea typeface="+mn-ea"/>
                <a:cs typeface="+mn-cs"/>
              </a:rPr>
              <a:t>的应用方式，融合</a:t>
            </a:r>
            <a:r>
              <a:rPr lang="en-US" altLang="zh-CN" sz="1200" kern="1200" dirty="0">
                <a:solidFill>
                  <a:schemeClr val="tx1"/>
                </a:solidFill>
                <a:effectLst/>
                <a:latin typeface="+mn-lt"/>
                <a:ea typeface="+mn-ea"/>
                <a:cs typeface="+mn-cs"/>
              </a:rPr>
              <a:t>LLM</a:t>
            </a:r>
            <a:r>
              <a:rPr lang="zh-CN" altLang="zh-CN" sz="1200" kern="1200" dirty="0">
                <a:solidFill>
                  <a:schemeClr val="tx1"/>
                </a:solidFill>
                <a:effectLst/>
                <a:latin typeface="+mn-lt"/>
                <a:ea typeface="+mn-ea"/>
                <a:cs typeface="+mn-cs"/>
              </a:rPr>
              <a:t>实现制图知识的自动化获取。</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主要分为 问题输入、问题拆解和</a:t>
            </a:r>
            <a:r>
              <a:rPr lang="en-US" altLang="zh-CN" sz="1200" kern="1200" dirty="0">
                <a:solidFill>
                  <a:schemeClr val="tx1"/>
                </a:solidFill>
                <a:effectLst/>
                <a:latin typeface="+mn-lt"/>
                <a:ea typeface="+mn-ea"/>
                <a:cs typeface="+mn-cs"/>
              </a:rPr>
              <a:t>LLM</a:t>
            </a:r>
            <a:r>
              <a:rPr lang="zh-CN" altLang="zh-CN" sz="1200" kern="1200" dirty="0">
                <a:solidFill>
                  <a:schemeClr val="tx1"/>
                </a:solidFill>
                <a:effectLst/>
                <a:latin typeface="+mn-lt"/>
                <a:ea typeface="+mn-ea"/>
                <a:cs typeface="+mn-cs"/>
              </a:rPr>
              <a:t>和知识图谱交互三个部分。</a:t>
            </a:r>
          </a:p>
        </p:txBody>
      </p:sp>
    </p:spTree>
    <p:extLst>
      <p:ext uri="{BB962C8B-B14F-4D97-AF65-F5344CB8AC3E}">
        <p14:creationId xmlns:p14="http://schemas.microsoft.com/office/powerpoint/2010/main" val="357259261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a:extLst>
              <a:ext uri="{FF2B5EF4-FFF2-40B4-BE49-F238E27FC236}">
                <a16:creationId xmlns:a16="http://schemas.microsoft.com/office/drawing/2014/main" id="{A1A5DD44-3B2B-4137-A246-46583F67431A}"/>
              </a:ext>
            </a:extLst>
          </p:cNvPr>
          <p:cNvSpPr>
            <a:spLocks noGrp="1"/>
          </p:cNvSpPr>
          <p:nvPr>
            <p:ph type="body" idx="1"/>
          </p:nvPr>
        </p:nvSpPr>
        <p:spPr/>
        <p:txBody>
          <a:bodyPr/>
          <a:lstStyle/>
          <a:p>
            <a:r>
              <a:rPr lang="zh-CN" altLang="en-US" dirty="0"/>
              <a:t>地图知识图谱应用</a:t>
            </a:r>
            <a:endParaRPr lang="en-US" altLang="zh-CN" dirty="0"/>
          </a:p>
          <a:p>
            <a:r>
              <a:rPr lang="zh-CN" altLang="en-US" dirty="0"/>
              <a:t>融合</a:t>
            </a:r>
            <a:r>
              <a:rPr lang="en-US" altLang="zh-CN" dirty="0"/>
              <a:t>LLM</a:t>
            </a:r>
            <a:r>
              <a:rPr lang="zh-CN" altLang="en-US" dirty="0"/>
              <a:t>和知识图谱的知识获取方法</a:t>
            </a:r>
            <a:endParaRPr lang="en-US" altLang="zh-CN" dirty="0"/>
          </a:p>
          <a:p>
            <a:r>
              <a:rPr lang="en-US" altLang="zh-CN" dirty="0"/>
              <a:t>Cypher </a:t>
            </a:r>
            <a:r>
              <a:rPr lang="zh-CN" altLang="en-US" dirty="0"/>
              <a:t>查询语句，</a:t>
            </a:r>
            <a:r>
              <a:rPr lang="en-US" altLang="zh-CN" dirty="0"/>
              <a:t>LLM</a:t>
            </a:r>
            <a:r>
              <a:rPr lang="zh-CN" altLang="en-US" dirty="0"/>
              <a:t>根据提示词，分析拆解，基于本体信息，生成</a:t>
            </a:r>
            <a:r>
              <a:rPr lang="en-US" altLang="zh-CN" dirty="0"/>
              <a:t>Cypher </a:t>
            </a:r>
            <a:r>
              <a:rPr lang="zh-CN" altLang="en-US" dirty="0"/>
              <a:t>查询语句和知识图谱进行多次交互，获得知识。</a:t>
            </a:r>
            <a:endParaRPr lang="en-US" altLang="zh-CN" dirty="0"/>
          </a:p>
        </p:txBody>
      </p:sp>
    </p:spTree>
    <p:extLst>
      <p:ext uri="{BB962C8B-B14F-4D97-AF65-F5344CB8AC3E}">
        <p14:creationId xmlns:p14="http://schemas.microsoft.com/office/powerpoint/2010/main" val="375405452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a:extLst>
              <a:ext uri="{FF2B5EF4-FFF2-40B4-BE49-F238E27FC236}">
                <a16:creationId xmlns:a16="http://schemas.microsoft.com/office/drawing/2014/main" id="{A1A5DD44-3B2B-4137-A246-46583F67431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通过增强</a:t>
            </a:r>
            <a:r>
              <a:rPr lang="en-US" altLang="zh-CN" sz="1200" kern="1200" dirty="0">
                <a:solidFill>
                  <a:schemeClr val="tx1"/>
                </a:solidFill>
                <a:effectLst/>
                <a:latin typeface="+mn-lt"/>
                <a:ea typeface="+mn-ea"/>
                <a:cs typeface="+mn-cs"/>
              </a:rPr>
              <a:t>LLM</a:t>
            </a:r>
            <a:r>
              <a:rPr lang="zh-CN" altLang="zh-CN" sz="1200" kern="1200" dirty="0">
                <a:solidFill>
                  <a:schemeClr val="tx1"/>
                </a:solidFill>
                <a:effectLst/>
                <a:latin typeface="+mn-lt"/>
                <a:ea typeface="+mn-ea"/>
                <a:cs typeface="+mn-cs"/>
              </a:rPr>
              <a:t>，已经具有了一定制图问题求解，本文在现有制图框架基础上，设计了融合</a:t>
            </a:r>
            <a:r>
              <a:rPr lang="en-US" altLang="zh-CN" sz="1200" kern="1200" dirty="0">
                <a:solidFill>
                  <a:schemeClr val="tx1"/>
                </a:solidFill>
                <a:effectLst/>
                <a:latin typeface="+mn-lt"/>
                <a:ea typeface="+mn-ea"/>
                <a:cs typeface="+mn-cs"/>
              </a:rPr>
              <a:t>LLM</a:t>
            </a:r>
            <a:r>
              <a:rPr lang="zh-CN" altLang="zh-CN" sz="1200" kern="1200" dirty="0">
                <a:solidFill>
                  <a:schemeClr val="tx1"/>
                </a:solidFill>
                <a:effectLst/>
                <a:latin typeface="+mn-lt"/>
                <a:ea typeface="+mn-ea"/>
                <a:cs typeface="+mn-cs"/>
              </a:rPr>
              <a:t>的自动化制图框架，将整个过程分为，地图设计方案生成、交互式设计方案修改、自动化地图生成。</a:t>
            </a:r>
            <a:r>
              <a:rPr lang="en-US" altLang="zh-CN" sz="1200" kern="1200" dirty="0">
                <a:solidFill>
                  <a:schemeClr val="tx1"/>
                </a:solidFill>
                <a:effectLst/>
                <a:latin typeface="+mn-lt"/>
                <a:ea typeface="+mn-ea"/>
                <a:cs typeface="+mn-cs"/>
              </a:rPr>
              <a:t>LLM</a:t>
            </a:r>
            <a:r>
              <a:rPr lang="zh-CN" altLang="zh-CN" sz="1200" kern="1200" dirty="0">
                <a:solidFill>
                  <a:schemeClr val="tx1"/>
                </a:solidFill>
                <a:effectLst/>
                <a:latin typeface="+mn-lt"/>
                <a:ea typeface="+mn-ea"/>
                <a:cs typeface="+mn-cs"/>
              </a:rPr>
              <a:t>的融合降低过程复杂性，并且地图知识图谱可以弥补大众在制图能力方面的缺失。</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用户输入制图需求，</a:t>
            </a:r>
            <a:r>
              <a:rPr lang="en-US" altLang="zh-CN" sz="1200" kern="1200" dirty="0">
                <a:solidFill>
                  <a:schemeClr val="tx1"/>
                </a:solidFill>
                <a:effectLst/>
                <a:latin typeface="+mn-lt"/>
                <a:ea typeface="+mn-ea"/>
                <a:cs typeface="+mn-cs"/>
              </a:rPr>
              <a:t>LLM</a:t>
            </a:r>
            <a:r>
              <a:rPr lang="zh-CN" altLang="zh-CN" sz="1200" kern="1200" dirty="0">
                <a:solidFill>
                  <a:schemeClr val="tx1"/>
                </a:solidFill>
                <a:effectLst/>
                <a:latin typeface="+mn-lt"/>
                <a:ea typeface="+mn-ea"/>
                <a:cs typeface="+mn-cs"/>
              </a:rPr>
              <a:t>通过和地图知识图谱交互，自动化设计地图方案，以地图配置库的形式保存。用户对设计方案进行评估，提出修改需求，</a:t>
            </a:r>
            <a:r>
              <a:rPr lang="en-US" altLang="zh-CN" sz="1200" kern="1200" dirty="0">
                <a:solidFill>
                  <a:schemeClr val="tx1"/>
                </a:solidFill>
                <a:effectLst/>
                <a:latin typeface="+mn-lt"/>
                <a:ea typeface="+mn-ea"/>
                <a:cs typeface="+mn-cs"/>
              </a:rPr>
              <a:t>LLM</a:t>
            </a:r>
            <a:r>
              <a:rPr lang="zh-CN" altLang="zh-CN" sz="1200" kern="1200" dirty="0">
                <a:solidFill>
                  <a:schemeClr val="tx1"/>
                </a:solidFill>
                <a:effectLst/>
                <a:latin typeface="+mn-lt"/>
                <a:ea typeface="+mn-ea"/>
                <a:cs typeface="+mn-cs"/>
              </a:rPr>
              <a:t>进行对应修改。最后依据现有制图环境进行，使用制图配置库进行地图制图。</a:t>
            </a:r>
          </a:p>
          <a:p>
            <a:endParaRPr lang="en-US" altLang="zh-CN" dirty="0"/>
          </a:p>
        </p:txBody>
      </p:sp>
    </p:spTree>
    <p:extLst>
      <p:ext uri="{BB962C8B-B14F-4D97-AF65-F5344CB8AC3E}">
        <p14:creationId xmlns:p14="http://schemas.microsoft.com/office/powerpoint/2010/main" val="54319228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a:extLst>
              <a:ext uri="{FF2B5EF4-FFF2-40B4-BE49-F238E27FC236}">
                <a16:creationId xmlns:a16="http://schemas.microsoft.com/office/drawing/2014/main" id="{A1A5DD44-3B2B-4137-A246-46583F67431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以下是自动化设计中的符号推荐过程，</a:t>
            </a:r>
            <a:r>
              <a:rPr lang="en-US" altLang="zh-CN" sz="1200" kern="1200" dirty="0">
                <a:solidFill>
                  <a:schemeClr val="tx1"/>
                </a:solidFill>
                <a:effectLst/>
                <a:latin typeface="+mn-lt"/>
                <a:ea typeface="+mn-ea"/>
                <a:cs typeface="+mn-cs"/>
              </a:rPr>
              <a:t>LLM</a:t>
            </a:r>
            <a:r>
              <a:rPr lang="zh-CN" altLang="zh-CN" sz="1200" kern="1200" dirty="0">
                <a:solidFill>
                  <a:schemeClr val="tx1"/>
                </a:solidFill>
                <a:effectLst/>
                <a:latin typeface="+mn-lt"/>
                <a:ea typeface="+mn-ea"/>
                <a:cs typeface="+mn-cs"/>
              </a:rPr>
              <a:t>通过解析输入中的主题、区域、数据等信息，并和知识图谱交互，获取符号配置进行，构建起制图数据和符号的对应关系，完成符号配置。</a:t>
            </a:r>
          </a:p>
          <a:p>
            <a:endParaRPr lang="zh-CN" altLang="en-US" dirty="0"/>
          </a:p>
        </p:txBody>
      </p:sp>
    </p:spTree>
    <p:extLst>
      <p:ext uri="{BB962C8B-B14F-4D97-AF65-F5344CB8AC3E}">
        <p14:creationId xmlns:p14="http://schemas.microsoft.com/office/powerpoint/2010/main" val="80812301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a:extLst>
              <a:ext uri="{FF2B5EF4-FFF2-40B4-BE49-F238E27FC236}">
                <a16:creationId xmlns:a16="http://schemas.microsoft.com/office/drawing/2014/main" id="{A1A5DD44-3B2B-4137-A246-46583F67431A}"/>
              </a:ext>
            </a:extLst>
          </p:cNvPr>
          <p:cNvSpPr>
            <a:spLocks noGrp="1"/>
          </p:cNvSpPr>
          <p:nvPr>
            <p:ph type="body" idx="1"/>
          </p:nvPr>
        </p:nvSpPr>
        <p:spPr/>
        <p:txBody>
          <a:bodyPr/>
          <a:lstStyle/>
          <a:p>
            <a:r>
              <a:rPr lang="zh-CN" altLang="zh-CN" sz="1200" kern="1200" dirty="0">
                <a:solidFill>
                  <a:schemeClr val="tx1"/>
                </a:solidFill>
                <a:effectLst/>
                <a:latin typeface="+mn-lt"/>
                <a:ea typeface="+mn-ea"/>
                <a:cs typeface="+mn-cs"/>
              </a:rPr>
              <a:t>对配置的修改过程，将配置信息可视化出来，通过视觉反馈提出修改需要，</a:t>
            </a:r>
            <a:r>
              <a:rPr lang="en-US" altLang="zh-CN" sz="1200" kern="1200" dirty="0">
                <a:solidFill>
                  <a:schemeClr val="tx1"/>
                </a:solidFill>
                <a:effectLst/>
                <a:latin typeface="+mn-lt"/>
                <a:ea typeface="+mn-ea"/>
                <a:cs typeface="+mn-cs"/>
              </a:rPr>
              <a:t>LLM</a:t>
            </a:r>
            <a:r>
              <a:rPr lang="zh-CN" altLang="zh-CN" sz="1200" kern="1200" dirty="0">
                <a:solidFill>
                  <a:schemeClr val="tx1"/>
                </a:solidFill>
                <a:effectLst/>
                <a:latin typeface="+mn-lt"/>
                <a:ea typeface="+mn-ea"/>
                <a:cs typeface="+mn-cs"/>
              </a:rPr>
              <a:t>结合修改需要和配置信息，输出参数化的修改结果，再重新进行可视化。</a:t>
            </a:r>
          </a:p>
          <a:p>
            <a:endParaRPr lang="en-US" altLang="zh-CN" dirty="0"/>
          </a:p>
        </p:txBody>
      </p:sp>
    </p:spTree>
    <p:extLst>
      <p:ext uri="{BB962C8B-B14F-4D97-AF65-F5344CB8AC3E}">
        <p14:creationId xmlns:p14="http://schemas.microsoft.com/office/powerpoint/2010/main" val="6785204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a:extLst>
              <a:ext uri="{FF2B5EF4-FFF2-40B4-BE49-F238E27FC236}">
                <a16:creationId xmlns:a16="http://schemas.microsoft.com/office/drawing/2014/main" id="{A1A5DD44-3B2B-4137-A246-46583F67431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最后，利用</a:t>
            </a:r>
            <a:r>
              <a:rPr lang="en-US" altLang="zh-CN" sz="1200" kern="1200" dirty="0">
                <a:solidFill>
                  <a:schemeClr val="tx1"/>
                </a:solidFill>
                <a:effectLst/>
                <a:latin typeface="+mn-lt"/>
                <a:ea typeface="+mn-ea"/>
                <a:cs typeface="+mn-cs"/>
              </a:rPr>
              <a:t>LangChain</a:t>
            </a:r>
            <a:r>
              <a:rPr lang="zh-CN" altLang="zh-CN" sz="1200" kern="1200" dirty="0">
                <a:solidFill>
                  <a:schemeClr val="tx1"/>
                </a:solidFill>
                <a:effectLst/>
                <a:latin typeface="+mn-lt"/>
                <a:ea typeface="+mn-ea"/>
                <a:cs typeface="+mn-cs"/>
              </a:rPr>
              <a:t>，将现有数据处理环境和制图环境构建为制图工具，</a:t>
            </a:r>
            <a:r>
              <a:rPr lang="en-US" altLang="zh-CN" sz="1200" kern="1200" dirty="0">
                <a:solidFill>
                  <a:schemeClr val="tx1"/>
                </a:solidFill>
                <a:effectLst/>
                <a:latin typeface="+mn-lt"/>
                <a:ea typeface="+mn-ea"/>
                <a:cs typeface="+mn-cs"/>
              </a:rPr>
              <a:t>LLM</a:t>
            </a:r>
            <a:r>
              <a:rPr lang="zh-CN" altLang="zh-CN" sz="1200" kern="1200" dirty="0">
                <a:solidFill>
                  <a:schemeClr val="tx1"/>
                </a:solidFill>
                <a:effectLst/>
                <a:latin typeface="+mn-lt"/>
                <a:ea typeface="+mn-ea"/>
                <a:cs typeface="+mn-cs"/>
              </a:rPr>
              <a:t>以配置库和数据源为基础，完成数据处理和符号配置过程。</a:t>
            </a:r>
          </a:p>
          <a:p>
            <a:endParaRPr lang="en-US" altLang="zh-CN" dirty="0"/>
          </a:p>
        </p:txBody>
      </p:sp>
    </p:spTree>
    <p:extLst>
      <p:ext uri="{BB962C8B-B14F-4D97-AF65-F5344CB8AC3E}">
        <p14:creationId xmlns:p14="http://schemas.microsoft.com/office/powerpoint/2010/main" val="359621835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a:extLst>
              <a:ext uri="{FF2B5EF4-FFF2-40B4-BE49-F238E27FC236}">
                <a16:creationId xmlns:a16="http://schemas.microsoft.com/office/drawing/2014/main" id="{5E127979-C429-43AA-B3D1-5477AD601B18}"/>
              </a:ext>
            </a:extLst>
          </p:cNvPr>
          <p:cNvSpPr>
            <a:spLocks noGrp="1"/>
          </p:cNvSpPr>
          <p:nvPr>
            <p:ph type="body" idx="1"/>
          </p:nvPr>
        </p:nvSpPr>
        <p:spPr/>
        <p:txBody>
          <a:bodyPr/>
          <a:lstStyle/>
          <a:p>
            <a:endParaRPr lang="zh-CN" alt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a:extLst>
              <a:ext uri="{FF2B5EF4-FFF2-40B4-BE49-F238E27FC236}">
                <a16:creationId xmlns:a16="http://schemas.microsoft.com/office/drawing/2014/main" id="{A1A5DD44-3B2B-4137-A246-46583F67431A}"/>
              </a:ext>
            </a:extLst>
          </p:cNvPr>
          <p:cNvSpPr>
            <a:spLocks noGrp="1"/>
          </p:cNvSpPr>
          <p:nvPr>
            <p:ph type="body" idx="1"/>
          </p:nvPr>
        </p:nvSpPr>
        <p:spPr/>
        <p:txBody>
          <a:bodyPr/>
          <a:lstStyle/>
          <a:p>
            <a:r>
              <a:rPr lang="zh-CN" altLang="zh-CN" sz="1200" kern="1200" dirty="0">
                <a:solidFill>
                  <a:schemeClr val="tx1"/>
                </a:solidFill>
                <a:effectLst/>
                <a:latin typeface="+mn-lt"/>
                <a:ea typeface="+mn-ea"/>
                <a:cs typeface="+mn-cs"/>
              </a:rPr>
              <a:t>本研究利用</a:t>
            </a:r>
            <a:r>
              <a:rPr lang="en-US" altLang="zh-CN" sz="1200" kern="1200" dirty="0">
                <a:solidFill>
                  <a:schemeClr val="tx1"/>
                </a:solidFill>
                <a:effectLst/>
                <a:latin typeface="+mn-lt"/>
                <a:ea typeface="+mn-ea"/>
                <a:cs typeface="+mn-cs"/>
              </a:rPr>
              <a:t>LangChain</a:t>
            </a:r>
            <a:r>
              <a:rPr lang="zh-CN" altLang="zh-CN" sz="1200" kern="1200" dirty="0">
                <a:solidFill>
                  <a:schemeClr val="tx1"/>
                </a:solidFill>
                <a:effectLst/>
                <a:latin typeface="+mn-lt"/>
                <a:ea typeface="+mn-ea"/>
                <a:cs typeface="+mn-cs"/>
              </a:rPr>
              <a:t>分别构建了，方案设计、交互式修改、自动化成图工具</a:t>
            </a:r>
            <a:r>
              <a:rPr lang="zh-CN" altLang="en-US"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LLM</a:t>
            </a:r>
            <a:r>
              <a:rPr lang="zh-CN" altLang="zh-CN" sz="1200" kern="1200" dirty="0">
                <a:solidFill>
                  <a:schemeClr val="tx1"/>
                </a:solidFill>
                <a:effectLst/>
                <a:latin typeface="+mn-lt"/>
                <a:ea typeface="+mn-ea"/>
                <a:cs typeface="+mn-cs"/>
              </a:rPr>
              <a:t>通过利用这些工具和提示词，完成制图过程</a:t>
            </a:r>
            <a:r>
              <a:rPr lang="zh-CN" altLang="en-US" sz="1200" kern="1200" dirty="0">
                <a:solidFill>
                  <a:schemeClr val="tx1"/>
                </a:solidFill>
                <a:effectLst/>
                <a:latin typeface="+mn-lt"/>
                <a:ea typeface="+mn-ea"/>
                <a:cs typeface="+mn-cs"/>
              </a:rPr>
              <a:t>。</a:t>
            </a:r>
            <a:endParaRPr lang="zh-CN" altLang="zh-CN" sz="12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131331900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a:extLst>
              <a:ext uri="{FF2B5EF4-FFF2-40B4-BE49-F238E27FC236}">
                <a16:creationId xmlns:a16="http://schemas.microsoft.com/office/drawing/2014/main" id="{A1A5DD44-3B2B-4137-A246-46583F67431A}"/>
              </a:ext>
            </a:extLst>
          </p:cNvPr>
          <p:cNvSpPr>
            <a:spLocks noGrp="1"/>
          </p:cNvSpPr>
          <p:nvPr>
            <p:ph type="body" idx="1"/>
          </p:nvPr>
        </p:nvSpPr>
        <p:spPr/>
        <p:txBody>
          <a:bodyPr/>
          <a:lstStyle/>
          <a:p>
            <a:r>
              <a:rPr lang="zh-CN" altLang="zh-CN" sz="1200" kern="1200" dirty="0">
                <a:solidFill>
                  <a:schemeClr val="tx1"/>
                </a:solidFill>
                <a:effectLst/>
                <a:latin typeface="+mn-lt"/>
                <a:ea typeface="+mn-ea"/>
                <a:cs typeface="+mn-cs"/>
              </a:rPr>
              <a:t>下面是符号 武汉市交通地图地图符号的推荐实验，</a:t>
            </a:r>
            <a:r>
              <a:rPr lang="en-US" altLang="zh-CN" sz="1200" kern="1200" dirty="0">
                <a:solidFill>
                  <a:schemeClr val="tx1"/>
                </a:solidFill>
                <a:effectLst/>
                <a:latin typeface="+mn-lt"/>
                <a:ea typeface="+mn-ea"/>
                <a:cs typeface="+mn-cs"/>
              </a:rPr>
              <a:t>LLM</a:t>
            </a:r>
            <a:r>
              <a:rPr lang="zh-CN" altLang="zh-CN" sz="1200" kern="1200" dirty="0">
                <a:solidFill>
                  <a:schemeClr val="tx1"/>
                </a:solidFill>
                <a:effectLst/>
                <a:latin typeface="+mn-lt"/>
                <a:ea typeface="+mn-ea"/>
                <a:cs typeface="+mn-cs"/>
              </a:rPr>
              <a:t>首先从知识图谱内查询地铁相关图层，在结果内筛选和武汉交通地图相似度高的地图，查询并输出。</a:t>
            </a:r>
          </a:p>
        </p:txBody>
      </p:sp>
    </p:spTree>
    <p:extLst>
      <p:ext uri="{BB962C8B-B14F-4D97-AF65-F5344CB8AC3E}">
        <p14:creationId xmlns:p14="http://schemas.microsoft.com/office/powerpoint/2010/main" val="85829820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a:extLst>
              <a:ext uri="{FF2B5EF4-FFF2-40B4-BE49-F238E27FC236}">
                <a16:creationId xmlns:a16="http://schemas.microsoft.com/office/drawing/2014/main" id="{A1A5DD44-3B2B-4137-A246-46583F67431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如图是地图设计方案的可视化，每一个可视化部分和配置库内的表一一对应。</a:t>
            </a:r>
          </a:p>
          <a:p>
            <a:endParaRPr lang="zh-CN" altLang="en-US" dirty="0"/>
          </a:p>
        </p:txBody>
      </p:sp>
    </p:spTree>
    <p:extLst>
      <p:ext uri="{BB962C8B-B14F-4D97-AF65-F5344CB8AC3E}">
        <p14:creationId xmlns:p14="http://schemas.microsoft.com/office/powerpoint/2010/main" val="293990771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a:extLst>
              <a:ext uri="{FF2B5EF4-FFF2-40B4-BE49-F238E27FC236}">
                <a16:creationId xmlns:a16="http://schemas.microsoft.com/office/drawing/2014/main" id="{A1A5DD44-3B2B-4137-A246-46583F67431A}"/>
              </a:ext>
            </a:extLst>
          </p:cNvPr>
          <p:cNvSpPr>
            <a:spLocks noGrp="1"/>
          </p:cNvSpPr>
          <p:nvPr>
            <p:ph type="body" idx="1"/>
          </p:nvPr>
        </p:nvSpPr>
        <p:spPr/>
        <p:txBody>
          <a:bodyPr/>
          <a:lstStyle/>
          <a:p>
            <a:r>
              <a:rPr lang="zh-CN" altLang="zh-CN" sz="1200" kern="1200" dirty="0">
                <a:solidFill>
                  <a:schemeClr val="tx1"/>
                </a:solidFill>
                <a:effectLst/>
                <a:latin typeface="+mn-lt"/>
                <a:ea typeface="+mn-ea"/>
                <a:cs typeface="+mn-cs"/>
              </a:rPr>
              <a:t>下图是线符号交互式修改的提示词，包括符号说明信息、以及配置信息、修改需要，</a:t>
            </a:r>
            <a:r>
              <a:rPr lang="en-US" altLang="zh-CN" sz="1200" kern="1200" dirty="0">
                <a:solidFill>
                  <a:schemeClr val="tx1"/>
                </a:solidFill>
                <a:effectLst/>
                <a:latin typeface="+mn-lt"/>
                <a:ea typeface="+mn-ea"/>
                <a:cs typeface="+mn-cs"/>
              </a:rPr>
              <a:t>LLM</a:t>
            </a:r>
            <a:r>
              <a:rPr lang="zh-CN" altLang="zh-CN" sz="1200" kern="1200" dirty="0">
                <a:solidFill>
                  <a:schemeClr val="tx1"/>
                </a:solidFill>
                <a:effectLst/>
                <a:latin typeface="+mn-lt"/>
                <a:ea typeface="+mn-ea"/>
                <a:cs typeface="+mn-cs"/>
              </a:rPr>
              <a:t>会依据输入，按照要求的格式输出修改后的线符号样式。</a:t>
            </a:r>
          </a:p>
        </p:txBody>
      </p:sp>
    </p:spTree>
    <p:extLst>
      <p:ext uri="{BB962C8B-B14F-4D97-AF65-F5344CB8AC3E}">
        <p14:creationId xmlns:p14="http://schemas.microsoft.com/office/powerpoint/2010/main" val="257111749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a:extLst>
              <a:ext uri="{FF2B5EF4-FFF2-40B4-BE49-F238E27FC236}">
                <a16:creationId xmlns:a16="http://schemas.microsoft.com/office/drawing/2014/main" id="{A1A5DD44-3B2B-4137-A246-46583F67431A}"/>
              </a:ext>
            </a:extLst>
          </p:cNvPr>
          <p:cNvSpPr>
            <a:spLocks noGrp="1"/>
          </p:cNvSpPr>
          <p:nvPr>
            <p:ph type="body" idx="1"/>
          </p:nvPr>
        </p:nvSpPr>
        <p:spPr/>
        <p:txBody>
          <a:bodyPr/>
          <a:lstStyle/>
          <a:p>
            <a:r>
              <a:rPr lang="zh-CN" altLang="zh-CN" sz="1200" kern="1200" dirty="0">
                <a:solidFill>
                  <a:schemeClr val="tx1"/>
                </a:solidFill>
                <a:effectLst/>
                <a:latin typeface="+mn-lt"/>
                <a:ea typeface="+mn-ea"/>
                <a:cs typeface="+mn-cs"/>
              </a:rPr>
              <a:t>最后是自动化成图的工具调用过程，利用制图任务</a:t>
            </a:r>
            <a:r>
              <a:rPr lang="en-US" altLang="zh-CN" sz="1200" kern="1200" dirty="0">
                <a:solidFill>
                  <a:schemeClr val="tx1"/>
                </a:solidFill>
                <a:effectLst/>
                <a:latin typeface="+mn-lt"/>
                <a:ea typeface="+mn-ea"/>
                <a:cs typeface="+mn-cs"/>
              </a:rPr>
              <a:t>ID</a:t>
            </a:r>
            <a:r>
              <a:rPr lang="zh-CN" altLang="zh-CN" sz="1200" kern="1200" dirty="0">
                <a:solidFill>
                  <a:schemeClr val="tx1"/>
                </a:solidFill>
                <a:effectLst/>
                <a:latin typeface="+mn-lt"/>
                <a:ea typeface="+mn-ea"/>
                <a:cs typeface="+mn-cs"/>
              </a:rPr>
              <a:t>进行串联，完成数据处理、符号配置、图片导出过程。</a:t>
            </a:r>
          </a:p>
        </p:txBody>
      </p:sp>
    </p:spTree>
    <p:extLst>
      <p:ext uri="{BB962C8B-B14F-4D97-AF65-F5344CB8AC3E}">
        <p14:creationId xmlns:p14="http://schemas.microsoft.com/office/powerpoint/2010/main" val="425505567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a:extLst>
              <a:ext uri="{FF2B5EF4-FFF2-40B4-BE49-F238E27FC236}">
                <a16:creationId xmlns:a16="http://schemas.microsoft.com/office/drawing/2014/main" id="{A1A5DD44-3B2B-4137-A246-46583F67431A}"/>
              </a:ext>
            </a:extLst>
          </p:cNvPr>
          <p:cNvSpPr>
            <a:spLocks noGrp="1"/>
          </p:cNvSpPr>
          <p:nvPr>
            <p:ph type="body" idx="1"/>
          </p:nvPr>
        </p:nvSpPr>
        <p:spPr/>
        <p:txBody>
          <a:bodyPr/>
          <a:lstStyle/>
          <a:p>
            <a:r>
              <a:rPr lang="zh-CN" altLang="zh-CN" sz="1200" kern="1200" dirty="0">
                <a:solidFill>
                  <a:schemeClr val="tx1"/>
                </a:solidFill>
                <a:effectLst/>
                <a:latin typeface="+mn-lt"/>
                <a:ea typeface="+mn-ea"/>
                <a:cs typeface="+mn-cs"/>
              </a:rPr>
              <a:t>绘制出的武汉市交通地图如图，</a:t>
            </a:r>
          </a:p>
        </p:txBody>
      </p:sp>
    </p:spTree>
    <p:extLst>
      <p:ext uri="{BB962C8B-B14F-4D97-AF65-F5344CB8AC3E}">
        <p14:creationId xmlns:p14="http://schemas.microsoft.com/office/powerpoint/2010/main" val="35881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a:extLst>
              <a:ext uri="{FF2B5EF4-FFF2-40B4-BE49-F238E27FC236}">
                <a16:creationId xmlns:a16="http://schemas.microsoft.com/office/drawing/2014/main" id="{A1A5DD44-3B2B-4137-A246-46583F67431A}"/>
              </a:ext>
            </a:extLst>
          </p:cNvPr>
          <p:cNvSpPr>
            <a:spLocks noGrp="1"/>
          </p:cNvSpPr>
          <p:nvPr>
            <p:ph type="body" idx="1"/>
          </p:nvPr>
        </p:nvSpPr>
        <p:spPr/>
        <p:txBody>
          <a:bodyPr/>
          <a:lstStyle/>
          <a:p>
            <a:r>
              <a:rPr lang="zh-CN" altLang="zh-CN" sz="1200" kern="1200" dirty="0">
                <a:solidFill>
                  <a:schemeClr val="tx1"/>
                </a:solidFill>
                <a:effectLst/>
                <a:latin typeface="+mn-lt"/>
                <a:ea typeface="+mn-ea"/>
                <a:cs typeface="+mn-cs"/>
              </a:rPr>
              <a:t>针对于绘制结果，依然可以提出修改需求，对结果进行重新绘制，修改需求和重绘结果如下图</a:t>
            </a:r>
          </a:p>
          <a:p>
            <a:r>
              <a:rPr lang="zh-CN" altLang="zh-CN" sz="1200" kern="1200" dirty="0">
                <a:solidFill>
                  <a:schemeClr val="tx1"/>
                </a:solidFill>
                <a:effectLst/>
                <a:latin typeface="+mn-lt"/>
                <a:ea typeface="+mn-ea"/>
                <a:cs typeface="+mn-cs"/>
              </a:rPr>
              <a:t>最后是本文的总结和展望部分</a:t>
            </a:r>
          </a:p>
          <a:p>
            <a:endParaRPr lang="en-US" altLang="zh-CN" dirty="0"/>
          </a:p>
          <a:p>
            <a:endParaRPr lang="en-US" altLang="zh-CN" dirty="0"/>
          </a:p>
        </p:txBody>
      </p:sp>
    </p:spTree>
    <p:extLst>
      <p:ext uri="{BB962C8B-B14F-4D97-AF65-F5344CB8AC3E}">
        <p14:creationId xmlns:p14="http://schemas.microsoft.com/office/powerpoint/2010/main" val="368503003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07724576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本研究构建建立地图知识图谱本体，并且设计地图知识图谱的应用方法，解决了</a:t>
            </a:r>
            <a:r>
              <a:rPr lang="en-US" altLang="zh-CN" sz="1200" kern="1200" dirty="0">
                <a:solidFill>
                  <a:schemeClr val="tx1"/>
                </a:solidFill>
                <a:effectLst/>
                <a:latin typeface="+mn-lt"/>
                <a:ea typeface="+mn-ea"/>
                <a:cs typeface="+mn-cs"/>
              </a:rPr>
              <a:t>LLM</a:t>
            </a:r>
            <a:r>
              <a:rPr lang="zh-CN" altLang="zh-CN" sz="1200" kern="1200" dirty="0">
                <a:solidFill>
                  <a:schemeClr val="tx1"/>
                </a:solidFill>
                <a:effectLst/>
                <a:latin typeface="+mn-lt"/>
                <a:ea typeface="+mn-ea"/>
                <a:cs typeface="+mn-cs"/>
              </a:rPr>
              <a:t>存在制图经验不足的问题。</a:t>
            </a:r>
          </a:p>
          <a:p>
            <a:r>
              <a:rPr lang="zh-CN" altLang="zh-CN" sz="1200" kern="1200" dirty="0">
                <a:solidFill>
                  <a:schemeClr val="tx1"/>
                </a:solidFill>
                <a:effectLst/>
                <a:latin typeface="+mn-lt"/>
                <a:ea typeface="+mn-ea"/>
                <a:cs typeface="+mn-cs"/>
              </a:rPr>
              <a:t>其次研究了</a:t>
            </a:r>
            <a:r>
              <a:rPr lang="en-US" altLang="zh-CN" sz="1200" kern="1200" dirty="0">
                <a:solidFill>
                  <a:schemeClr val="tx1"/>
                </a:solidFill>
                <a:effectLst/>
                <a:latin typeface="+mn-lt"/>
                <a:ea typeface="+mn-ea"/>
                <a:cs typeface="+mn-cs"/>
              </a:rPr>
              <a:t>LLM</a:t>
            </a:r>
            <a:r>
              <a:rPr lang="zh-CN" altLang="zh-CN" sz="1200" kern="1200" dirty="0">
                <a:solidFill>
                  <a:schemeClr val="tx1"/>
                </a:solidFill>
                <a:effectLst/>
                <a:latin typeface="+mn-lt"/>
                <a:ea typeface="+mn-ea"/>
                <a:cs typeface="+mn-cs"/>
              </a:rPr>
              <a:t>应该如何应用到地图制图领域，对增强方法和现有制图领域进行了融合</a:t>
            </a:r>
          </a:p>
          <a:p>
            <a:r>
              <a:rPr lang="zh-CN" altLang="zh-CN" sz="1200" kern="1200" dirty="0">
                <a:solidFill>
                  <a:schemeClr val="tx1"/>
                </a:solidFill>
                <a:effectLst/>
                <a:latin typeface="+mn-lt"/>
                <a:ea typeface="+mn-ea"/>
                <a:cs typeface="+mn-cs"/>
              </a:rPr>
              <a:t>最后设计了融合</a:t>
            </a:r>
            <a:r>
              <a:rPr lang="en-US" altLang="zh-CN" sz="1200" kern="1200" dirty="0">
                <a:solidFill>
                  <a:schemeClr val="tx1"/>
                </a:solidFill>
                <a:effectLst/>
                <a:latin typeface="+mn-lt"/>
                <a:ea typeface="+mn-ea"/>
                <a:cs typeface="+mn-cs"/>
              </a:rPr>
              <a:t>LLM</a:t>
            </a:r>
            <a:r>
              <a:rPr lang="zh-CN" altLang="zh-CN" sz="1200" kern="1200" dirty="0">
                <a:solidFill>
                  <a:schemeClr val="tx1"/>
                </a:solidFill>
                <a:effectLst/>
                <a:latin typeface="+mn-lt"/>
                <a:ea typeface="+mn-ea"/>
                <a:cs typeface="+mn-cs"/>
              </a:rPr>
              <a:t>的自动化制图框架，进行了武汉市交通地图实践。</a:t>
            </a:r>
          </a:p>
        </p:txBody>
      </p:sp>
      <p:sp>
        <p:nvSpPr>
          <p:cNvPr id="4" name="灯片编号占位符 3"/>
          <p:cNvSpPr>
            <a:spLocks noGrp="1"/>
          </p:cNvSpPr>
          <p:nvPr>
            <p:ph type="sldNum" sz="quarter" idx="10"/>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7392B679-AE23-4750-8FB0-6513430B895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1219170" rtl="0" eaLnBrk="1" fontAlgn="auto" latinLnBrk="0" hangingPunct="1">
                <a:lnSpc>
                  <a:spcPct val="100000"/>
                </a:lnSpc>
                <a:spcBef>
                  <a:spcPts val="0"/>
                </a:spcBef>
                <a:spcAft>
                  <a:spcPts val="0"/>
                </a:spcAft>
                <a:buClrTx/>
                <a:buSzTx/>
                <a:buFontTx/>
                <a:buNone/>
                <a:tabLst/>
                <a:defRPr/>
              </a:pPr>
              <a:t>33</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49137369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目前的自动化框架依然存在一些问题，未来可以增加专题地图框架，并且通过二次开发将</a:t>
            </a:r>
            <a:r>
              <a:rPr lang="en-US" altLang="zh-CN" sz="1200" kern="1200" dirty="0">
                <a:solidFill>
                  <a:schemeClr val="tx1"/>
                </a:solidFill>
                <a:effectLst/>
                <a:latin typeface="+mn-lt"/>
                <a:ea typeface="+mn-ea"/>
                <a:cs typeface="+mn-cs"/>
              </a:rPr>
              <a:t>LLM</a:t>
            </a:r>
            <a:r>
              <a:rPr lang="zh-CN" altLang="zh-CN" sz="1200" kern="1200" dirty="0">
                <a:solidFill>
                  <a:schemeClr val="tx1"/>
                </a:solidFill>
                <a:effectLst/>
                <a:latin typeface="+mn-lt"/>
                <a:ea typeface="+mn-ea"/>
                <a:cs typeface="+mn-cs"/>
              </a:rPr>
              <a:t>深入融合到现有制图关键。通过层次型知识图谱，提高知识获取的准确性和效率。</a:t>
            </a:r>
          </a:p>
        </p:txBody>
      </p:sp>
      <p:sp>
        <p:nvSpPr>
          <p:cNvPr id="4" name="灯片编号占位符 3"/>
          <p:cNvSpPr>
            <a:spLocks noGrp="1"/>
          </p:cNvSpPr>
          <p:nvPr>
            <p:ph type="sldNum" sz="quarter" idx="10"/>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7392B679-AE23-4750-8FB0-6513430B895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1219170" rtl="0" eaLnBrk="1" fontAlgn="auto" latinLnBrk="0" hangingPunct="1">
                <a:lnSpc>
                  <a:spcPct val="100000"/>
                </a:lnSpc>
                <a:spcBef>
                  <a:spcPts val="0"/>
                </a:spcBef>
                <a:spcAft>
                  <a:spcPts val="0"/>
                </a:spcAft>
                <a:buClrTx/>
                <a:buSzTx/>
                <a:buFontTx/>
                <a:buNone/>
                <a:tabLst/>
                <a:defRPr/>
              </a:pPr>
              <a:t>34</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24745331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35</a:t>
            </a:fld>
            <a:endParaRPr lang="zh-CN" altLang="en-US"/>
          </a:p>
        </p:txBody>
      </p:sp>
    </p:spTree>
    <p:extLst>
      <p:ext uri="{BB962C8B-B14F-4D97-AF65-F5344CB8AC3E}">
        <p14:creationId xmlns:p14="http://schemas.microsoft.com/office/powerpoint/2010/main" val="25440437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1500" advClick="0" advTm="2000">
        <p:random/>
      </p:transition>
    </mc:Choice>
    <mc:Fallback xmlns="">
      <p:transition spd="slow" advClick="0" advTm="2000">
        <p:random/>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983114887"/>
      </p:ext>
    </p:extLst>
  </p:cSld>
  <p:clrMapOvr>
    <a:masterClrMapping/>
  </p:clrMapOvr>
  <mc:AlternateContent xmlns:mc="http://schemas.openxmlformats.org/markup-compatibility/2006" xmlns:p14="http://schemas.microsoft.com/office/powerpoint/2010/main">
    <mc:Choice Requires="p14">
      <p:transition spd="slow" p14:dur="1500" advClick="0" advTm="2000">
        <p:random/>
      </p:transition>
    </mc:Choice>
    <mc:Fallback xmlns="">
      <p:transition spd="slow" advClick="0" advTm="2000">
        <p:random/>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1500" advClick="0" advTm="2000">
        <p:random/>
      </p:transition>
    </mc:Choice>
    <mc:Fallback xmlns="">
      <p:transition spd="slow" advClick="0" advTm="2000">
        <p:random/>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1356537252"/>
      </p:ext>
    </p:extLst>
  </p:cSld>
  <p:clrMapOvr>
    <a:masterClrMapping/>
  </p:clrMapOvr>
  <mc:AlternateContent xmlns:mc="http://schemas.openxmlformats.org/markup-compatibility/2006" xmlns:p14="http://schemas.microsoft.com/office/powerpoint/2010/main">
    <mc:Choice Requires="p14">
      <p:transition spd="slow" p14:dur="1500" advClick="0" advTm="2000">
        <p:random/>
      </p:transition>
    </mc:Choice>
    <mc:Fallback xmlns="">
      <p:transition spd="slow" advClick="0" advTm="2000">
        <p:random/>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054046022"/>
      </p:ext>
    </p:extLst>
  </p:cSld>
  <p:clrMapOvr>
    <a:masterClrMapping/>
  </p:clrMapOvr>
  <mc:AlternateContent xmlns:mc="http://schemas.openxmlformats.org/markup-compatibility/2006" xmlns:p14="http://schemas.microsoft.com/office/powerpoint/2010/main">
    <mc:Choice Requires="p14">
      <p:transition spd="slow" p14:dur="1500" advClick="0" advTm="2000">
        <p:random/>
      </p:transition>
    </mc:Choice>
    <mc:Fallback xmlns="">
      <p:transition spd="slow" advClick="0" advTm="2000">
        <p:random/>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2AE7AFD-25DC-4EC8-B9D5-D3AEA09CABBA}"/>
              </a:ext>
            </a:extLst>
          </p:cNvPr>
          <p:cNvSpPr>
            <a:spLocks noGrp="1"/>
          </p:cNvSpPr>
          <p:nvPr>
            <p:ph type="title"/>
          </p:nvPr>
        </p:nvSpPr>
        <p:spPr>
          <a:xfrm>
            <a:off x="628650" y="273844"/>
            <a:ext cx="7886700" cy="994172"/>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844801572"/>
      </p:ext>
    </p:extLst>
  </p:cSld>
  <p:clrMapOvr>
    <a:masterClrMapping/>
  </p:clrMapOvr>
  <mc:AlternateContent xmlns:mc="http://schemas.openxmlformats.org/markup-compatibility/2006" xmlns:p14="http://schemas.microsoft.com/office/powerpoint/2010/main">
    <mc:Choice Requires="p14">
      <p:transition spd="slow" p14:dur="1500" advClick="0" advTm="2000">
        <p:random/>
      </p:transition>
    </mc:Choice>
    <mc:Fallback xmlns="">
      <p:transition spd="slow" advClick="0" advTm="2000">
        <p:random/>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slideLayout" Target="../slideLayouts/slideLayout5.xml"/><Relationship Id="rId1" Type="http://schemas.openxmlformats.org/officeDocument/2006/relationships/slideLayout" Target="../slideLayouts/slideLayout4.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0" r:id="rId1"/>
    <p:sldLayoutId id="2147483660" r:id="rId2"/>
    <p:sldLayoutId id="2147483655" r:id="rId3"/>
  </p:sldLayoutIdLst>
  <mc:AlternateContent xmlns:mc="http://schemas.openxmlformats.org/markup-compatibility/2006" xmlns:p14="http://schemas.microsoft.com/office/powerpoint/2010/main">
    <mc:Choice Requires="p14">
      <p:transition spd="slow" p14:dur="1500" advClick="0" advTm="2000">
        <p:random/>
      </p:transition>
    </mc:Choice>
    <mc:Fallback xmlns="">
      <p:transition spd="slow" advClick="0" advTm="2000">
        <p:random/>
      </p:transition>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22497468"/>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Lst>
  <mc:AlternateContent xmlns:mc="http://schemas.openxmlformats.org/markup-compatibility/2006" xmlns:p14="http://schemas.microsoft.com/office/powerpoint/2010/main">
    <mc:Choice Requires="p14">
      <p:transition spd="slow" p14:dur="1500" advClick="0" advTm="2000">
        <p:random/>
      </p:transition>
    </mc:Choice>
    <mc:Fallback xmlns="">
      <p:transition spd="slow" advClick="0" advTm="2000">
        <p:random/>
      </p:transition>
    </mc:Fallback>
  </mc:AlternateContent>
  <p:txStyles>
    <p:titleStyle>
      <a:lvl1pPr algn="ctr" defTabSz="914378" rtl="0" eaLnBrk="1" latinLnBrk="0" hangingPunct="1">
        <a:spcBef>
          <a:spcPct val="0"/>
        </a:spcBef>
        <a:buNone/>
        <a:defRPr sz="4400" kern="1200">
          <a:solidFill>
            <a:schemeClr val="tx1"/>
          </a:solidFill>
          <a:latin typeface="+mj-lt"/>
          <a:ea typeface="+mj-ea"/>
          <a:cs typeface="+mj-cs"/>
        </a:defRPr>
      </a:lvl1pPr>
    </p:titleStyle>
    <p:bodyStyle>
      <a:lvl1pPr marL="342892" indent="-342892" algn="l" defTabSz="914378"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31" indent="-285743" algn="l" defTabSz="914378"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2972" indent="-228594" algn="l" defTabSz="914378"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160" indent="-228594" algn="l" defTabSz="914378"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348" indent="-228594" algn="l" defTabSz="914378"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537" indent="-228594" algn="l" defTabSz="914378"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8"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5" indent="-228594" algn="l" defTabSz="914378"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8"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378" rtl="0" eaLnBrk="1" latinLnBrk="0" hangingPunct="1">
        <a:defRPr sz="1800" kern="1200">
          <a:solidFill>
            <a:schemeClr val="tx1"/>
          </a:solidFill>
          <a:latin typeface="+mn-lt"/>
          <a:ea typeface="+mn-ea"/>
          <a:cs typeface="+mn-cs"/>
        </a:defRPr>
      </a:lvl1pPr>
      <a:lvl2pPr marL="457189" algn="l" defTabSz="914378" rtl="0" eaLnBrk="1" latinLnBrk="0" hangingPunct="1">
        <a:defRPr sz="1800" kern="1200">
          <a:solidFill>
            <a:schemeClr val="tx1"/>
          </a:solidFill>
          <a:latin typeface="+mn-lt"/>
          <a:ea typeface="+mn-ea"/>
          <a:cs typeface="+mn-cs"/>
        </a:defRPr>
      </a:lvl2pPr>
      <a:lvl3pPr marL="914378" algn="l" defTabSz="914378" rtl="0" eaLnBrk="1" latinLnBrk="0" hangingPunct="1">
        <a:defRPr sz="1800" kern="1200">
          <a:solidFill>
            <a:schemeClr val="tx1"/>
          </a:solidFill>
          <a:latin typeface="+mn-lt"/>
          <a:ea typeface="+mn-ea"/>
          <a:cs typeface="+mn-cs"/>
        </a:defRPr>
      </a:lvl3pPr>
      <a:lvl4pPr marL="1371566" algn="l" defTabSz="914378" rtl="0" eaLnBrk="1" latinLnBrk="0" hangingPunct="1">
        <a:defRPr sz="1800" kern="1200">
          <a:solidFill>
            <a:schemeClr val="tx1"/>
          </a:solidFill>
          <a:latin typeface="+mn-lt"/>
          <a:ea typeface="+mn-ea"/>
          <a:cs typeface="+mn-cs"/>
        </a:defRPr>
      </a:lvl4pPr>
      <a:lvl5pPr marL="1828754" algn="l" defTabSz="914378" rtl="0" eaLnBrk="1" latinLnBrk="0" hangingPunct="1">
        <a:defRPr sz="1800" kern="1200">
          <a:solidFill>
            <a:schemeClr val="tx1"/>
          </a:solidFill>
          <a:latin typeface="+mn-lt"/>
          <a:ea typeface="+mn-ea"/>
          <a:cs typeface="+mn-cs"/>
        </a:defRPr>
      </a:lvl5pPr>
      <a:lvl6pPr marL="2285943" algn="l" defTabSz="914378" rtl="0" eaLnBrk="1" latinLnBrk="0" hangingPunct="1">
        <a:defRPr sz="1800" kern="1200">
          <a:solidFill>
            <a:schemeClr val="tx1"/>
          </a:solidFill>
          <a:latin typeface="+mn-lt"/>
          <a:ea typeface="+mn-ea"/>
          <a:cs typeface="+mn-cs"/>
        </a:defRPr>
      </a:lvl6pPr>
      <a:lvl7pPr marL="2743132" algn="l" defTabSz="914378" rtl="0" eaLnBrk="1" latinLnBrk="0" hangingPunct="1">
        <a:defRPr sz="1800" kern="1200">
          <a:solidFill>
            <a:schemeClr val="tx1"/>
          </a:solidFill>
          <a:latin typeface="+mn-lt"/>
          <a:ea typeface="+mn-ea"/>
          <a:cs typeface="+mn-cs"/>
        </a:defRPr>
      </a:lvl7pPr>
      <a:lvl8pPr marL="3200320" algn="l" defTabSz="914378" rtl="0" eaLnBrk="1" latinLnBrk="0" hangingPunct="1">
        <a:defRPr sz="1800" kern="1200">
          <a:solidFill>
            <a:schemeClr val="tx1"/>
          </a:solidFill>
          <a:latin typeface="+mn-lt"/>
          <a:ea typeface="+mn-ea"/>
          <a:cs typeface="+mn-cs"/>
        </a:defRPr>
      </a:lvl8pPr>
      <a:lvl9pPr marL="3657509" algn="l" defTabSz="914378"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92">
          <p15:clr>
            <a:srgbClr val="F26B43"/>
          </p15:clr>
        </p15:guide>
        <p15:guide id="2" pos="7488">
          <p15:clr>
            <a:srgbClr val="F26B43"/>
          </p15:clr>
        </p15:guide>
        <p15:guide id="3" orient="horz" pos="432">
          <p15:clr>
            <a:srgbClr val="F26B43"/>
          </p15:clr>
        </p15:guide>
        <p15:guide id="4" orient="horz" pos="472">
          <p15:clr>
            <a:srgbClr val="F26B43"/>
          </p15:clr>
        </p15:guide>
        <p15:guide id="5" orient="horz" pos="4104">
          <p15:clr>
            <a:srgbClr val="F26B43"/>
          </p15:clr>
        </p15:guide>
        <p15:guide id="6" orient="horz" pos="4056">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2.pn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5.xml"/><Relationship Id="rId1" Type="http://schemas.openxmlformats.org/officeDocument/2006/relationships/tags" Target="../tags/tag2.xml"/><Relationship Id="rId5" Type="http://schemas.openxmlformats.org/officeDocument/2006/relationships/image" Target="../media/image5.jpeg"/><Relationship Id="rId4" Type="http://schemas.openxmlformats.org/officeDocument/2006/relationships/image" Target="../media/image4.jpe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5.xml"/><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5.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svg"/></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1.xml"/><Relationship Id="rId1" Type="http://schemas.openxmlformats.org/officeDocument/2006/relationships/slideLayout" Target="../slideLayouts/slideLayout5.xml"/><Relationship Id="rId4" Type="http://schemas.openxmlformats.org/officeDocument/2006/relationships/image" Target="../media/image24.png"/></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notesSlide" Target="../notesSlides/notesSlide22.xml"/><Relationship Id="rId1" Type="http://schemas.openxmlformats.org/officeDocument/2006/relationships/slideLayout" Target="../slideLayouts/slideLayout5.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2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6.xml"/><Relationship Id="rId1" Type="http://schemas.openxmlformats.org/officeDocument/2006/relationships/slideLayout" Target="../slideLayouts/slideLayout5.xml"/><Relationship Id="rId4" Type="http://schemas.openxmlformats.org/officeDocument/2006/relationships/image" Target="../media/image31.png"/></Relationships>
</file>

<file path=ppt/slides/_rels/slide2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7.xml"/><Relationship Id="rId1" Type="http://schemas.openxmlformats.org/officeDocument/2006/relationships/slideLayout" Target="../slideLayouts/slideLayout5.xml"/><Relationship Id="rId4" Type="http://schemas.openxmlformats.org/officeDocument/2006/relationships/image" Target="../media/image24.png"/></Relationships>
</file>

<file path=ppt/slides/_rels/slide2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8.xml"/><Relationship Id="rId1" Type="http://schemas.openxmlformats.org/officeDocument/2006/relationships/slideLayout" Target="../slideLayouts/slideLayout5.xml"/><Relationship Id="rId4" Type="http://schemas.openxmlformats.org/officeDocument/2006/relationships/image" Target="../media/image34.png"/></Relationships>
</file>

<file path=ppt/slides/_rels/slide2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9.xml"/><Relationship Id="rId1" Type="http://schemas.openxmlformats.org/officeDocument/2006/relationships/slideLayout" Target="../slideLayouts/slideLayout5.xml"/><Relationship Id="rId5" Type="http://schemas.openxmlformats.org/officeDocument/2006/relationships/image" Target="../media/image37.png"/><Relationship Id="rId4" Type="http://schemas.openxmlformats.org/officeDocument/2006/relationships/image" Target="../media/image36.png"/></Relationships>
</file>

<file path=ppt/slides/_rels/slide3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1.xml"/><Relationship Id="rId1" Type="http://schemas.openxmlformats.org/officeDocument/2006/relationships/slideLayout" Target="../slideLayouts/slideLayout5.xml"/><Relationship Id="rId5" Type="http://schemas.openxmlformats.org/officeDocument/2006/relationships/image" Target="../media/image41.png"/><Relationship Id="rId4" Type="http://schemas.openxmlformats.org/officeDocument/2006/relationships/image" Target="../media/image40.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35.xml"/><Relationship Id="rId1" Type="http://schemas.openxmlformats.org/officeDocument/2006/relationships/slideLayout" Target="../slideLayouts/slideLayout4.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3" cstate="print">
            <a:extLst>
              <a:ext uri="{BEBA8EAE-BF5A-486C-A8C5-ECC9F3942E4B}">
                <a14:imgProps xmlns:a14="http://schemas.microsoft.com/office/drawing/2010/main">
                  <a14:imgLayer r:embed="rId4">
                    <a14:imgEffect>
                      <a14:saturation sat="50000"/>
                    </a14:imgEffect>
                  </a14:imgLayer>
                </a14:imgProps>
              </a:ext>
              <a:ext uri="{28A0092B-C50C-407E-A947-70E740481C1C}">
                <a14:useLocalDpi xmlns:a14="http://schemas.microsoft.com/office/drawing/2010/main" val="0"/>
              </a:ext>
            </a:extLst>
          </a:blip>
          <a:stretch>
            <a:fillRect/>
          </a:stretch>
        </p:blipFill>
        <p:spPr>
          <a:xfrm>
            <a:off x="3298" y="1419621"/>
            <a:ext cx="4961097" cy="2520279"/>
          </a:xfrm>
          <a:prstGeom prst="rect">
            <a:avLst/>
          </a:prstGeom>
        </p:spPr>
      </p:pic>
      <p:sp>
        <p:nvSpPr>
          <p:cNvPr id="11" name="矩形 1">
            <a:extLst>
              <a:ext uri="{FF2B5EF4-FFF2-40B4-BE49-F238E27FC236}">
                <a16:creationId xmlns:a16="http://schemas.microsoft.com/office/drawing/2014/main" id="{D38ABDFD-A8C1-4C7C-9F9D-6CE212C606C7}"/>
              </a:ext>
            </a:extLst>
          </p:cNvPr>
          <p:cNvSpPr/>
          <p:nvPr/>
        </p:nvSpPr>
        <p:spPr>
          <a:xfrm rot="10800000">
            <a:off x="3770691" y="1419622"/>
            <a:ext cx="5364088" cy="2520278"/>
          </a:xfrm>
          <a:custGeom>
            <a:avLst/>
            <a:gdLst>
              <a:gd name="connsiteX0" fmla="*/ 0 w 4211960"/>
              <a:gd name="connsiteY0" fmla="*/ 0 h 2088232"/>
              <a:gd name="connsiteX1" fmla="*/ 4211960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101133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281963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319192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11960" h="2088232">
                <a:moveTo>
                  <a:pt x="0" y="0"/>
                </a:moveTo>
                <a:lnTo>
                  <a:pt x="3319192" y="0"/>
                </a:lnTo>
                <a:lnTo>
                  <a:pt x="4211960" y="2088232"/>
                </a:lnTo>
                <a:lnTo>
                  <a:pt x="0" y="2088232"/>
                </a:lnTo>
                <a:lnTo>
                  <a:pt x="0" y="0"/>
                </a:lnTo>
                <a:close/>
              </a:path>
            </a:pathLst>
          </a:custGeom>
          <a:solidFill>
            <a:srgbClr val="0163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4" name="直接连接符 3">
            <a:extLst>
              <a:ext uri="{FF2B5EF4-FFF2-40B4-BE49-F238E27FC236}">
                <a16:creationId xmlns:a16="http://schemas.microsoft.com/office/drawing/2014/main" id="{6AE0E458-EB69-45BE-8D89-FED4D6E1D95B}"/>
              </a:ext>
            </a:extLst>
          </p:cNvPr>
          <p:cNvCxnSpPr/>
          <p:nvPr/>
        </p:nvCxnSpPr>
        <p:spPr>
          <a:xfrm>
            <a:off x="2539312" y="0"/>
            <a:ext cx="1296144" cy="2376264"/>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1770DD94-34C7-4C2A-9018-799B9A1CE9E1}"/>
              </a:ext>
            </a:extLst>
          </p:cNvPr>
          <p:cNvCxnSpPr/>
          <p:nvPr/>
        </p:nvCxnSpPr>
        <p:spPr>
          <a:xfrm>
            <a:off x="3445269" y="2783609"/>
            <a:ext cx="1296144" cy="2376264"/>
          </a:xfrm>
          <a:prstGeom prst="line">
            <a:avLst/>
          </a:prstGeom>
          <a:ln w="19050">
            <a:solidFill>
              <a:srgbClr val="016371"/>
            </a:solidFill>
          </a:ln>
        </p:spPr>
        <p:style>
          <a:lnRef idx="1">
            <a:schemeClr val="accent1"/>
          </a:lnRef>
          <a:fillRef idx="0">
            <a:schemeClr val="accent1"/>
          </a:fillRef>
          <a:effectRef idx="0">
            <a:schemeClr val="accent1"/>
          </a:effectRef>
          <a:fontRef idx="minor">
            <a:schemeClr val="tx1"/>
          </a:fontRef>
        </p:style>
      </p:cxnSp>
      <p:sp>
        <p:nvSpPr>
          <p:cNvPr id="9" name="文本框 8">
            <a:extLst>
              <a:ext uri="{FF2B5EF4-FFF2-40B4-BE49-F238E27FC236}">
                <a16:creationId xmlns:a16="http://schemas.microsoft.com/office/drawing/2014/main" id="{D2DA9F77-1B86-4E21-A6D6-8D95309EC0DA}"/>
              </a:ext>
            </a:extLst>
          </p:cNvPr>
          <p:cNvSpPr txBox="1"/>
          <p:nvPr/>
        </p:nvSpPr>
        <p:spPr>
          <a:xfrm>
            <a:off x="257344" y="1891685"/>
            <a:ext cx="8784976" cy="1323439"/>
          </a:xfrm>
          <a:prstGeom prst="rect">
            <a:avLst/>
          </a:prstGeom>
          <a:solidFill>
            <a:srgbClr val="016371">
              <a:alpha val="50196"/>
            </a:srgbClr>
          </a:solidFill>
        </p:spPr>
        <p:txBody>
          <a:bodyPr wrap="square" rtlCol="0">
            <a:spAutoFit/>
          </a:bodyPr>
          <a:lstStyle>
            <a:defPPr>
              <a:defRPr lang="zh-CN"/>
            </a:defPPr>
            <a:lvl1pPr algn="ctr">
              <a:lnSpc>
                <a:spcPct val="120000"/>
              </a:lnSpc>
              <a:defRPr sz="4800" b="1">
                <a:solidFill>
                  <a:schemeClr val="bg1"/>
                </a:solidFill>
                <a:cs typeface="+mn-ea"/>
              </a:defRPr>
            </a:lvl1pPr>
          </a:lstStyle>
          <a:p>
            <a:pPr>
              <a:lnSpc>
                <a:spcPct val="100000"/>
              </a:lnSpc>
            </a:pPr>
            <a:r>
              <a:rPr lang="en-US" altLang="zh-CN" sz="4000" dirty="0">
                <a:latin typeface="黑体" panose="02010609060101010101" pitchFamily="49" charset="-122"/>
                <a:ea typeface="黑体" panose="02010609060101010101" pitchFamily="49" charset="-122"/>
              </a:rPr>
              <a:t>LLM-KG-Carto:</a:t>
            </a:r>
            <a:r>
              <a:rPr lang="zh-CN" altLang="en-US" sz="4000" dirty="0">
                <a:latin typeface="黑体" panose="02010609060101010101" pitchFamily="49" charset="-122"/>
                <a:ea typeface="黑体" panose="02010609060101010101" pitchFamily="49" charset="-122"/>
              </a:rPr>
              <a:t>一种基于大语言模型和知识图谱的自动制图框架</a:t>
            </a:r>
          </a:p>
        </p:txBody>
      </p:sp>
      <p:pic>
        <p:nvPicPr>
          <p:cNvPr id="6" name="图片 5"/>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095872" y="152094"/>
            <a:ext cx="795043" cy="795043"/>
          </a:xfrm>
          <a:prstGeom prst="rect">
            <a:avLst/>
          </a:prstGeom>
        </p:spPr>
      </p:pic>
      <p:sp>
        <p:nvSpPr>
          <p:cNvPr id="13" name="文本框 12">
            <a:extLst>
              <a:ext uri="{FF2B5EF4-FFF2-40B4-BE49-F238E27FC236}">
                <a16:creationId xmlns:a16="http://schemas.microsoft.com/office/drawing/2014/main" id="{ABFCA41A-8A49-49FD-981B-2A02C7CEBBA8}"/>
              </a:ext>
            </a:extLst>
          </p:cNvPr>
          <p:cNvSpPr txBox="1"/>
          <p:nvPr/>
        </p:nvSpPr>
        <p:spPr>
          <a:xfrm>
            <a:off x="6300192" y="3933756"/>
            <a:ext cx="2736304" cy="1137556"/>
          </a:xfrm>
          <a:prstGeom prst="rect">
            <a:avLst/>
          </a:prstGeom>
          <a:noFill/>
        </p:spPr>
        <p:txBody>
          <a:bodyPr wrap="square" rtlCol="0">
            <a:spAutoFit/>
          </a:bodyPr>
          <a:lstStyle/>
          <a:p>
            <a:pPr algn="just" defTabSz="1219170">
              <a:lnSpc>
                <a:spcPct val="130000"/>
              </a:lnSpc>
            </a:pPr>
            <a:r>
              <a:rPr lang="zh-CN" altLang="en-US" spc="600" dirty="0">
                <a:latin typeface="微软雅黑" panose="020B0503020204020204" pitchFamily="34" charset="-122"/>
                <a:ea typeface="微软雅黑" panose="020B0503020204020204" pitchFamily="34" charset="-122"/>
                <a:cs typeface="+mn-ea"/>
                <a:sym typeface="+mn-lt"/>
              </a:rPr>
              <a:t>答辩人</a:t>
            </a:r>
            <a:r>
              <a:rPr lang="zh-CN" altLang="en-US" dirty="0">
                <a:latin typeface="微软雅黑"/>
                <a:ea typeface="微软雅黑"/>
                <a:cs typeface="+mn-ea"/>
                <a:sym typeface="+mn-lt"/>
              </a:rPr>
              <a:t>：廖    成</a:t>
            </a:r>
            <a:endParaRPr lang="en-US" altLang="zh-CN" dirty="0">
              <a:latin typeface="微软雅黑"/>
              <a:ea typeface="微软雅黑"/>
              <a:cs typeface="+mn-ea"/>
              <a:sym typeface="+mn-lt"/>
            </a:endParaRPr>
          </a:p>
          <a:p>
            <a:pPr defTabSz="1219170">
              <a:lnSpc>
                <a:spcPct val="130000"/>
              </a:lnSpc>
            </a:pPr>
            <a:r>
              <a:rPr lang="zh-CN" altLang="en-US" dirty="0">
                <a:latin typeface="微软雅黑"/>
                <a:ea typeface="微软雅黑"/>
                <a:cs typeface="+mn-ea"/>
                <a:sym typeface="+mn-lt"/>
              </a:rPr>
              <a:t>指导老师：蔡忠亮 教授</a:t>
            </a:r>
            <a:endParaRPr lang="en-US" altLang="zh-CN" dirty="0">
              <a:latin typeface="微软雅黑"/>
              <a:ea typeface="微软雅黑"/>
              <a:cs typeface="+mn-ea"/>
              <a:sym typeface="+mn-lt"/>
            </a:endParaRPr>
          </a:p>
          <a:p>
            <a:pPr defTabSz="1219170">
              <a:lnSpc>
                <a:spcPct val="130000"/>
              </a:lnSpc>
            </a:pPr>
            <a:r>
              <a:rPr lang="zh-CN" altLang="en-US" dirty="0">
                <a:latin typeface="微软雅黑"/>
                <a:ea typeface="微软雅黑"/>
                <a:cs typeface="+mn-ea"/>
                <a:sym typeface="+mn-lt"/>
              </a:rPr>
              <a:t>答辩时间：</a:t>
            </a:r>
            <a:r>
              <a:rPr lang="en-US" altLang="zh-CN" dirty="0">
                <a:latin typeface="微软雅黑"/>
                <a:ea typeface="微软雅黑"/>
                <a:cs typeface="+mn-ea"/>
                <a:sym typeface="+mn-lt"/>
              </a:rPr>
              <a:t>2024.05.29</a:t>
            </a:r>
            <a:endParaRPr lang="zh-CN" altLang="en-US" dirty="0">
              <a:latin typeface="微软雅黑"/>
              <a:ea typeface="微软雅黑"/>
              <a:cs typeface="+mn-ea"/>
              <a:sym typeface="+mn-lt"/>
            </a:endParaRPr>
          </a:p>
        </p:txBody>
      </p:sp>
    </p:spTree>
    <p:extLst>
      <p:ext uri="{BB962C8B-B14F-4D97-AF65-F5344CB8AC3E}">
        <p14:creationId xmlns:p14="http://schemas.microsoft.com/office/powerpoint/2010/main" val="167664789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矩形 1">
            <a:extLst>
              <a:ext uri="{FF2B5EF4-FFF2-40B4-BE49-F238E27FC236}">
                <a16:creationId xmlns:a16="http://schemas.microsoft.com/office/drawing/2014/main" id="{FFD53CAC-AA96-40C1-8B70-19734BFBC180}"/>
              </a:ext>
            </a:extLst>
          </p:cNvPr>
          <p:cNvSpPr/>
          <p:nvPr/>
        </p:nvSpPr>
        <p:spPr>
          <a:xfrm>
            <a:off x="0" y="1851670"/>
            <a:ext cx="5083399" cy="2520279"/>
          </a:xfrm>
          <a:custGeom>
            <a:avLst/>
            <a:gdLst>
              <a:gd name="connsiteX0" fmla="*/ 0 w 4211960"/>
              <a:gd name="connsiteY0" fmla="*/ 0 h 2088232"/>
              <a:gd name="connsiteX1" fmla="*/ 4211960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101133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11960" h="2088232">
                <a:moveTo>
                  <a:pt x="0" y="0"/>
                </a:moveTo>
                <a:lnTo>
                  <a:pt x="3101133" y="0"/>
                </a:lnTo>
                <a:lnTo>
                  <a:pt x="4211960" y="2088232"/>
                </a:lnTo>
                <a:lnTo>
                  <a:pt x="0" y="2088232"/>
                </a:lnTo>
                <a:lnTo>
                  <a:pt x="0" y="0"/>
                </a:lnTo>
                <a:close/>
              </a:path>
            </a:pathLst>
          </a:custGeom>
          <a:solidFill>
            <a:srgbClr val="0163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Group 32" hidden="1"/>
          <p:cNvGrpSpPr/>
          <p:nvPr/>
        </p:nvGrpSpPr>
        <p:grpSpPr>
          <a:xfrm>
            <a:off x="0" y="1457982"/>
            <a:ext cx="7930278" cy="1253120"/>
            <a:chOff x="-41328" y="1943975"/>
            <a:chExt cx="11361717" cy="1670826"/>
          </a:xfrm>
        </p:grpSpPr>
        <p:cxnSp>
          <p:nvCxnSpPr>
            <p:cNvPr id="46" name="Straight Connector 10"/>
            <p:cNvCxnSpPr>
              <a:cxnSpLocks/>
              <a:stCxn id="42" idx="0"/>
            </p:cNvCxnSpPr>
            <p:nvPr/>
          </p:nvCxnSpPr>
          <p:spPr>
            <a:xfrm>
              <a:off x="-41328" y="2468892"/>
              <a:ext cx="2007072" cy="1145909"/>
            </a:xfrm>
            <a:prstGeom prst="line">
              <a:avLst/>
            </a:prstGeom>
            <a:ln w="12700" cap="flat" cmpd="sng" algn="ctr">
              <a:solidFill>
                <a:schemeClr val="accent1">
                  <a:lumMod val="100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7" name="Straight Connector 13"/>
            <p:cNvCxnSpPr/>
            <p:nvPr/>
          </p:nvCxnSpPr>
          <p:spPr>
            <a:xfrm>
              <a:off x="1897934" y="1943975"/>
              <a:ext cx="1044715" cy="1051258"/>
            </a:xfrm>
            <a:prstGeom prst="line">
              <a:avLst/>
            </a:prstGeom>
            <a:ln w="12700" cap="flat" cmpd="sng" algn="ctr">
              <a:solidFill>
                <a:schemeClr val="accent1">
                  <a:lumMod val="100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8" name="Straight Connector 18"/>
            <p:cNvCxnSpPr/>
            <p:nvPr/>
          </p:nvCxnSpPr>
          <p:spPr>
            <a:xfrm flipH="1">
              <a:off x="2940929" y="1943975"/>
              <a:ext cx="1046634" cy="1052977"/>
            </a:xfrm>
            <a:prstGeom prst="line">
              <a:avLst/>
            </a:prstGeom>
            <a:ln w="12700" cap="flat" cmpd="sng" algn="ctr">
              <a:solidFill>
                <a:schemeClr val="accent2">
                  <a:lumMod val="100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9" name="Straight Connector 23"/>
            <p:cNvCxnSpPr/>
            <p:nvPr/>
          </p:nvCxnSpPr>
          <p:spPr>
            <a:xfrm>
              <a:off x="3992369" y="1943975"/>
              <a:ext cx="1044715" cy="1051258"/>
            </a:xfrm>
            <a:prstGeom prst="line">
              <a:avLst/>
            </a:prstGeom>
            <a:ln w="12700" cap="flat" cmpd="sng" algn="ctr">
              <a:solidFill>
                <a:schemeClr val="accent2">
                  <a:lumMod val="100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0" name="Straight Connector 24"/>
            <p:cNvCxnSpPr/>
            <p:nvPr/>
          </p:nvCxnSpPr>
          <p:spPr>
            <a:xfrm flipH="1">
              <a:off x="5035364" y="1943975"/>
              <a:ext cx="1046634" cy="1052977"/>
            </a:xfrm>
            <a:prstGeom prst="line">
              <a:avLst/>
            </a:prstGeom>
            <a:ln w="12700" cap="flat" cmpd="sng" algn="ctr">
              <a:solidFill>
                <a:schemeClr val="accent3">
                  <a:lumMod val="100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1" name="Straight Connector 25"/>
            <p:cNvCxnSpPr/>
            <p:nvPr/>
          </p:nvCxnSpPr>
          <p:spPr>
            <a:xfrm>
              <a:off x="6086804" y="1943975"/>
              <a:ext cx="1044715" cy="1051258"/>
            </a:xfrm>
            <a:prstGeom prst="line">
              <a:avLst/>
            </a:prstGeom>
            <a:ln w="12700" cap="flat" cmpd="sng" algn="ctr">
              <a:solidFill>
                <a:schemeClr val="accent3">
                  <a:lumMod val="100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2" name="Straight Connector 26"/>
            <p:cNvCxnSpPr/>
            <p:nvPr/>
          </p:nvCxnSpPr>
          <p:spPr>
            <a:xfrm flipH="1">
              <a:off x="7129799" y="1943975"/>
              <a:ext cx="1046634" cy="1052977"/>
            </a:xfrm>
            <a:prstGeom prst="line">
              <a:avLst/>
            </a:prstGeom>
            <a:ln w="12700" cap="flat" cmpd="sng" algn="ctr">
              <a:solidFill>
                <a:schemeClr val="accent4">
                  <a:lumMod val="100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3" name="Straight Connector 27"/>
            <p:cNvCxnSpPr/>
            <p:nvPr/>
          </p:nvCxnSpPr>
          <p:spPr>
            <a:xfrm>
              <a:off x="8181239" y="1943975"/>
              <a:ext cx="1044715" cy="1051258"/>
            </a:xfrm>
            <a:prstGeom prst="line">
              <a:avLst/>
            </a:prstGeom>
            <a:ln w="12700" cap="flat" cmpd="sng" algn="ctr">
              <a:solidFill>
                <a:schemeClr val="accent4">
                  <a:lumMod val="100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4" name="Straight Connector 28"/>
            <p:cNvCxnSpPr/>
            <p:nvPr/>
          </p:nvCxnSpPr>
          <p:spPr>
            <a:xfrm flipH="1">
              <a:off x="9224234" y="1943975"/>
              <a:ext cx="1046634" cy="1052977"/>
            </a:xfrm>
            <a:prstGeom prst="line">
              <a:avLst/>
            </a:prstGeom>
            <a:ln w="12700" cap="flat" cmpd="sng" algn="ctr">
              <a:solidFill>
                <a:schemeClr val="accent5">
                  <a:lumMod val="100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5" name="Straight Connector 29"/>
            <p:cNvCxnSpPr/>
            <p:nvPr/>
          </p:nvCxnSpPr>
          <p:spPr>
            <a:xfrm>
              <a:off x="10275674" y="1943975"/>
              <a:ext cx="1044715" cy="1051258"/>
            </a:xfrm>
            <a:prstGeom prst="line">
              <a:avLst/>
            </a:prstGeom>
            <a:ln w="12700" cap="flat" cmpd="sng" algn="ctr">
              <a:solidFill>
                <a:schemeClr val="accent5">
                  <a:lumMod val="100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 name="组合 1">
            <a:extLst>
              <a:ext uri="{FF2B5EF4-FFF2-40B4-BE49-F238E27FC236}">
                <a16:creationId xmlns:a16="http://schemas.microsoft.com/office/drawing/2014/main" id="{D0EEA475-A9B8-461C-876F-755329741687}"/>
              </a:ext>
            </a:extLst>
          </p:cNvPr>
          <p:cNvGrpSpPr/>
          <p:nvPr/>
        </p:nvGrpSpPr>
        <p:grpSpPr>
          <a:xfrm>
            <a:off x="5125421" y="1207827"/>
            <a:ext cx="3355220" cy="560878"/>
            <a:chOff x="5501015" y="803832"/>
            <a:chExt cx="3355220" cy="560878"/>
          </a:xfrm>
        </p:grpSpPr>
        <p:sp>
          <p:nvSpPr>
            <p:cNvPr id="58" name="TextBox 6">
              <a:extLst>
                <a:ext uri="{FF2B5EF4-FFF2-40B4-BE49-F238E27FC236}">
                  <a16:creationId xmlns:a16="http://schemas.microsoft.com/office/drawing/2014/main" id="{D891C1BE-9EED-49D3-8D2E-779C2C296CD6}"/>
                </a:ext>
              </a:extLst>
            </p:cNvPr>
            <p:cNvSpPr txBox="1"/>
            <p:nvPr/>
          </p:nvSpPr>
          <p:spPr>
            <a:xfrm>
              <a:off x="5501015" y="833795"/>
              <a:ext cx="491962" cy="530915"/>
            </a:xfrm>
            <a:prstGeom prst="rect">
              <a:avLst/>
            </a:prstGeom>
            <a:noFill/>
          </p:spPr>
          <p:txBody>
            <a:bodyPr wrap="none" anchor="ctr">
              <a:normAutofit fontScale="85000" lnSpcReduction="20000"/>
            </a:bodyPr>
            <a:lstStyle/>
            <a:p>
              <a:r>
                <a:rPr lang="en-US" altLang="zh-CN" sz="4000" dirty="0">
                  <a:solidFill>
                    <a:srgbClr val="016371"/>
                  </a:solidFill>
                  <a:latin typeface="微软雅黑" panose="020B0503020204020204" pitchFamily="34" charset="-122"/>
                  <a:ea typeface="微软雅黑" panose="020B0503020204020204" pitchFamily="34" charset="-122"/>
                </a:rPr>
                <a:t>01</a:t>
              </a:r>
            </a:p>
          </p:txBody>
        </p:sp>
        <p:sp>
          <p:nvSpPr>
            <p:cNvPr id="60" name="TextBox 8">
              <a:extLst>
                <a:ext uri="{FF2B5EF4-FFF2-40B4-BE49-F238E27FC236}">
                  <a16:creationId xmlns:a16="http://schemas.microsoft.com/office/drawing/2014/main" id="{99C8EA55-E780-4FBF-9DAD-BBBE98EE04CD}"/>
                </a:ext>
              </a:extLst>
            </p:cNvPr>
            <p:cNvSpPr txBox="1"/>
            <p:nvPr/>
          </p:nvSpPr>
          <p:spPr>
            <a:xfrm>
              <a:off x="5884304" y="803832"/>
              <a:ext cx="2971931" cy="393921"/>
            </a:xfrm>
            <a:prstGeom prst="rect">
              <a:avLst/>
            </a:prstGeom>
            <a:noFill/>
          </p:spPr>
          <p:txBody>
            <a:bodyPr wrap="none" lIns="360000" tIns="0" rIns="0" bIns="0" anchor="b" anchorCtr="0">
              <a:noAutofit/>
            </a:bodyPr>
            <a:lstStyle/>
            <a:p>
              <a:r>
                <a:rPr lang="zh-CN" altLang="en-US" sz="2000" dirty="0">
                  <a:solidFill>
                    <a:srgbClr val="016371"/>
                  </a:solidFill>
                  <a:latin typeface="方正黑体简体" panose="02010601030101010101" pitchFamily="2" charset="-122"/>
                  <a:ea typeface="方正黑体简体" panose="02010601030101010101" pitchFamily="2" charset="-122"/>
                </a:rPr>
                <a:t>绪论</a:t>
              </a:r>
            </a:p>
          </p:txBody>
        </p:sp>
      </p:grpSp>
      <p:grpSp>
        <p:nvGrpSpPr>
          <p:cNvPr id="3" name="组合 2">
            <a:extLst>
              <a:ext uri="{FF2B5EF4-FFF2-40B4-BE49-F238E27FC236}">
                <a16:creationId xmlns:a16="http://schemas.microsoft.com/office/drawing/2014/main" id="{B90BAD0A-9321-491E-A8CB-6640342EE4A8}"/>
              </a:ext>
            </a:extLst>
          </p:cNvPr>
          <p:cNvGrpSpPr/>
          <p:nvPr/>
        </p:nvGrpSpPr>
        <p:grpSpPr>
          <a:xfrm>
            <a:off x="5125421" y="2081417"/>
            <a:ext cx="2816370" cy="589346"/>
            <a:chOff x="5501015" y="1723209"/>
            <a:chExt cx="2816370" cy="589346"/>
          </a:xfrm>
        </p:grpSpPr>
        <p:sp>
          <p:nvSpPr>
            <p:cNvPr id="65" name="TextBox 11">
              <a:extLst>
                <a:ext uri="{FF2B5EF4-FFF2-40B4-BE49-F238E27FC236}">
                  <a16:creationId xmlns:a16="http://schemas.microsoft.com/office/drawing/2014/main" id="{4B53BC57-1304-4F4A-801A-7F551EC890DB}"/>
                </a:ext>
              </a:extLst>
            </p:cNvPr>
            <p:cNvSpPr txBox="1"/>
            <p:nvPr/>
          </p:nvSpPr>
          <p:spPr>
            <a:xfrm>
              <a:off x="5501015" y="1781638"/>
              <a:ext cx="538849" cy="530917"/>
            </a:xfrm>
            <a:prstGeom prst="rect">
              <a:avLst/>
            </a:prstGeom>
            <a:noFill/>
          </p:spPr>
          <p:txBody>
            <a:bodyPr wrap="none" anchor="ctr">
              <a:noAutofit/>
            </a:bodyPr>
            <a:lstStyle/>
            <a:p>
              <a:pPr>
                <a:lnSpc>
                  <a:spcPct val="80000"/>
                </a:lnSpc>
              </a:pPr>
              <a:r>
                <a:rPr lang="en-US" altLang="zh-CN" sz="3400" dirty="0">
                  <a:solidFill>
                    <a:schemeClr val="tx1">
                      <a:lumMod val="75000"/>
                      <a:lumOff val="25000"/>
                    </a:schemeClr>
                  </a:solidFill>
                  <a:latin typeface="微软雅黑" panose="020B0503020204020204" pitchFamily="34" charset="-122"/>
                  <a:ea typeface="微软雅黑" panose="020B0503020204020204" pitchFamily="34" charset="-122"/>
                </a:rPr>
                <a:t>02</a:t>
              </a:r>
            </a:p>
          </p:txBody>
        </p:sp>
        <p:sp>
          <p:nvSpPr>
            <p:cNvPr id="89" name="TextBox 13">
              <a:extLst>
                <a:ext uri="{FF2B5EF4-FFF2-40B4-BE49-F238E27FC236}">
                  <a16:creationId xmlns:a16="http://schemas.microsoft.com/office/drawing/2014/main" id="{C4FC6172-02BD-4785-AC8D-C643C8449156}"/>
                </a:ext>
              </a:extLst>
            </p:cNvPr>
            <p:cNvSpPr txBox="1"/>
            <p:nvPr/>
          </p:nvSpPr>
          <p:spPr>
            <a:xfrm>
              <a:off x="5884304" y="1723209"/>
              <a:ext cx="2433081" cy="422425"/>
            </a:xfrm>
            <a:prstGeom prst="rect">
              <a:avLst/>
            </a:prstGeom>
            <a:noFill/>
          </p:spPr>
          <p:txBody>
            <a:bodyPr wrap="none" lIns="360000" tIns="0" rIns="0" bIns="0" anchor="b" anchorCtr="0">
              <a:normAutofit/>
            </a:bodyPr>
            <a:lstStyle/>
            <a:p>
              <a:r>
                <a:rPr lang="zh-CN" altLang="en-US" sz="2000" dirty="0">
                  <a:solidFill>
                    <a:schemeClr val="tx1">
                      <a:lumMod val="75000"/>
                      <a:lumOff val="25000"/>
                    </a:schemeClr>
                  </a:solidFill>
                  <a:latin typeface="方正黑体简体" panose="02010601030101010101" pitchFamily="2" charset="-122"/>
                  <a:ea typeface="方正黑体简体" panose="02010601030101010101" pitchFamily="2" charset="-122"/>
                </a:rPr>
                <a:t>研究方法</a:t>
              </a:r>
            </a:p>
          </p:txBody>
        </p:sp>
      </p:grpSp>
      <p:grpSp>
        <p:nvGrpSpPr>
          <p:cNvPr id="6" name="组合 5">
            <a:extLst>
              <a:ext uri="{FF2B5EF4-FFF2-40B4-BE49-F238E27FC236}">
                <a16:creationId xmlns:a16="http://schemas.microsoft.com/office/drawing/2014/main" id="{878859FF-0945-4F08-8A51-471667EAACA1}"/>
              </a:ext>
            </a:extLst>
          </p:cNvPr>
          <p:cNvGrpSpPr/>
          <p:nvPr/>
        </p:nvGrpSpPr>
        <p:grpSpPr>
          <a:xfrm>
            <a:off x="5125421" y="2983475"/>
            <a:ext cx="3355219" cy="530915"/>
            <a:chOff x="5501015" y="3556803"/>
            <a:chExt cx="3355219" cy="530915"/>
          </a:xfrm>
        </p:grpSpPr>
        <p:sp>
          <p:nvSpPr>
            <p:cNvPr id="97" name="TextBox 21">
              <a:extLst>
                <a:ext uri="{FF2B5EF4-FFF2-40B4-BE49-F238E27FC236}">
                  <a16:creationId xmlns:a16="http://schemas.microsoft.com/office/drawing/2014/main" id="{98C167AE-7C93-4302-A01E-71934682E645}"/>
                </a:ext>
              </a:extLst>
            </p:cNvPr>
            <p:cNvSpPr txBox="1"/>
            <p:nvPr/>
          </p:nvSpPr>
          <p:spPr>
            <a:xfrm>
              <a:off x="5501015" y="3556803"/>
              <a:ext cx="537647" cy="530915"/>
            </a:xfrm>
            <a:prstGeom prst="rect">
              <a:avLst/>
            </a:prstGeom>
            <a:noFill/>
          </p:spPr>
          <p:txBody>
            <a:bodyPr wrap="none" anchor="ctr">
              <a:noAutofit/>
            </a:bodyPr>
            <a:lstStyle/>
            <a:p>
              <a:pPr>
                <a:lnSpc>
                  <a:spcPct val="80000"/>
                </a:lnSpc>
              </a:pPr>
              <a:r>
                <a:rPr lang="en-US" altLang="zh-CN" sz="3400" dirty="0">
                  <a:solidFill>
                    <a:schemeClr val="tx1">
                      <a:lumMod val="75000"/>
                      <a:lumOff val="25000"/>
                    </a:schemeClr>
                  </a:solidFill>
                  <a:latin typeface="微软雅黑" panose="020B0503020204020204" pitchFamily="34" charset="-122"/>
                  <a:ea typeface="微软雅黑" panose="020B0503020204020204" pitchFamily="34" charset="-122"/>
                </a:rPr>
                <a:t>03</a:t>
              </a:r>
            </a:p>
          </p:txBody>
        </p:sp>
        <p:sp>
          <p:nvSpPr>
            <p:cNvPr id="99" name="TextBox 23">
              <a:extLst>
                <a:ext uri="{FF2B5EF4-FFF2-40B4-BE49-F238E27FC236}">
                  <a16:creationId xmlns:a16="http://schemas.microsoft.com/office/drawing/2014/main" id="{22134F3E-D3FB-4C14-AB5B-22D84E553CA6}"/>
                </a:ext>
              </a:extLst>
            </p:cNvPr>
            <p:cNvSpPr txBox="1"/>
            <p:nvPr/>
          </p:nvSpPr>
          <p:spPr>
            <a:xfrm>
              <a:off x="5884304" y="3591837"/>
              <a:ext cx="2971930" cy="332143"/>
            </a:xfrm>
            <a:prstGeom prst="rect">
              <a:avLst/>
            </a:prstGeom>
            <a:noFill/>
          </p:spPr>
          <p:txBody>
            <a:bodyPr wrap="none" lIns="360000" tIns="0" rIns="0" bIns="0" anchor="b" anchorCtr="0">
              <a:normAutofit/>
            </a:bodyPr>
            <a:lstStyle/>
            <a:p>
              <a:r>
                <a:rPr lang="zh-CN" altLang="en-US" sz="2000" dirty="0">
                  <a:solidFill>
                    <a:schemeClr val="tx1">
                      <a:lumMod val="75000"/>
                      <a:lumOff val="25000"/>
                    </a:schemeClr>
                  </a:solidFill>
                  <a:latin typeface="方正黑体简体" panose="02010601030101010101" pitchFamily="2" charset="-122"/>
                  <a:ea typeface="方正黑体简体" panose="02010601030101010101" pitchFamily="2" charset="-122"/>
                </a:rPr>
                <a:t>实验与分析</a:t>
              </a:r>
            </a:p>
          </p:txBody>
        </p:sp>
      </p:grpSp>
      <p:grpSp>
        <p:nvGrpSpPr>
          <p:cNvPr id="101" name="Group 9">
            <a:extLst>
              <a:ext uri="{FF2B5EF4-FFF2-40B4-BE49-F238E27FC236}">
                <a16:creationId xmlns:a16="http://schemas.microsoft.com/office/drawing/2014/main" id="{524D81BE-D6FE-4B7F-B56D-B4268FF86AE2}"/>
              </a:ext>
            </a:extLst>
          </p:cNvPr>
          <p:cNvGrpSpPr/>
          <p:nvPr/>
        </p:nvGrpSpPr>
        <p:grpSpPr>
          <a:xfrm>
            <a:off x="2492329" y="3588763"/>
            <a:ext cx="1693940" cy="1444208"/>
            <a:chOff x="1943568" y="2498602"/>
            <a:chExt cx="2636575" cy="2247874"/>
          </a:xfrm>
        </p:grpSpPr>
        <p:sp>
          <p:nvSpPr>
            <p:cNvPr id="102" name="TextBox 7">
              <a:extLst>
                <a:ext uri="{FF2B5EF4-FFF2-40B4-BE49-F238E27FC236}">
                  <a16:creationId xmlns:a16="http://schemas.microsoft.com/office/drawing/2014/main" id="{36694C25-705D-4E09-8619-6B4C2365C8B9}"/>
                </a:ext>
              </a:extLst>
            </p:cNvPr>
            <p:cNvSpPr txBox="1"/>
            <p:nvPr/>
          </p:nvSpPr>
          <p:spPr>
            <a:xfrm>
              <a:off x="1943568" y="2498602"/>
              <a:ext cx="2636575" cy="2247874"/>
            </a:xfrm>
            <a:prstGeom prst="rect">
              <a:avLst/>
            </a:prstGeom>
            <a:noFill/>
          </p:spPr>
          <p:txBody>
            <a:bodyPr wrap="square" lIns="0" tIns="0" rIns="0" bIns="0">
              <a:noAutofit/>
            </a:bodyPr>
            <a:lstStyle/>
            <a:p>
              <a:pPr algn="ctr"/>
              <a:r>
                <a:rPr lang="zh-CN" altLang="en-US" sz="3200" b="1" dirty="0">
                  <a:solidFill>
                    <a:schemeClr val="bg1"/>
                  </a:solidFill>
                  <a:latin typeface="方正黑体简体" panose="02010601030101010101" pitchFamily="2" charset="-122"/>
                  <a:ea typeface="方正黑体简体" panose="02010601030101010101" pitchFamily="2" charset="-122"/>
                </a:rPr>
                <a:t>  目   录</a:t>
              </a:r>
            </a:p>
          </p:txBody>
        </p:sp>
        <p:sp>
          <p:nvSpPr>
            <p:cNvPr id="103" name="TextBox 8">
              <a:extLst>
                <a:ext uri="{FF2B5EF4-FFF2-40B4-BE49-F238E27FC236}">
                  <a16:creationId xmlns:a16="http://schemas.microsoft.com/office/drawing/2014/main" id="{AA8DD680-6286-4542-97CA-125914E5735F}"/>
                </a:ext>
              </a:extLst>
            </p:cNvPr>
            <p:cNvSpPr txBox="1"/>
            <p:nvPr/>
          </p:nvSpPr>
          <p:spPr>
            <a:xfrm>
              <a:off x="2323835" y="3310771"/>
              <a:ext cx="2217541" cy="568773"/>
            </a:xfrm>
            <a:prstGeom prst="rect">
              <a:avLst/>
            </a:prstGeom>
            <a:noFill/>
          </p:spPr>
          <p:txBody>
            <a:bodyPr wrap="square" lIns="0" tIns="0" rIns="0" bIns="0">
              <a:noAutofit/>
            </a:bodyPr>
            <a:lstStyle/>
            <a:p>
              <a:pPr algn="ctr"/>
              <a:r>
                <a:rPr lang="en-US" altLang="zh-CN" sz="1600" dirty="0">
                  <a:solidFill>
                    <a:schemeClr val="bg1"/>
                  </a:solidFill>
                  <a:latin typeface="方正黑体简体" panose="02010601030101010101" pitchFamily="2" charset="-122"/>
                  <a:ea typeface="方正黑体简体" panose="02010601030101010101" pitchFamily="2" charset="-122"/>
                </a:rPr>
                <a:t>CONTENTS</a:t>
              </a:r>
            </a:p>
          </p:txBody>
        </p:sp>
      </p:grpSp>
      <p:cxnSp>
        <p:nvCxnSpPr>
          <p:cNvPr id="104" name="直接连接符 103">
            <a:extLst>
              <a:ext uri="{FF2B5EF4-FFF2-40B4-BE49-F238E27FC236}">
                <a16:creationId xmlns:a16="http://schemas.microsoft.com/office/drawing/2014/main" id="{32504C22-1E7A-4883-BFAE-255A3DB5CEBA}"/>
              </a:ext>
            </a:extLst>
          </p:cNvPr>
          <p:cNvCxnSpPr/>
          <p:nvPr/>
        </p:nvCxnSpPr>
        <p:spPr>
          <a:xfrm>
            <a:off x="3999608" y="2767236"/>
            <a:ext cx="1296144" cy="2376264"/>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05" name="直接连接符 104">
            <a:extLst>
              <a:ext uri="{FF2B5EF4-FFF2-40B4-BE49-F238E27FC236}">
                <a16:creationId xmlns:a16="http://schemas.microsoft.com/office/drawing/2014/main" id="{2640B9E4-B44C-41E5-A430-07210483E405}"/>
              </a:ext>
            </a:extLst>
          </p:cNvPr>
          <p:cNvCxnSpPr/>
          <p:nvPr/>
        </p:nvCxnSpPr>
        <p:spPr>
          <a:xfrm>
            <a:off x="2043155" y="0"/>
            <a:ext cx="1296144" cy="2376264"/>
          </a:xfrm>
          <a:prstGeom prst="line">
            <a:avLst/>
          </a:prstGeom>
          <a:ln w="19050">
            <a:solidFill>
              <a:srgbClr val="016371"/>
            </a:solidFill>
          </a:ln>
        </p:spPr>
        <p:style>
          <a:lnRef idx="1">
            <a:schemeClr val="accent1"/>
          </a:lnRef>
          <a:fillRef idx="0">
            <a:schemeClr val="accent1"/>
          </a:fillRef>
          <a:effectRef idx="0">
            <a:schemeClr val="accent1"/>
          </a:effectRef>
          <a:fontRef idx="minor">
            <a:schemeClr val="tx1"/>
          </a:fontRef>
        </p:style>
      </p:cxnSp>
      <p:sp>
        <p:nvSpPr>
          <p:cNvPr id="40" name="矩形 1">
            <a:extLst>
              <a:ext uri="{FF2B5EF4-FFF2-40B4-BE49-F238E27FC236}">
                <a16:creationId xmlns:a16="http://schemas.microsoft.com/office/drawing/2014/main" id="{0071BB3E-7275-485B-B26E-44791114FD84}"/>
              </a:ext>
            </a:extLst>
          </p:cNvPr>
          <p:cNvSpPr/>
          <p:nvPr/>
        </p:nvSpPr>
        <p:spPr>
          <a:xfrm>
            <a:off x="19523" y="1190648"/>
            <a:ext cx="4105612" cy="2035506"/>
          </a:xfrm>
          <a:custGeom>
            <a:avLst/>
            <a:gdLst>
              <a:gd name="connsiteX0" fmla="*/ 0 w 4211960"/>
              <a:gd name="connsiteY0" fmla="*/ 0 h 2088232"/>
              <a:gd name="connsiteX1" fmla="*/ 4211960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101133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11960" h="2088232">
                <a:moveTo>
                  <a:pt x="0" y="0"/>
                </a:moveTo>
                <a:lnTo>
                  <a:pt x="3101133" y="0"/>
                </a:lnTo>
                <a:lnTo>
                  <a:pt x="4211960" y="2088232"/>
                </a:lnTo>
                <a:lnTo>
                  <a:pt x="0" y="2088232"/>
                </a:lnTo>
                <a:lnTo>
                  <a:pt x="0" y="0"/>
                </a:lnTo>
                <a:close/>
              </a:path>
            </a:pathLst>
          </a:custGeom>
          <a:blipFill dpi="0" rotWithShape="1">
            <a:blip r:embed="rId3" cstate="print">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3200">
              <a:cs typeface="+mn-ea"/>
              <a:sym typeface="+mn-lt"/>
            </a:endParaRPr>
          </a:p>
        </p:txBody>
      </p:sp>
      <p:grpSp>
        <p:nvGrpSpPr>
          <p:cNvPr id="45" name="组合 44">
            <a:extLst>
              <a:ext uri="{FF2B5EF4-FFF2-40B4-BE49-F238E27FC236}">
                <a16:creationId xmlns:a16="http://schemas.microsoft.com/office/drawing/2014/main" id="{CED5A614-287A-43FB-A102-8BA2D1A01A11}"/>
              </a:ext>
            </a:extLst>
          </p:cNvPr>
          <p:cNvGrpSpPr/>
          <p:nvPr/>
        </p:nvGrpSpPr>
        <p:grpSpPr>
          <a:xfrm>
            <a:off x="5125421" y="3827101"/>
            <a:ext cx="3285544" cy="544849"/>
            <a:chOff x="5501015" y="2596311"/>
            <a:chExt cx="3285544" cy="544849"/>
          </a:xfrm>
        </p:grpSpPr>
        <p:sp>
          <p:nvSpPr>
            <p:cNvPr id="56" name="TextBox 16">
              <a:extLst>
                <a:ext uri="{FF2B5EF4-FFF2-40B4-BE49-F238E27FC236}">
                  <a16:creationId xmlns:a16="http://schemas.microsoft.com/office/drawing/2014/main" id="{538DDC84-D764-4963-9826-F59E87D25348}"/>
                </a:ext>
              </a:extLst>
            </p:cNvPr>
            <p:cNvSpPr txBox="1"/>
            <p:nvPr/>
          </p:nvSpPr>
          <p:spPr>
            <a:xfrm>
              <a:off x="5501015" y="2610245"/>
              <a:ext cx="549670" cy="530915"/>
            </a:xfrm>
            <a:prstGeom prst="rect">
              <a:avLst/>
            </a:prstGeom>
            <a:noFill/>
          </p:spPr>
          <p:txBody>
            <a:bodyPr wrap="none" anchor="ctr">
              <a:noAutofit/>
            </a:bodyPr>
            <a:lstStyle/>
            <a:p>
              <a:pPr>
                <a:lnSpc>
                  <a:spcPct val="80000"/>
                </a:lnSpc>
              </a:pPr>
              <a:r>
                <a:rPr lang="en-US" altLang="zh-CN" sz="3400" dirty="0">
                  <a:solidFill>
                    <a:srgbClr val="016371"/>
                  </a:solidFill>
                  <a:latin typeface="微软雅黑" panose="020B0503020204020204" pitchFamily="34" charset="-122"/>
                  <a:ea typeface="微软雅黑" panose="020B0503020204020204" pitchFamily="34" charset="-122"/>
                </a:rPr>
                <a:t>04</a:t>
              </a:r>
            </a:p>
          </p:txBody>
        </p:sp>
        <p:sp>
          <p:nvSpPr>
            <p:cNvPr id="62" name="TextBox 18">
              <a:extLst>
                <a:ext uri="{FF2B5EF4-FFF2-40B4-BE49-F238E27FC236}">
                  <a16:creationId xmlns:a16="http://schemas.microsoft.com/office/drawing/2014/main" id="{5B6E8FDD-D4D8-49B0-B329-68EECF2EA660}"/>
                </a:ext>
              </a:extLst>
            </p:cNvPr>
            <p:cNvSpPr txBox="1"/>
            <p:nvPr/>
          </p:nvSpPr>
          <p:spPr>
            <a:xfrm>
              <a:off x="5884304" y="2596311"/>
              <a:ext cx="2902255" cy="390271"/>
            </a:xfrm>
            <a:prstGeom prst="rect">
              <a:avLst/>
            </a:prstGeom>
            <a:noFill/>
          </p:spPr>
          <p:txBody>
            <a:bodyPr wrap="none" lIns="360000" tIns="0" rIns="0" bIns="0" anchor="b" anchorCtr="0">
              <a:normAutofit/>
            </a:bodyPr>
            <a:lstStyle/>
            <a:p>
              <a:r>
                <a:rPr lang="zh-CN" altLang="en-US" sz="2000" dirty="0">
                  <a:solidFill>
                    <a:srgbClr val="016371"/>
                  </a:solidFill>
                  <a:latin typeface="方正黑体简体" panose="02010601030101010101" pitchFamily="2" charset="-122"/>
                  <a:ea typeface="方正黑体简体" panose="02010601030101010101" pitchFamily="2" charset="-122"/>
                </a:rPr>
                <a:t>总结与展望</a:t>
              </a:r>
            </a:p>
          </p:txBody>
        </p:sp>
      </p:grpSp>
    </p:spTree>
    <p:extLst>
      <p:ext uri="{BB962C8B-B14F-4D97-AF65-F5344CB8AC3E}">
        <p14:creationId xmlns:p14="http://schemas.microsoft.com/office/powerpoint/2010/main" val="4246765317"/>
      </p:ext>
    </p:extLst>
  </p:cSld>
  <p:clrMapOvr>
    <a:masterClrMapping/>
  </p:clrMapOvr>
  <mc:AlternateContent xmlns:mc="http://schemas.openxmlformats.org/markup-compatibility/2006" xmlns:p14="http://schemas.microsoft.com/office/powerpoint/2010/main">
    <mc:Choice Requires="p14">
      <p:transition p14:dur="0" advTm="2000"/>
    </mc:Choice>
    <mc:Fallback xmlns="">
      <p:transition advTm="200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1">
            <a:extLst>
              <a:ext uri="{FF2B5EF4-FFF2-40B4-BE49-F238E27FC236}">
                <a16:creationId xmlns:a16="http://schemas.microsoft.com/office/drawing/2014/main" id="{71588594-9AE0-4F25-BB4C-742F4C94A0BC}"/>
              </a:ext>
            </a:extLst>
          </p:cNvPr>
          <p:cNvSpPr/>
          <p:nvPr/>
        </p:nvSpPr>
        <p:spPr>
          <a:xfrm>
            <a:off x="2079991" y="1851247"/>
            <a:ext cx="5364088" cy="2088232"/>
          </a:xfrm>
          <a:custGeom>
            <a:avLst/>
            <a:gdLst>
              <a:gd name="connsiteX0" fmla="*/ 0 w 4211960"/>
              <a:gd name="connsiteY0" fmla="*/ 0 h 2088232"/>
              <a:gd name="connsiteX1" fmla="*/ 4211960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101133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281963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319192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11960" h="2088232">
                <a:moveTo>
                  <a:pt x="0" y="0"/>
                </a:moveTo>
                <a:lnTo>
                  <a:pt x="3319192" y="0"/>
                </a:lnTo>
                <a:lnTo>
                  <a:pt x="4211960" y="2088232"/>
                </a:lnTo>
                <a:lnTo>
                  <a:pt x="0" y="2088232"/>
                </a:lnTo>
                <a:lnTo>
                  <a:pt x="0" y="0"/>
                </a:lnTo>
                <a:close/>
              </a:path>
            </a:pathLst>
          </a:custGeom>
          <a:solidFill>
            <a:srgbClr val="0163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a:extLst>
              <a:ext uri="{FF2B5EF4-FFF2-40B4-BE49-F238E27FC236}">
                <a16:creationId xmlns:a16="http://schemas.microsoft.com/office/drawing/2014/main" id="{7D569F2D-31CA-43A3-BD24-44257A3369D9}"/>
              </a:ext>
            </a:extLst>
          </p:cNvPr>
          <p:cNvSpPr txBox="1"/>
          <p:nvPr/>
        </p:nvSpPr>
        <p:spPr>
          <a:xfrm>
            <a:off x="5465219" y="2542034"/>
            <a:ext cx="1179188" cy="855234"/>
          </a:xfrm>
          <a:prstGeom prst="rect">
            <a:avLst/>
          </a:prstGeom>
          <a:noFill/>
        </p:spPr>
        <p:txBody>
          <a:bodyPr wrap="square" rtlCol="0">
            <a:spAutoFit/>
          </a:bodyPr>
          <a:lstStyle/>
          <a:p>
            <a:pPr>
              <a:lnSpc>
                <a:spcPct val="80000"/>
              </a:lnSpc>
            </a:pPr>
            <a:r>
              <a:rPr lang="en-US" altLang="zh-CN" sz="6000" dirty="0">
                <a:solidFill>
                  <a:schemeClr val="bg1"/>
                </a:solidFill>
                <a:latin typeface="微软雅黑" panose="020B0503020204020204" pitchFamily="34" charset="-122"/>
                <a:ea typeface="微软雅黑" panose="020B0503020204020204" pitchFamily="34" charset="-122"/>
              </a:rPr>
              <a:t>01</a:t>
            </a:r>
            <a:endParaRPr lang="zh-CN" altLang="en-US" sz="6000" dirty="0">
              <a:solidFill>
                <a:schemeClr val="bg1"/>
              </a:solidFill>
              <a:latin typeface="微软雅黑" panose="020B0503020204020204" pitchFamily="34" charset="-122"/>
              <a:ea typeface="微软雅黑" panose="020B0503020204020204" pitchFamily="34" charset="-122"/>
            </a:endParaRPr>
          </a:p>
        </p:txBody>
      </p:sp>
      <p:cxnSp>
        <p:nvCxnSpPr>
          <p:cNvPr id="22" name="直接连接符 21">
            <a:extLst>
              <a:ext uri="{FF2B5EF4-FFF2-40B4-BE49-F238E27FC236}">
                <a16:creationId xmlns:a16="http://schemas.microsoft.com/office/drawing/2014/main" id="{4D35B84A-070E-4E0E-A92E-095FC4FDBA2F}"/>
              </a:ext>
            </a:extLst>
          </p:cNvPr>
          <p:cNvCxnSpPr>
            <a:cxnSpLocks/>
          </p:cNvCxnSpPr>
          <p:nvPr/>
        </p:nvCxnSpPr>
        <p:spPr>
          <a:xfrm>
            <a:off x="6569290" y="1347614"/>
            <a:ext cx="2070483" cy="3795886"/>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251AAC7F-6041-4F66-97D4-9421CBCB8217}"/>
              </a:ext>
            </a:extLst>
          </p:cNvPr>
          <p:cNvCxnSpPr/>
          <p:nvPr/>
        </p:nvCxnSpPr>
        <p:spPr>
          <a:xfrm>
            <a:off x="4113963" y="-740829"/>
            <a:ext cx="1296144" cy="2376264"/>
          </a:xfrm>
          <a:prstGeom prst="line">
            <a:avLst/>
          </a:prstGeom>
          <a:ln w="19050">
            <a:solidFill>
              <a:srgbClr val="016371"/>
            </a:solidFill>
          </a:ln>
        </p:spPr>
        <p:style>
          <a:lnRef idx="1">
            <a:schemeClr val="accent1"/>
          </a:lnRef>
          <a:fillRef idx="0">
            <a:schemeClr val="accent1"/>
          </a:fillRef>
          <a:effectRef idx="0">
            <a:schemeClr val="accent1"/>
          </a:effectRef>
          <a:fontRef idx="minor">
            <a:schemeClr val="tx1"/>
          </a:fontRef>
        </p:style>
      </p:cxnSp>
      <p:sp>
        <p:nvSpPr>
          <p:cNvPr id="27" name="矩形 1">
            <a:extLst>
              <a:ext uri="{FF2B5EF4-FFF2-40B4-BE49-F238E27FC236}">
                <a16:creationId xmlns:a16="http://schemas.microsoft.com/office/drawing/2014/main" id="{715EF302-AA52-4FEC-A33D-68FB8A33E422}"/>
              </a:ext>
            </a:extLst>
          </p:cNvPr>
          <p:cNvSpPr/>
          <p:nvPr/>
        </p:nvSpPr>
        <p:spPr>
          <a:xfrm>
            <a:off x="-5705" y="1419622"/>
            <a:ext cx="5868144" cy="2909345"/>
          </a:xfrm>
          <a:custGeom>
            <a:avLst/>
            <a:gdLst>
              <a:gd name="connsiteX0" fmla="*/ 0 w 4211960"/>
              <a:gd name="connsiteY0" fmla="*/ 0 h 2088232"/>
              <a:gd name="connsiteX1" fmla="*/ 4211960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101133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11960" h="2088232">
                <a:moveTo>
                  <a:pt x="0" y="0"/>
                </a:moveTo>
                <a:lnTo>
                  <a:pt x="3101133" y="0"/>
                </a:lnTo>
                <a:lnTo>
                  <a:pt x="4211960" y="2088232"/>
                </a:lnTo>
                <a:lnTo>
                  <a:pt x="0" y="2088232"/>
                </a:lnTo>
                <a:lnTo>
                  <a:pt x="0" y="0"/>
                </a:lnTo>
                <a:close/>
              </a:path>
            </a:pathLst>
          </a:custGeom>
          <a:solidFill>
            <a:schemeClr val="tx1">
              <a:lumMod val="95000"/>
              <a:lumOff val="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
            <a:extLst>
              <a:ext uri="{FF2B5EF4-FFF2-40B4-BE49-F238E27FC236}">
                <a16:creationId xmlns:a16="http://schemas.microsoft.com/office/drawing/2014/main" id="{7BBD6790-44CE-495F-AE9D-ABCAAA0A5D66}"/>
              </a:ext>
            </a:extLst>
          </p:cNvPr>
          <p:cNvSpPr/>
          <p:nvPr/>
        </p:nvSpPr>
        <p:spPr>
          <a:xfrm>
            <a:off x="-5705" y="1419622"/>
            <a:ext cx="5868144" cy="2909345"/>
          </a:xfrm>
          <a:custGeom>
            <a:avLst/>
            <a:gdLst>
              <a:gd name="connsiteX0" fmla="*/ 0 w 4211960"/>
              <a:gd name="connsiteY0" fmla="*/ 0 h 2088232"/>
              <a:gd name="connsiteX1" fmla="*/ 4211960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101133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11960" h="2088232">
                <a:moveTo>
                  <a:pt x="0" y="0"/>
                </a:moveTo>
                <a:lnTo>
                  <a:pt x="3101133" y="0"/>
                </a:lnTo>
                <a:lnTo>
                  <a:pt x="4211960" y="2088232"/>
                </a:lnTo>
                <a:lnTo>
                  <a:pt x="0" y="2088232"/>
                </a:lnTo>
                <a:lnTo>
                  <a:pt x="0" y="0"/>
                </a:lnTo>
                <a:close/>
              </a:path>
            </a:pathLst>
          </a:cu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文本框 31">
            <a:extLst>
              <a:ext uri="{FF2B5EF4-FFF2-40B4-BE49-F238E27FC236}">
                <a16:creationId xmlns:a16="http://schemas.microsoft.com/office/drawing/2014/main" id="{801A35FE-7E35-443C-8AA8-F3926B725233}"/>
              </a:ext>
            </a:extLst>
          </p:cNvPr>
          <p:cNvSpPr txBox="1"/>
          <p:nvPr/>
        </p:nvSpPr>
        <p:spPr>
          <a:xfrm>
            <a:off x="352437" y="1635435"/>
            <a:ext cx="4285828" cy="813171"/>
          </a:xfrm>
          <a:prstGeom prst="rect">
            <a:avLst/>
          </a:prstGeom>
          <a:noFill/>
        </p:spPr>
        <p:txBody>
          <a:bodyPr wrap="square" rtlCol="0">
            <a:spAutoFit/>
          </a:bodyPr>
          <a:lstStyle/>
          <a:p>
            <a:pPr algn="ctr" defTabSz="1219170">
              <a:lnSpc>
                <a:spcPct val="120000"/>
              </a:lnSpc>
            </a:pPr>
            <a:r>
              <a:rPr lang="zh-CN" altLang="en-US" sz="4267" b="1" dirty="0">
                <a:solidFill>
                  <a:srgbClr val="FFFFFF"/>
                </a:solidFill>
                <a:latin typeface="微软雅黑"/>
                <a:ea typeface="微软雅黑"/>
                <a:cs typeface="+mn-ea"/>
                <a:sym typeface="+mn-lt"/>
              </a:rPr>
              <a:t>绪论</a:t>
            </a:r>
          </a:p>
        </p:txBody>
      </p:sp>
      <p:sp>
        <p:nvSpPr>
          <p:cNvPr id="33" name="文本框 32">
            <a:extLst>
              <a:ext uri="{FF2B5EF4-FFF2-40B4-BE49-F238E27FC236}">
                <a16:creationId xmlns:a16="http://schemas.microsoft.com/office/drawing/2014/main" id="{D9F2FC89-EC08-4244-82FE-E4FA5DD7F584}"/>
              </a:ext>
            </a:extLst>
          </p:cNvPr>
          <p:cNvSpPr txBox="1"/>
          <p:nvPr/>
        </p:nvSpPr>
        <p:spPr>
          <a:xfrm>
            <a:off x="1547664" y="2529352"/>
            <a:ext cx="4618516" cy="1222835"/>
          </a:xfrm>
          <a:prstGeom prst="rect">
            <a:avLst/>
          </a:prstGeom>
          <a:noFill/>
        </p:spPr>
        <p:txBody>
          <a:bodyPr wrap="square" rtlCol="0">
            <a:spAutoFit/>
          </a:bodyPr>
          <a:lstStyle/>
          <a:p>
            <a:pPr marL="457200" indent="-457200" defTabSz="1219170">
              <a:lnSpc>
                <a:spcPct val="120000"/>
              </a:lnSpc>
              <a:buFont typeface="Wingdings" panose="05000000000000000000" pitchFamily="2" charset="2"/>
              <a:buChar char="l"/>
            </a:pPr>
            <a:r>
              <a:rPr lang="en-US" altLang="zh-CN" sz="2100" dirty="0">
                <a:solidFill>
                  <a:srgbClr val="FFFFFF"/>
                </a:solidFill>
                <a:latin typeface="微软雅黑"/>
                <a:ea typeface="微软雅黑"/>
                <a:cs typeface="+mn-ea"/>
                <a:sym typeface="+mn-lt"/>
              </a:rPr>
              <a:t> </a:t>
            </a:r>
            <a:r>
              <a:rPr lang="zh-CN" altLang="en-US" sz="2100" dirty="0">
                <a:solidFill>
                  <a:srgbClr val="FFFFFF"/>
                </a:solidFill>
                <a:latin typeface="微软雅黑"/>
                <a:ea typeface="微软雅黑"/>
                <a:cs typeface="+mn-ea"/>
                <a:sym typeface="+mn-lt"/>
              </a:rPr>
              <a:t>研究背景与意义</a:t>
            </a:r>
            <a:endParaRPr lang="en-US" altLang="zh-CN" sz="2100" dirty="0">
              <a:solidFill>
                <a:srgbClr val="FFFFFF"/>
              </a:solidFill>
              <a:latin typeface="微软雅黑"/>
              <a:ea typeface="微软雅黑"/>
              <a:cs typeface="+mn-ea"/>
              <a:sym typeface="+mn-lt"/>
            </a:endParaRPr>
          </a:p>
          <a:p>
            <a:pPr marL="457200" indent="-457200" defTabSz="1219170">
              <a:lnSpc>
                <a:spcPct val="120000"/>
              </a:lnSpc>
              <a:buFont typeface="Wingdings" panose="05000000000000000000" pitchFamily="2" charset="2"/>
              <a:buChar char="l"/>
            </a:pPr>
            <a:r>
              <a:rPr lang="en-US" altLang="zh-CN" sz="2100" dirty="0">
                <a:solidFill>
                  <a:srgbClr val="FFFFFF"/>
                </a:solidFill>
                <a:latin typeface="微软雅黑"/>
                <a:ea typeface="微软雅黑"/>
                <a:cs typeface="+mn-ea"/>
                <a:sym typeface="+mn-lt"/>
              </a:rPr>
              <a:t> </a:t>
            </a:r>
            <a:r>
              <a:rPr lang="zh-CN" altLang="en-US" sz="2100" dirty="0">
                <a:solidFill>
                  <a:srgbClr val="FFFFFF"/>
                </a:solidFill>
                <a:latin typeface="微软雅黑"/>
                <a:ea typeface="微软雅黑"/>
                <a:cs typeface="+mn-ea"/>
                <a:sym typeface="+mn-lt"/>
              </a:rPr>
              <a:t>研究现状</a:t>
            </a:r>
            <a:endParaRPr lang="en-US" altLang="zh-CN" sz="2100" dirty="0">
              <a:solidFill>
                <a:srgbClr val="FFFFFF"/>
              </a:solidFill>
              <a:latin typeface="微软雅黑"/>
              <a:ea typeface="微软雅黑"/>
              <a:cs typeface="+mn-ea"/>
              <a:sym typeface="+mn-lt"/>
            </a:endParaRPr>
          </a:p>
          <a:p>
            <a:pPr marL="457200" indent="-457200" defTabSz="1219170">
              <a:lnSpc>
                <a:spcPct val="120000"/>
              </a:lnSpc>
              <a:buFont typeface="Wingdings" panose="05000000000000000000" pitchFamily="2" charset="2"/>
              <a:buChar char="l"/>
            </a:pPr>
            <a:r>
              <a:rPr lang="en-US" altLang="zh-CN" sz="2100" dirty="0">
                <a:solidFill>
                  <a:srgbClr val="FFFFFF"/>
                </a:solidFill>
                <a:latin typeface="微软雅黑"/>
                <a:ea typeface="微软雅黑"/>
                <a:cs typeface="+mn-ea"/>
                <a:sym typeface="+mn-lt"/>
              </a:rPr>
              <a:t> </a:t>
            </a:r>
            <a:r>
              <a:rPr lang="zh-CN" altLang="en-US" sz="2100" dirty="0">
                <a:solidFill>
                  <a:srgbClr val="FFFFFF"/>
                </a:solidFill>
                <a:latin typeface="微软雅黑"/>
                <a:ea typeface="微软雅黑"/>
                <a:cs typeface="+mn-ea"/>
                <a:sym typeface="+mn-lt"/>
              </a:rPr>
              <a:t>研究内容和技术路线</a:t>
            </a:r>
            <a:endParaRPr lang="en-US" altLang="zh-CN" sz="2100" dirty="0">
              <a:solidFill>
                <a:srgbClr val="FFFFFF"/>
              </a:solidFill>
              <a:latin typeface="微软雅黑"/>
              <a:ea typeface="微软雅黑"/>
              <a:cs typeface="+mn-ea"/>
              <a:sym typeface="+mn-lt"/>
            </a:endParaRPr>
          </a:p>
        </p:txBody>
      </p:sp>
    </p:spTree>
    <p:extLst>
      <p:ext uri="{BB962C8B-B14F-4D97-AF65-F5344CB8AC3E}">
        <p14:creationId xmlns:p14="http://schemas.microsoft.com/office/powerpoint/2010/main" val="300098250"/>
      </p:ext>
    </p:extLst>
  </p:cSld>
  <p:clrMapOvr>
    <a:masterClrMapping/>
  </p:clrMapOvr>
  <mc:AlternateContent xmlns:mc="http://schemas.openxmlformats.org/markup-compatibility/2006" xmlns:p14="http://schemas.microsoft.com/office/powerpoint/2010/main">
    <mc:Choice Requires="p14">
      <p:transition p14:dur="0" advTm="2000"/>
    </mc:Choice>
    <mc:Fallback xmlns="">
      <p:transition advTm="200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2" name="组合 61">
            <a:extLst>
              <a:ext uri="{FF2B5EF4-FFF2-40B4-BE49-F238E27FC236}">
                <a16:creationId xmlns:a16="http://schemas.microsoft.com/office/drawing/2014/main" id="{2F2309ED-BF25-46FA-B6B3-E4E33445C3A5}"/>
              </a:ext>
            </a:extLst>
          </p:cNvPr>
          <p:cNvGrpSpPr/>
          <p:nvPr/>
        </p:nvGrpSpPr>
        <p:grpSpPr>
          <a:xfrm>
            <a:off x="-12231" y="104325"/>
            <a:ext cx="2840391" cy="447238"/>
            <a:chOff x="-19516" y="104324"/>
            <a:chExt cx="1988274" cy="447238"/>
          </a:xfrm>
        </p:grpSpPr>
        <p:sp>
          <p:nvSpPr>
            <p:cNvPr id="60" name="矩形 1">
              <a:extLst>
                <a:ext uri="{FF2B5EF4-FFF2-40B4-BE49-F238E27FC236}">
                  <a16:creationId xmlns:a16="http://schemas.microsoft.com/office/drawing/2014/main" id="{72C485CC-2508-40A8-B97B-3FE6C671D4F6}"/>
                </a:ext>
              </a:extLst>
            </p:cNvPr>
            <p:cNvSpPr/>
            <p:nvPr/>
          </p:nvSpPr>
          <p:spPr>
            <a:xfrm>
              <a:off x="-10954" y="123478"/>
              <a:ext cx="1979712" cy="408931"/>
            </a:xfrm>
            <a:custGeom>
              <a:avLst/>
              <a:gdLst>
                <a:gd name="connsiteX0" fmla="*/ 0 w 4211960"/>
                <a:gd name="connsiteY0" fmla="*/ 0 h 2088232"/>
                <a:gd name="connsiteX1" fmla="*/ 4211960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101133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281963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319192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672739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11960" h="2088232">
                  <a:moveTo>
                    <a:pt x="0" y="0"/>
                  </a:moveTo>
                  <a:lnTo>
                    <a:pt x="3672739" y="0"/>
                  </a:lnTo>
                  <a:lnTo>
                    <a:pt x="4211960" y="2088232"/>
                  </a:lnTo>
                  <a:lnTo>
                    <a:pt x="0" y="2088232"/>
                  </a:lnTo>
                  <a:lnTo>
                    <a:pt x="0" y="0"/>
                  </a:lnTo>
                  <a:close/>
                </a:path>
              </a:pathLst>
            </a:custGeom>
            <a:solidFill>
              <a:srgbClr val="0163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8">
                <a:lnSpc>
                  <a:spcPct val="120000"/>
                </a:lnSpc>
              </a:pPr>
              <a:endParaRPr lang="zh-CN" altLang="en-US" sz="2400">
                <a:solidFill>
                  <a:srgbClr val="FFFFFF"/>
                </a:solidFill>
                <a:latin typeface="微软雅黑"/>
                <a:ea typeface="微软雅黑"/>
                <a:cs typeface="+mn-ea"/>
                <a:sym typeface="+mn-lt"/>
              </a:endParaRPr>
            </a:p>
          </p:txBody>
        </p:sp>
        <p:sp>
          <p:nvSpPr>
            <p:cNvPr id="61" name="文本框 60">
              <a:extLst>
                <a:ext uri="{FF2B5EF4-FFF2-40B4-BE49-F238E27FC236}">
                  <a16:creationId xmlns:a16="http://schemas.microsoft.com/office/drawing/2014/main" id="{D99DF1AB-EC0A-4803-955A-135B15D8CB4F}"/>
                </a:ext>
              </a:extLst>
            </p:cNvPr>
            <p:cNvSpPr txBox="1"/>
            <p:nvPr/>
          </p:nvSpPr>
          <p:spPr>
            <a:xfrm>
              <a:off x="-19516" y="104324"/>
              <a:ext cx="1872208" cy="447238"/>
            </a:xfrm>
            <a:prstGeom prst="rect">
              <a:avLst/>
            </a:prstGeom>
            <a:noFill/>
          </p:spPr>
          <p:txBody>
            <a:bodyPr wrap="square" rtlCol="0">
              <a:spAutoFit/>
            </a:bodyPr>
            <a:lstStyle/>
            <a:p>
              <a:pPr defTabSz="914378">
                <a:lnSpc>
                  <a:spcPct val="120000"/>
                </a:lnSpc>
              </a:pPr>
              <a:r>
                <a:rPr lang="en-US" altLang="zh-CN" sz="2100" dirty="0">
                  <a:solidFill>
                    <a:srgbClr val="FFFFFF"/>
                  </a:solidFill>
                  <a:latin typeface="微软雅黑"/>
                  <a:ea typeface="微软雅黑"/>
                  <a:cs typeface="+mn-ea"/>
                  <a:sym typeface="+mn-lt"/>
                </a:rPr>
                <a:t>1.1  </a:t>
              </a:r>
              <a:r>
                <a:rPr lang="zh-CN" altLang="en-US" sz="2100" dirty="0">
                  <a:solidFill>
                    <a:srgbClr val="FFFFFF"/>
                  </a:solidFill>
                  <a:latin typeface="微软雅黑"/>
                  <a:ea typeface="微软雅黑"/>
                  <a:cs typeface="+mn-ea"/>
                  <a:sym typeface="+mn-lt"/>
                </a:rPr>
                <a:t>研究背景与意义</a:t>
              </a:r>
            </a:p>
          </p:txBody>
        </p:sp>
      </p:grpSp>
      <p:grpSp>
        <p:nvGrpSpPr>
          <p:cNvPr id="9" name="组合 8">
            <a:extLst>
              <a:ext uri="{FF2B5EF4-FFF2-40B4-BE49-F238E27FC236}">
                <a16:creationId xmlns:a16="http://schemas.microsoft.com/office/drawing/2014/main" id="{869DF1D7-0933-413C-984F-4ED23DFF0CA9}"/>
              </a:ext>
            </a:extLst>
          </p:cNvPr>
          <p:cNvGrpSpPr/>
          <p:nvPr/>
        </p:nvGrpSpPr>
        <p:grpSpPr>
          <a:xfrm>
            <a:off x="199696" y="3075807"/>
            <a:ext cx="2449215" cy="1685506"/>
            <a:chOff x="199696" y="3153495"/>
            <a:chExt cx="2449215" cy="1685506"/>
          </a:xfrm>
        </p:grpSpPr>
        <p:sp>
          <p:nvSpPr>
            <p:cNvPr id="75" name="ïsļïďé">
              <a:extLst>
                <a:ext uri="{FF2B5EF4-FFF2-40B4-BE49-F238E27FC236}">
                  <a16:creationId xmlns:a16="http://schemas.microsoft.com/office/drawing/2014/main" id="{AEA3D11F-C4B2-4BB5-9A1A-183B22DA2058}"/>
                </a:ext>
              </a:extLst>
            </p:cNvPr>
            <p:cNvSpPr/>
            <p:nvPr/>
          </p:nvSpPr>
          <p:spPr>
            <a:xfrm>
              <a:off x="746467" y="3153495"/>
              <a:ext cx="1560009" cy="424011"/>
            </a:xfrm>
            <a:prstGeom prst="chevron">
              <a:avLst>
                <a:gd name="adj" fmla="val 30000"/>
              </a:avLst>
            </a:prstGeom>
            <a:solidFill>
              <a:srgbClr val="569480"/>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normAutofit/>
            </a:bodyPr>
            <a:lstStyle/>
            <a:p>
              <a:pPr algn="ctr" defTabSz="914378">
                <a:lnSpc>
                  <a:spcPct val="120000"/>
                </a:lnSpc>
              </a:pPr>
              <a:r>
                <a:rPr lang="zh-CN" altLang="en-US" b="1" dirty="0">
                  <a:solidFill>
                    <a:srgbClr val="FFFFFF"/>
                  </a:solidFill>
                  <a:latin typeface="微软雅黑"/>
                  <a:ea typeface="微软雅黑"/>
                  <a:cs typeface="+mn-ea"/>
                  <a:sym typeface="+mn-lt"/>
                </a:rPr>
                <a:t>背景</a:t>
              </a:r>
            </a:p>
          </p:txBody>
        </p:sp>
        <p:grpSp>
          <p:nvGrpSpPr>
            <p:cNvPr id="41" name="组合 40">
              <a:extLst>
                <a:ext uri="{FF2B5EF4-FFF2-40B4-BE49-F238E27FC236}">
                  <a16:creationId xmlns:a16="http://schemas.microsoft.com/office/drawing/2014/main" id="{690B4173-9564-4D6D-B31F-D3016AB143F7}"/>
                </a:ext>
              </a:extLst>
            </p:cNvPr>
            <p:cNvGrpSpPr/>
            <p:nvPr/>
          </p:nvGrpSpPr>
          <p:grpSpPr>
            <a:xfrm>
              <a:off x="199696" y="3765612"/>
              <a:ext cx="2449215" cy="1073389"/>
              <a:chOff x="184270" y="1934171"/>
              <a:chExt cx="2449214" cy="1073389"/>
            </a:xfrm>
            <a:effectLst/>
          </p:grpSpPr>
          <p:sp>
            <p:nvSpPr>
              <p:cNvPr id="42" name="îŝ1iḍê">
                <a:extLst>
                  <a:ext uri="{FF2B5EF4-FFF2-40B4-BE49-F238E27FC236}">
                    <a16:creationId xmlns:a16="http://schemas.microsoft.com/office/drawing/2014/main" id="{CE3C4863-C73C-42D0-87C2-5319E491FAB9}"/>
                  </a:ext>
                </a:extLst>
              </p:cNvPr>
              <p:cNvSpPr/>
              <p:nvPr/>
            </p:nvSpPr>
            <p:spPr>
              <a:xfrm flipH="1">
                <a:off x="184270" y="1934171"/>
                <a:ext cx="2449214" cy="1073389"/>
              </a:xfrm>
              <a:prstGeom prst="rect">
                <a:avLst/>
              </a:prstGeom>
              <a:solidFill>
                <a:schemeClr val="bg1"/>
              </a:solidFill>
              <a:ln w="12700" cap="rnd">
                <a:noFill/>
                <a:prstDash val="solid"/>
                <a:round/>
              </a:ln>
              <a:effectLst>
                <a:outerShdw blurRad="254000" dist="127000" algn="ctr" rotWithShape="0">
                  <a:schemeClr val="bg1">
                    <a:lumMod val="6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r" defTabSz="685800">
                  <a:lnSpc>
                    <a:spcPct val="120000"/>
                  </a:lnSpc>
                </a:pPr>
                <a:endParaRPr lang="zh-CN" altLang="en-US" sz="1600" b="1" dirty="0">
                  <a:solidFill>
                    <a:schemeClr val="tx1"/>
                  </a:solidFill>
                  <a:latin typeface="微软雅黑"/>
                  <a:ea typeface="微软雅黑"/>
                  <a:cs typeface="+mn-ea"/>
                  <a:sym typeface="+mn-lt"/>
                </a:endParaRPr>
              </a:p>
            </p:txBody>
          </p:sp>
          <p:sp>
            <p:nvSpPr>
              <p:cNvPr id="43" name="iṧļïḑe">
                <a:extLst>
                  <a:ext uri="{FF2B5EF4-FFF2-40B4-BE49-F238E27FC236}">
                    <a16:creationId xmlns:a16="http://schemas.microsoft.com/office/drawing/2014/main" id="{2F92AD45-7326-4CEA-842C-2AE24E56BFD0}"/>
                  </a:ext>
                </a:extLst>
              </p:cNvPr>
              <p:cNvSpPr txBox="1"/>
              <p:nvPr/>
            </p:nvSpPr>
            <p:spPr bwMode="auto">
              <a:xfrm>
                <a:off x="578855" y="2104127"/>
                <a:ext cx="1997217" cy="7943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defTabSz="685783">
                  <a:lnSpc>
                    <a:spcPct val="120000"/>
                  </a:lnSpc>
                  <a:spcBef>
                    <a:spcPct val="0"/>
                  </a:spcBef>
                </a:pPr>
                <a:r>
                  <a:rPr lang="zh-CN" altLang="en-US" sz="1600" dirty="0">
                    <a:latin typeface="微软雅黑"/>
                    <a:ea typeface="微软雅黑"/>
                    <a:cs typeface="+mn-ea"/>
                    <a:sym typeface="+mn-lt"/>
                  </a:rPr>
                  <a:t>地图制图开始由专业制图走向</a:t>
                </a:r>
                <a:r>
                  <a:rPr lang="zh-CN" altLang="en-US" sz="1600" b="1" dirty="0">
                    <a:solidFill>
                      <a:srgbClr val="016371"/>
                    </a:solidFill>
                    <a:latin typeface="微软雅黑"/>
                    <a:ea typeface="微软雅黑"/>
                    <a:cs typeface="+mn-ea"/>
                    <a:sym typeface="+mn-lt"/>
                  </a:rPr>
                  <a:t>大众化</a:t>
                </a:r>
                <a:endParaRPr lang="en-US" altLang="zh-CN" sz="1600" b="1" dirty="0">
                  <a:solidFill>
                    <a:srgbClr val="016371"/>
                  </a:solidFill>
                  <a:latin typeface="微软雅黑"/>
                  <a:ea typeface="微软雅黑"/>
                  <a:cs typeface="+mn-ea"/>
                  <a:sym typeface="+mn-lt"/>
                </a:endParaRPr>
              </a:p>
            </p:txBody>
          </p:sp>
        </p:grpSp>
      </p:grpSp>
      <p:grpSp>
        <p:nvGrpSpPr>
          <p:cNvPr id="11" name="组合 10">
            <a:extLst>
              <a:ext uri="{FF2B5EF4-FFF2-40B4-BE49-F238E27FC236}">
                <a16:creationId xmlns:a16="http://schemas.microsoft.com/office/drawing/2014/main" id="{A9919D33-1E75-4A63-A5D9-04DF390DC579}"/>
              </a:ext>
            </a:extLst>
          </p:cNvPr>
          <p:cNvGrpSpPr/>
          <p:nvPr/>
        </p:nvGrpSpPr>
        <p:grpSpPr>
          <a:xfrm>
            <a:off x="6155233" y="3075807"/>
            <a:ext cx="2449215" cy="1685504"/>
            <a:chOff x="6155233" y="3153495"/>
            <a:chExt cx="2449215" cy="1685504"/>
          </a:xfrm>
        </p:grpSpPr>
        <p:sp>
          <p:nvSpPr>
            <p:cNvPr id="21" name="išľîḓê">
              <a:extLst>
                <a:ext uri="{FF2B5EF4-FFF2-40B4-BE49-F238E27FC236}">
                  <a16:creationId xmlns:a16="http://schemas.microsoft.com/office/drawing/2014/main" id="{803AE336-25D4-42D4-B39B-FD6C83AADA17}"/>
                </a:ext>
              </a:extLst>
            </p:cNvPr>
            <p:cNvSpPr/>
            <p:nvPr/>
          </p:nvSpPr>
          <p:spPr>
            <a:xfrm>
              <a:off x="6599836" y="3153495"/>
              <a:ext cx="1560009" cy="424011"/>
            </a:xfrm>
            <a:prstGeom prst="chevron">
              <a:avLst>
                <a:gd name="adj" fmla="val 30000"/>
              </a:avLst>
            </a:prstGeom>
            <a:solidFill>
              <a:srgbClr val="569480"/>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normAutofit/>
            </a:bodyPr>
            <a:lstStyle/>
            <a:p>
              <a:pPr algn="ctr" defTabSz="914378">
                <a:lnSpc>
                  <a:spcPct val="120000"/>
                </a:lnSpc>
              </a:pPr>
              <a:r>
                <a:rPr lang="zh-CN" altLang="en-US" b="1" dirty="0">
                  <a:solidFill>
                    <a:srgbClr val="FFFFFF"/>
                  </a:solidFill>
                  <a:latin typeface="微软雅黑"/>
                  <a:ea typeface="微软雅黑"/>
                  <a:cs typeface="+mn-ea"/>
                  <a:sym typeface="+mn-lt"/>
                </a:rPr>
                <a:t>意义</a:t>
              </a:r>
            </a:p>
          </p:txBody>
        </p:sp>
        <p:grpSp>
          <p:nvGrpSpPr>
            <p:cNvPr id="32" name="组合 31">
              <a:extLst>
                <a:ext uri="{FF2B5EF4-FFF2-40B4-BE49-F238E27FC236}">
                  <a16:creationId xmlns:a16="http://schemas.microsoft.com/office/drawing/2014/main" id="{D2B366D8-FD8C-439F-B9C9-D15DFA5206C9}"/>
                </a:ext>
              </a:extLst>
            </p:cNvPr>
            <p:cNvGrpSpPr/>
            <p:nvPr/>
          </p:nvGrpSpPr>
          <p:grpSpPr>
            <a:xfrm>
              <a:off x="6155233" y="3765610"/>
              <a:ext cx="2449215" cy="1073389"/>
              <a:chOff x="184270" y="1934171"/>
              <a:chExt cx="2449214" cy="1073389"/>
            </a:xfrm>
            <a:effectLst/>
          </p:grpSpPr>
          <p:sp>
            <p:nvSpPr>
              <p:cNvPr id="33" name="îŝ1iḍê">
                <a:extLst>
                  <a:ext uri="{FF2B5EF4-FFF2-40B4-BE49-F238E27FC236}">
                    <a16:creationId xmlns:a16="http://schemas.microsoft.com/office/drawing/2014/main" id="{0F96EC75-D8F7-42D7-80FA-E60DD0ACE42C}"/>
                  </a:ext>
                </a:extLst>
              </p:cNvPr>
              <p:cNvSpPr/>
              <p:nvPr/>
            </p:nvSpPr>
            <p:spPr>
              <a:xfrm flipH="1">
                <a:off x="184270" y="1934171"/>
                <a:ext cx="2449214" cy="1073389"/>
              </a:xfrm>
              <a:prstGeom prst="rect">
                <a:avLst/>
              </a:prstGeom>
              <a:solidFill>
                <a:schemeClr val="bg1"/>
              </a:solidFill>
              <a:ln w="12700" cap="rnd">
                <a:noFill/>
                <a:prstDash val="solid"/>
                <a:round/>
              </a:ln>
              <a:effectLst>
                <a:outerShdw blurRad="254000" dist="127000" algn="ctr" rotWithShape="0">
                  <a:schemeClr val="bg1">
                    <a:lumMod val="6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r" defTabSz="685800">
                  <a:lnSpc>
                    <a:spcPct val="120000"/>
                  </a:lnSpc>
                </a:pPr>
                <a:endParaRPr lang="zh-CN" altLang="en-US" sz="1600" b="1" dirty="0">
                  <a:solidFill>
                    <a:schemeClr val="tx1"/>
                  </a:solidFill>
                  <a:latin typeface="微软雅黑"/>
                  <a:ea typeface="微软雅黑"/>
                  <a:cs typeface="+mn-ea"/>
                  <a:sym typeface="+mn-lt"/>
                </a:endParaRPr>
              </a:p>
            </p:txBody>
          </p:sp>
          <p:sp>
            <p:nvSpPr>
              <p:cNvPr id="34" name="iṧļïḑe">
                <a:extLst>
                  <a:ext uri="{FF2B5EF4-FFF2-40B4-BE49-F238E27FC236}">
                    <a16:creationId xmlns:a16="http://schemas.microsoft.com/office/drawing/2014/main" id="{8460DE68-7BA0-488C-B0EA-4396F6D68CBA}"/>
                  </a:ext>
                </a:extLst>
              </p:cNvPr>
              <p:cNvSpPr txBox="1"/>
              <p:nvPr/>
            </p:nvSpPr>
            <p:spPr bwMode="auto">
              <a:xfrm>
                <a:off x="441621" y="2143430"/>
                <a:ext cx="2136171" cy="7943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defTabSz="685783">
                  <a:lnSpc>
                    <a:spcPct val="120000"/>
                  </a:lnSpc>
                  <a:spcBef>
                    <a:spcPct val="0"/>
                  </a:spcBef>
                </a:pPr>
                <a:r>
                  <a:rPr lang="en-US" altLang="zh-CN" sz="1600" dirty="0">
                    <a:latin typeface="微软雅黑"/>
                    <a:ea typeface="微软雅黑"/>
                    <a:cs typeface="+mn-ea"/>
                    <a:sym typeface="+mn-lt"/>
                  </a:rPr>
                  <a:t>LLM</a:t>
                </a:r>
                <a:r>
                  <a:rPr lang="zh-CN" altLang="en-US" sz="1600" dirty="0">
                    <a:latin typeface="微软雅黑"/>
                    <a:ea typeface="微软雅黑"/>
                    <a:cs typeface="+mn-ea"/>
                    <a:sym typeface="+mn-lt"/>
                  </a:rPr>
                  <a:t>的</a:t>
                </a:r>
                <a:r>
                  <a:rPr lang="zh-CN" altLang="en-US" sz="1600" b="1" dirty="0">
                    <a:solidFill>
                      <a:srgbClr val="016371"/>
                    </a:solidFill>
                    <a:latin typeface="微软雅黑"/>
                    <a:ea typeface="微软雅黑"/>
                    <a:cs typeface="+mn-ea"/>
                    <a:sym typeface="+mn-lt"/>
                  </a:rPr>
                  <a:t>语义理解</a:t>
                </a:r>
                <a:r>
                  <a:rPr lang="zh-CN" altLang="en-US" sz="1600" dirty="0">
                    <a:latin typeface="微软雅黑"/>
                    <a:ea typeface="微软雅黑"/>
                    <a:cs typeface="+mn-ea"/>
                    <a:sym typeface="+mn-lt"/>
                  </a:rPr>
                  <a:t>和</a:t>
                </a:r>
                <a:r>
                  <a:rPr lang="zh-CN" altLang="en-US" sz="1600" b="1" dirty="0">
                    <a:solidFill>
                      <a:srgbClr val="016371"/>
                    </a:solidFill>
                    <a:latin typeface="微软雅黑"/>
                    <a:ea typeface="微软雅黑"/>
                    <a:cs typeface="+mn-ea"/>
                    <a:sym typeface="+mn-lt"/>
                  </a:rPr>
                  <a:t>逻辑推理</a:t>
                </a:r>
                <a:r>
                  <a:rPr lang="zh-CN" altLang="en-US" sz="1600" dirty="0">
                    <a:latin typeface="微软雅黑"/>
                    <a:ea typeface="微软雅黑"/>
                    <a:cs typeface="+mn-ea"/>
                    <a:sym typeface="+mn-lt"/>
                  </a:rPr>
                  <a:t>提供新思路</a:t>
                </a:r>
                <a:endParaRPr lang="en-US" altLang="zh-CN" sz="1600" b="1" dirty="0">
                  <a:solidFill>
                    <a:srgbClr val="016371"/>
                  </a:solidFill>
                  <a:latin typeface="微软雅黑"/>
                  <a:ea typeface="微软雅黑"/>
                  <a:cs typeface="+mn-ea"/>
                  <a:sym typeface="+mn-lt"/>
                </a:endParaRPr>
              </a:p>
            </p:txBody>
          </p:sp>
        </p:grpSp>
      </p:grpSp>
      <p:grpSp>
        <p:nvGrpSpPr>
          <p:cNvPr id="10" name="组合 9">
            <a:extLst>
              <a:ext uri="{FF2B5EF4-FFF2-40B4-BE49-F238E27FC236}">
                <a16:creationId xmlns:a16="http://schemas.microsoft.com/office/drawing/2014/main" id="{4C1319BF-2688-4F28-AFE0-8C29CD283E97}"/>
              </a:ext>
            </a:extLst>
          </p:cNvPr>
          <p:cNvGrpSpPr/>
          <p:nvPr/>
        </p:nvGrpSpPr>
        <p:grpSpPr>
          <a:xfrm>
            <a:off x="3202905" y="3075806"/>
            <a:ext cx="2449215" cy="1685505"/>
            <a:chOff x="3202905" y="3153494"/>
            <a:chExt cx="2449215" cy="1685505"/>
          </a:xfrm>
        </p:grpSpPr>
        <p:sp>
          <p:nvSpPr>
            <p:cNvPr id="78" name="išľîḓê">
              <a:extLst>
                <a:ext uri="{FF2B5EF4-FFF2-40B4-BE49-F238E27FC236}">
                  <a16:creationId xmlns:a16="http://schemas.microsoft.com/office/drawing/2014/main" id="{8B7F519E-4554-4E19-B173-EF544AE9886F}"/>
                </a:ext>
              </a:extLst>
            </p:cNvPr>
            <p:cNvSpPr/>
            <p:nvPr/>
          </p:nvSpPr>
          <p:spPr>
            <a:xfrm>
              <a:off x="3647508" y="3153494"/>
              <a:ext cx="1560009" cy="424011"/>
            </a:xfrm>
            <a:prstGeom prst="chevron">
              <a:avLst>
                <a:gd name="adj" fmla="val 30000"/>
              </a:avLst>
            </a:prstGeom>
            <a:solidFill>
              <a:srgbClr val="569480"/>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normAutofit/>
            </a:bodyPr>
            <a:lstStyle/>
            <a:p>
              <a:pPr algn="ctr" defTabSz="914378">
                <a:lnSpc>
                  <a:spcPct val="120000"/>
                </a:lnSpc>
              </a:pPr>
              <a:r>
                <a:rPr lang="zh-CN" altLang="en-US" b="1" dirty="0">
                  <a:solidFill>
                    <a:srgbClr val="FFFFFF"/>
                  </a:solidFill>
                  <a:latin typeface="微软雅黑"/>
                  <a:ea typeface="微软雅黑"/>
                  <a:cs typeface="+mn-ea"/>
                  <a:sym typeface="+mn-lt"/>
                </a:rPr>
                <a:t>问题</a:t>
              </a:r>
            </a:p>
          </p:txBody>
        </p:sp>
        <p:grpSp>
          <p:nvGrpSpPr>
            <p:cNvPr id="29" name="组合 28">
              <a:extLst>
                <a:ext uri="{FF2B5EF4-FFF2-40B4-BE49-F238E27FC236}">
                  <a16:creationId xmlns:a16="http://schemas.microsoft.com/office/drawing/2014/main" id="{865A1E92-1252-4BA1-8DC5-92BDC510F7CD}"/>
                </a:ext>
              </a:extLst>
            </p:cNvPr>
            <p:cNvGrpSpPr/>
            <p:nvPr/>
          </p:nvGrpSpPr>
          <p:grpSpPr>
            <a:xfrm>
              <a:off x="3202905" y="3765610"/>
              <a:ext cx="2449215" cy="1073389"/>
              <a:chOff x="184270" y="1934171"/>
              <a:chExt cx="2449214" cy="1073389"/>
            </a:xfrm>
            <a:effectLst/>
          </p:grpSpPr>
          <p:sp>
            <p:nvSpPr>
              <p:cNvPr id="30" name="îŝ1iḍê">
                <a:extLst>
                  <a:ext uri="{FF2B5EF4-FFF2-40B4-BE49-F238E27FC236}">
                    <a16:creationId xmlns:a16="http://schemas.microsoft.com/office/drawing/2014/main" id="{1532B4E9-713F-4B3C-A0F8-E04FCAEF5750}"/>
                  </a:ext>
                </a:extLst>
              </p:cNvPr>
              <p:cNvSpPr/>
              <p:nvPr/>
            </p:nvSpPr>
            <p:spPr>
              <a:xfrm flipH="1">
                <a:off x="184270" y="1934171"/>
                <a:ext cx="2449214" cy="1073389"/>
              </a:xfrm>
              <a:prstGeom prst="rect">
                <a:avLst/>
              </a:prstGeom>
              <a:solidFill>
                <a:schemeClr val="bg1"/>
              </a:solidFill>
              <a:ln w="12700" cap="rnd">
                <a:noFill/>
                <a:prstDash val="solid"/>
                <a:round/>
              </a:ln>
              <a:effectLst>
                <a:outerShdw blurRad="254000" dist="127000" algn="ctr" rotWithShape="0">
                  <a:schemeClr val="bg1">
                    <a:lumMod val="6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r" defTabSz="685800">
                  <a:lnSpc>
                    <a:spcPct val="120000"/>
                  </a:lnSpc>
                </a:pPr>
                <a:endParaRPr lang="zh-CN" altLang="en-US" sz="1600" b="1" dirty="0">
                  <a:solidFill>
                    <a:schemeClr val="tx1"/>
                  </a:solidFill>
                  <a:latin typeface="微软雅黑"/>
                  <a:ea typeface="微软雅黑"/>
                  <a:cs typeface="+mn-ea"/>
                  <a:sym typeface="+mn-lt"/>
                </a:endParaRPr>
              </a:p>
            </p:txBody>
          </p:sp>
          <p:sp>
            <p:nvSpPr>
              <p:cNvPr id="31" name="iṧļïḑe">
                <a:extLst>
                  <a:ext uri="{FF2B5EF4-FFF2-40B4-BE49-F238E27FC236}">
                    <a16:creationId xmlns:a16="http://schemas.microsoft.com/office/drawing/2014/main" id="{3D8FEB16-6FCD-47B8-9869-7FE1963ACB17}"/>
                  </a:ext>
                </a:extLst>
              </p:cNvPr>
              <p:cNvSpPr txBox="1"/>
              <p:nvPr/>
            </p:nvSpPr>
            <p:spPr bwMode="auto">
              <a:xfrm>
                <a:off x="435576" y="2073678"/>
                <a:ext cx="1997217" cy="7943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defTabSz="685783">
                  <a:lnSpc>
                    <a:spcPct val="120000"/>
                  </a:lnSpc>
                  <a:spcBef>
                    <a:spcPct val="0"/>
                  </a:spcBef>
                </a:pPr>
                <a:endParaRPr lang="en-US" altLang="zh-CN" sz="1600" b="1" dirty="0">
                  <a:solidFill>
                    <a:srgbClr val="016371"/>
                  </a:solidFill>
                  <a:latin typeface="微软雅黑"/>
                  <a:ea typeface="微软雅黑"/>
                  <a:cs typeface="+mn-ea"/>
                  <a:sym typeface="+mn-lt"/>
                </a:endParaRPr>
              </a:p>
            </p:txBody>
          </p:sp>
        </p:grpSp>
        <p:sp>
          <p:nvSpPr>
            <p:cNvPr id="35" name="iṧļïḑe">
              <a:extLst>
                <a:ext uri="{FF2B5EF4-FFF2-40B4-BE49-F238E27FC236}">
                  <a16:creationId xmlns:a16="http://schemas.microsoft.com/office/drawing/2014/main" id="{161FDC46-7802-4EA6-B67A-0F189F3F520D}"/>
                </a:ext>
              </a:extLst>
            </p:cNvPr>
            <p:cNvSpPr txBox="1"/>
            <p:nvPr/>
          </p:nvSpPr>
          <p:spPr bwMode="auto">
            <a:xfrm>
              <a:off x="3278495" y="3974869"/>
              <a:ext cx="2298035" cy="7943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defTabSz="685783">
                <a:lnSpc>
                  <a:spcPct val="120000"/>
                </a:lnSpc>
                <a:spcBef>
                  <a:spcPct val="0"/>
                </a:spcBef>
              </a:pPr>
              <a:r>
                <a:rPr lang="zh-CN" altLang="en-US" sz="1600" dirty="0">
                  <a:latin typeface="微软雅黑"/>
                  <a:ea typeface="微软雅黑"/>
                  <a:cs typeface="+mn-ea"/>
                  <a:sym typeface="+mn-lt"/>
                </a:rPr>
                <a:t>专业制图费时费力</a:t>
              </a:r>
              <a:endParaRPr lang="en-US" altLang="zh-CN" sz="1600" dirty="0">
                <a:latin typeface="微软雅黑"/>
                <a:ea typeface="微软雅黑"/>
                <a:cs typeface="+mn-ea"/>
                <a:sym typeface="+mn-lt"/>
              </a:endParaRPr>
            </a:p>
            <a:p>
              <a:pPr algn="ctr" defTabSz="685783">
                <a:lnSpc>
                  <a:spcPct val="120000"/>
                </a:lnSpc>
                <a:spcBef>
                  <a:spcPct val="0"/>
                </a:spcBef>
              </a:pPr>
              <a:r>
                <a:rPr lang="zh-CN" altLang="en-US" sz="1600" dirty="0">
                  <a:latin typeface="微软雅黑"/>
                  <a:ea typeface="微软雅黑"/>
                  <a:cs typeface="+mn-ea"/>
                  <a:sym typeface="+mn-lt"/>
                </a:rPr>
                <a:t>大众制图质量</a:t>
              </a:r>
              <a:r>
                <a:rPr lang="zh-CN" altLang="en-US" sz="1600" b="1" dirty="0">
                  <a:solidFill>
                    <a:srgbClr val="016371"/>
                  </a:solidFill>
                  <a:latin typeface="微软雅黑"/>
                  <a:ea typeface="微软雅黑"/>
                  <a:cs typeface="+mn-ea"/>
                  <a:sym typeface="+mn-lt"/>
                </a:rPr>
                <a:t>参差不齐</a:t>
              </a:r>
              <a:endParaRPr lang="en-US" altLang="zh-CN" sz="1600" b="1" dirty="0">
                <a:solidFill>
                  <a:srgbClr val="016371"/>
                </a:solidFill>
                <a:latin typeface="微软雅黑"/>
                <a:ea typeface="微软雅黑"/>
                <a:cs typeface="+mn-ea"/>
                <a:sym typeface="+mn-lt"/>
              </a:endParaRPr>
            </a:p>
          </p:txBody>
        </p:sp>
      </p:grpSp>
      <p:sp>
        <p:nvSpPr>
          <p:cNvPr id="13" name="AutoShape 2" descr="https://reticular.hypotheses.org/files/2022/06/Carto26_0002-084-500x500.png">
            <a:extLst>
              <a:ext uri="{FF2B5EF4-FFF2-40B4-BE49-F238E27FC236}">
                <a16:creationId xmlns:a16="http://schemas.microsoft.com/office/drawing/2014/main" id="{81F90318-B0E5-419D-A8E6-9711F659B974}"/>
              </a:ext>
            </a:extLst>
          </p:cNvPr>
          <p:cNvSpPr>
            <a:spLocks noChangeAspect="1" noChangeArrowheads="1"/>
          </p:cNvSpPr>
          <p:nvPr/>
        </p:nvSpPr>
        <p:spPr bwMode="auto">
          <a:xfrm>
            <a:off x="2190750" y="190500"/>
            <a:ext cx="4762500" cy="47625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15" name="图片 14">
            <a:extLst>
              <a:ext uri="{FF2B5EF4-FFF2-40B4-BE49-F238E27FC236}">
                <a16:creationId xmlns:a16="http://schemas.microsoft.com/office/drawing/2014/main" id="{D05C2BEF-C0B6-44A9-BC9B-AA781833AC5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13436" y="862301"/>
            <a:ext cx="1992203" cy="1992203"/>
          </a:xfrm>
          <a:prstGeom prst="rect">
            <a:avLst/>
          </a:prstGeom>
        </p:spPr>
      </p:pic>
      <p:pic>
        <p:nvPicPr>
          <p:cNvPr id="1030" name="Picture 6" descr="Image result for 地图">
            <a:extLst>
              <a:ext uri="{FF2B5EF4-FFF2-40B4-BE49-F238E27FC236}">
                <a16:creationId xmlns:a16="http://schemas.microsoft.com/office/drawing/2014/main" id="{5AD0569D-2C55-4487-BB94-C0DFB943174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24087" y="882449"/>
            <a:ext cx="2606479" cy="1971287"/>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245096483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矩形 103">
            <a:extLst>
              <a:ext uri="{FF2B5EF4-FFF2-40B4-BE49-F238E27FC236}">
                <a16:creationId xmlns:a16="http://schemas.microsoft.com/office/drawing/2014/main" id="{5EE1AC8D-D61E-4672-AE4A-A30BFE59230C}"/>
              </a:ext>
            </a:extLst>
          </p:cNvPr>
          <p:cNvSpPr/>
          <p:nvPr/>
        </p:nvSpPr>
        <p:spPr>
          <a:xfrm>
            <a:off x="323528" y="786650"/>
            <a:ext cx="8496944" cy="4137961"/>
          </a:xfrm>
          <a:prstGeom prst="rect">
            <a:avLst/>
          </a:prstGeom>
          <a:solidFill>
            <a:schemeClr val="tx1">
              <a:lumMod val="50000"/>
              <a:lumOff val="50000"/>
              <a:alpha val="1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zh-CN" altLang="en-US" sz="1600" dirty="0">
              <a:solidFill>
                <a:prstClr val="white"/>
              </a:solidFill>
              <a:latin typeface="微软雅黑" panose="020B0503020204020204" pitchFamily="34" charset="-122"/>
              <a:ea typeface="微软雅黑" panose="020B0503020204020204" pitchFamily="34" charset="-122"/>
            </a:endParaRPr>
          </a:p>
        </p:txBody>
      </p:sp>
      <p:grpSp>
        <p:nvGrpSpPr>
          <p:cNvPr id="62" name="组合 61">
            <a:extLst>
              <a:ext uri="{FF2B5EF4-FFF2-40B4-BE49-F238E27FC236}">
                <a16:creationId xmlns:a16="http://schemas.microsoft.com/office/drawing/2014/main" id="{2F2309ED-BF25-46FA-B6B3-E4E33445C3A5}"/>
              </a:ext>
            </a:extLst>
          </p:cNvPr>
          <p:cNvGrpSpPr/>
          <p:nvPr/>
        </p:nvGrpSpPr>
        <p:grpSpPr>
          <a:xfrm>
            <a:off x="0" y="104325"/>
            <a:ext cx="2196552" cy="447238"/>
            <a:chOff x="0" y="104324"/>
            <a:chExt cx="1980448" cy="447238"/>
          </a:xfrm>
        </p:grpSpPr>
        <p:sp>
          <p:nvSpPr>
            <p:cNvPr id="60" name="矩形 1">
              <a:extLst>
                <a:ext uri="{FF2B5EF4-FFF2-40B4-BE49-F238E27FC236}">
                  <a16:creationId xmlns:a16="http://schemas.microsoft.com/office/drawing/2014/main" id="{72C485CC-2508-40A8-B97B-3FE6C671D4F6}"/>
                </a:ext>
              </a:extLst>
            </p:cNvPr>
            <p:cNvSpPr/>
            <p:nvPr/>
          </p:nvSpPr>
          <p:spPr>
            <a:xfrm>
              <a:off x="0" y="123478"/>
              <a:ext cx="1979712" cy="408931"/>
            </a:xfrm>
            <a:custGeom>
              <a:avLst/>
              <a:gdLst>
                <a:gd name="connsiteX0" fmla="*/ 0 w 4211960"/>
                <a:gd name="connsiteY0" fmla="*/ 0 h 2088232"/>
                <a:gd name="connsiteX1" fmla="*/ 4211960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101133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281963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319192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11960" h="2088232">
                  <a:moveTo>
                    <a:pt x="0" y="0"/>
                  </a:moveTo>
                  <a:lnTo>
                    <a:pt x="3319192" y="0"/>
                  </a:lnTo>
                  <a:lnTo>
                    <a:pt x="4211960" y="2088232"/>
                  </a:lnTo>
                  <a:lnTo>
                    <a:pt x="0" y="2088232"/>
                  </a:lnTo>
                  <a:lnTo>
                    <a:pt x="0" y="0"/>
                  </a:lnTo>
                  <a:close/>
                </a:path>
              </a:pathLst>
            </a:custGeom>
            <a:solidFill>
              <a:srgbClr val="0163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8">
                <a:lnSpc>
                  <a:spcPct val="120000"/>
                </a:lnSpc>
              </a:pPr>
              <a:endParaRPr lang="zh-CN" altLang="en-US" sz="2400">
                <a:solidFill>
                  <a:srgbClr val="FFFFFF"/>
                </a:solidFill>
                <a:latin typeface="微软雅黑"/>
                <a:ea typeface="微软雅黑"/>
                <a:cs typeface="+mn-ea"/>
                <a:sym typeface="+mn-lt"/>
              </a:endParaRPr>
            </a:p>
          </p:txBody>
        </p:sp>
        <p:sp>
          <p:nvSpPr>
            <p:cNvPr id="61" name="文本框 60">
              <a:extLst>
                <a:ext uri="{FF2B5EF4-FFF2-40B4-BE49-F238E27FC236}">
                  <a16:creationId xmlns:a16="http://schemas.microsoft.com/office/drawing/2014/main" id="{D99DF1AB-EC0A-4803-955A-135B15D8CB4F}"/>
                </a:ext>
              </a:extLst>
            </p:cNvPr>
            <p:cNvSpPr txBox="1"/>
            <p:nvPr/>
          </p:nvSpPr>
          <p:spPr>
            <a:xfrm>
              <a:off x="736" y="104324"/>
              <a:ext cx="1979712" cy="447238"/>
            </a:xfrm>
            <a:prstGeom prst="rect">
              <a:avLst/>
            </a:prstGeom>
            <a:noFill/>
          </p:spPr>
          <p:txBody>
            <a:bodyPr wrap="square" rtlCol="0">
              <a:spAutoFit/>
            </a:bodyPr>
            <a:lstStyle/>
            <a:p>
              <a:pPr defTabSz="914378">
                <a:lnSpc>
                  <a:spcPct val="120000"/>
                </a:lnSpc>
              </a:pPr>
              <a:r>
                <a:rPr lang="en-US" altLang="zh-CN" sz="2100" dirty="0">
                  <a:solidFill>
                    <a:srgbClr val="FFFFFF"/>
                  </a:solidFill>
                  <a:latin typeface="微软雅黑"/>
                  <a:ea typeface="微软雅黑"/>
                  <a:cs typeface="+mn-ea"/>
                  <a:sym typeface="+mn-lt"/>
                </a:rPr>
                <a:t>1.2  </a:t>
              </a:r>
              <a:r>
                <a:rPr lang="zh-CN" altLang="en-US" sz="2100" dirty="0">
                  <a:solidFill>
                    <a:srgbClr val="FFFFFF"/>
                  </a:solidFill>
                  <a:latin typeface="微软雅黑"/>
                  <a:ea typeface="微软雅黑"/>
                  <a:cs typeface="+mn-ea"/>
                  <a:sym typeface="+mn-lt"/>
                </a:rPr>
                <a:t>研究现状</a:t>
              </a:r>
            </a:p>
          </p:txBody>
        </p:sp>
      </p:grpSp>
      <p:grpSp>
        <p:nvGrpSpPr>
          <p:cNvPr id="105" name="组合 104">
            <a:extLst>
              <a:ext uri="{FF2B5EF4-FFF2-40B4-BE49-F238E27FC236}">
                <a16:creationId xmlns:a16="http://schemas.microsoft.com/office/drawing/2014/main" id="{C924FF10-D264-4F9C-8687-779ED7C89C09}"/>
              </a:ext>
            </a:extLst>
          </p:cNvPr>
          <p:cNvGrpSpPr/>
          <p:nvPr/>
        </p:nvGrpSpPr>
        <p:grpSpPr>
          <a:xfrm>
            <a:off x="746179" y="926948"/>
            <a:ext cx="7685841" cy="1143024"/>
            <a:chOff x="895231" y="2310250"/>
            <a:chExt cx="10623669" cy="1868291"/>
          </a:xfrm>
        </p:grpSpPr>
        <p:sp>
          <p:nvSpPr>
            <p:cNvPr id="106" name="圆角矩形 59">
              <a:extLst>
                <a:ext uri="{FF2B5EF4-FFF2-40B4-BE49-F238E27FC236}">
                  <a16:creationId xmlns:a16="http://schemas.microsoft.com/office/drawing/2014/main" id="{51DAB5EA-6497-42DD-A391-FD731262F137}"/>
                </a:ext>
              </a:extLst>
            </p:cNvPr>
            <p:cNvSpPr/>
            <p:nvPr/>
          </p:nvSpPr>
          <p:spPr>
            <a:xfrm>
              <a:off x="895231" y="2310250"/>
              <a:ext cx="10623669" cy="1868291"/>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zh-CN" altLang="en-US" sz="1600">
                <a:solidFill>
                  <a:prstClr val="white"/>
                </a:solidFill>
                <a:latin typeface="微软雅黑" panose="020B0503020204020204" pitchFamily="34" charset="-122"/>
                <a:ea typeface="微软雅黑" panose="020B0503020204020204" pitchFamily="34" charset="-122"/>
              </a:endParaRPr>
            </a:p>
          </p:txBody>
        </p:sp>
        <p:grpSp>
          <p:nvGrpSpPr>
            <p:cNvPr id="107" name="组合 106">
              <a:extLst>
                <a:ext uri="{FF2B5EF4-FFF2-40B4-BE49-F238E27FC236}">
                  <a16:creationId xmlns:a16="http://schemas.microsoft.com/office/drawing/2014/main" id="{A59406F6-8788-4DED-8687-BBFAB24DF8CF}"/>
                </a:ext>
              </a:extLst>
            </p:cNvPr>
            <p:cNvGrpSpPr/>
            <p:nvPr/>
          </p:nvGrpSpPr>
          <p:grpSpPr>
            <a:xfrm>
              <a:off x="1222295" y="2591131"/>
              <a:ext cx="10200353" cy="1287219"/>
              <a:chOff x="1222295" y="2628980"/>
              <a:chExt cx="10200353" cy="1287219"/>
            </a:xfrm>
          </p:grpSpPr>
          <p:sp>
            <p:nvSpPr>
              <p:cNvPr id="108" name="文本框 107">
                <a:extLst>
                  <a:ext uri="{FF2B5EF4-FFF2-40B4-BE49-F238E27FC236}">
                    <a16:creationId xmlns:a16="http://schemas.microsoft.com/office/drawing/2014/main" id="{563FE99D-8C01-40B7-BDD4-202A06F7BDD9}"/>
                  </a:ext>
                </a:extLst>
              </p:cNvPr>
              <p:cNvSpPr txBox="1"/>
              <p:nvPr/>
            </p:nvSpPr>
            <p:spPr>
              <a:xfrm>
                <a:off x="1222295" y="2999269"/>
                <a:ext cx="2472828" cy="565949"/>
              </a:xfrm>
              <a:prstGeom prst="rect">
                <a:avLst/>
              </a:prstGeom>
              <a:noFill/>
              <a:ln w="12700"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spAutoFit/>
              </a:bodyPr>
              <a:lstStyle>
                <a:defPPr>
                  <a:defRPr lang="zh-CN"/>
                </a:defPPr>
                <a:lvl1pPr algn="ctr" defTabSz="914354">
                  <a:defRPr sz="1400" b="1">
                    <a:solidFill>
                      <a:schemeClr val="tx1">
                        <a:lumMod val="90000"/>
                        <a:lumOff val="1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defTabSz="685766"/>
                <a:r>
                  <a:rPr lang="zh-CN" altLang="en-US" sz="1800" dirty="0">
                    <a:solidFill>
                      <a:srgbClr val="016371"/>
                    </a:solidFill>
                    <a:latin typeface="微软雅黑" panose="020B0503020204020204" pitchFamily="34" charset="-122"/>
                    <a:ea typeface="微软雅黑" panose="020B0503020204020204" pitchFamily="34" charset="-122"/>
                  </a:rPr>
                  <a:t>专业化制图方法</a:t>
                </a:r>
                <a:endParaRPr lang="en-US" altLang="zh-CN" sz="1800" dirty="0">
                  <a:solidFill>
                    <a:srgbClr val="016371"/>
                  </a:solidFill>
                  <a:latin typeface="微软雅黑" panose="020B0503020204020204" pitchFamily="34" charset="-122"/>
                  <a:ea typeface="微软雅黑" panose="020B0503020204020204" pitchFamily="34" charset="-122"/>
                </a:endParaRPr>
              </a:p>
            </p:txBody>
          </p:sp>
          <p:sp>
            <p:nvSpPr>
              <p:cNvPr id="109" name="矩形 108">
                <a:extLst>
                  <a:ext uri="{FF2B5EF4-FFF2-40B4-BE49-F238E27FC236}">
                    <a16:creationId xmlns:a16="http://schemas.microsoft.com/office/drawing/2014/main" id="{7641BE49-02E1-41C6-A140-1526746D902F}"/>
                  </a:ext>
                </a:extLst>
              </p:cNvPr>
              <p:cNvSpPr/>
              <p:nvPr/>
            </p:nvSpPr>
            <p:spPr>
              <a:xfrm>
                <a:off x="3705505" y="2628980"/>
                <a:ext cx="7717143" cy="1287219"/>
              </a:xfrm>
              <a:prstGeom prst="rect">
                <a:avLst/>
              </a:prstGeom>
            </p:spPr>
            <p:txBody>
              <a:bodyPr wrap="square" anchor="t" anchorCtr="0">
                <a:spAutoFit/>
              </a:bodyPr>
              <a:lstStyle/>
              <a:p>
                <a:pPr defTabSz="685800">
                  <a:lnSpc>
                    <a:spcPct val="150000"/>
                  </a:lnSpc>
                </a:pPr>
                <a:r>
                  <a:rPr lang="zh-CN" altLang="en-US" sz="1600" b="1" dirty="0">
                    <a:solidFill>
                      <a:prstClr val="black"/>
                    </a:solidFill>
                    <a:latin typeface="微软雅黑" panose="020B0503020204020204" pitchFamily="34" charset="-122"/>
                    <a:ea typeface="微软雅黑" panose="020B0503020204020204" pitchFamily="34" charset="-122"/>
                  </a:rPr>
                  <a:t>制图知识表达</a:t>
                </a:r>
                <a:r>
                  <a:rPr lang="zh-CN" altLang="en-US" sz="1600" dirty="0">
                    <a:solidFill>
                      <a:prstClr val="black"/>
                    </a:solidFill>
                    <a:latin typeface="微软雅黑" panose="020B0503020204020204" pitchFamily="34" charset="-122"/>
                    <a:ea typeface="微软雅黑" panose="020B0503020204020204" pitchFamily="34" charset="-122"/>
                  </a:rPr>
                  <a:t>：产生式规则、地图框架、语义网络</a:t>
                </a:r>
                <a:endParaRPr lang="en-US" altLang="zh-CN" sz="1600" dirty="0">
                  <a:solidFill>
                    <a:prstClr val="black"/>
                  </a:solidFill>
                  <a:latin typeface="微软雅黑" panose="020B0503020204020204" pitchFamily="34" charset="-122"/>
                  <a:ea typeface="微软雅黑" panose="020B0503020204020204" pitchFamily="34" charset="-122"/>
                </a:endParaRPr>
              </a:p>
              <a:p>
                <a:pPr defTabSz="685800">
                  <a:lnSpc>
                    <a:spcPct val="150000"/>
                  </a:lnSpc>
                </a:pPr>
                <a:r>
                  <a:rPr lang="zh-CN" altLang="en-US" sz="1600" b="1" dirty="0">
                    <a:solidFill>
                      <a:prstClr val="black"/>
                    </a:solidFill>
                    <a:latin typeface="微软雅黑" panose="020B0503020204020204" pitchFamily="34" charset="-122"/>
                    <a:ea typeface="微软雅黑" panose="020B0503020204020204" pitchFamily="34" charset="-122"/>
                  </a:rPr>
                  <a:t>制图模板匹配</a:t>
                </a:r>
                <a:r>
                  <a:rPr lang="zh-CN" altLang="en-US" sz="1600" dirty="0">
                    <a:solidFill>
                      <a:prstClr val="black"/>
                    </a:solidFill>
                    <a:latin typeface="微软雅黑" panose="020B0503020204020204" pitchFamily="34" charset="-122"/>
                    <a:ea typeface="微软雅黑" panose="020B0503020204020204" pitchFamily="34" charset="-122"/>
                  </a:rPr>
                  <a:t>：专题制图模板、通用制图模板、制图案例</a:t>
                </a:r>
                <a:endParaRPr lang="en-US" altLang="zh-CN" sz="1600" dirty="0">
                  <a:solidFill>
                    <a:prstClr val="black"/>
                  </a:solidFill>
                  <a:latin typeface="微软雅黑" panose="020B0503020204020204" pitchFamily="34" charset="-122"/>
                  <a:ea typeface="微软雅黑" panose="020B0503020204020204" pitchFamily="34" charset="-122"/>
                </a:endParaRPr>
              </a:p>
            </p:txBody>
          </p:sp>
        </p:grpSp>
      </p:grpSp>
      <p:grpSp>
        <p:nvGrpSpPr>
          <p:cNvPr id="3" name="组合 2">
            <a:extLst>
              <a:ext uri="{FF2B5EF4-FFF2-40B4-BE49-F238E27FC236}">
                <a16:creationId xmlns:a16="http://schemas.microsoft.com/office/drawing/2014/main" id="{397B3F76-4686-4AAF-B37C-5FA8F35BED15}"/>
              </a:ext>
            </a:extLst>
          </p:cNvPr>
          <p:cNvGrpSpPr/>
          <p:nvPr/>
        </p:nvGrpSpPr>
        <p:grpSpPr>
          <a:xfrm>
            <a:off x="746179" y="2243636"/>
            <a:ext cx="7685841" cy="1169223"/>
            <a:chOff x="746179" y="2243636"/>
            <a:chExt cx="7685841" cy="1169223"/>
          </a:xfrm>
        </p:grpSpPr>
        <p:grpSp>
          <p:nvGrpSpPr>
            <p:cNvPr id="111" name="组合 110">
              <a:extLst>
                <a:ext uri="{FF2B5EF4-FFF2-40B4-BE49-F238E27FC236}">
                  <a16:creationId xmlns:a16="http://schemas.microsoft.com/office/drawing/2014/main" id="{814969FB-B397-4C29-9DB0-A472A857DCBA}"/>
                </a:ext>
              </a:extLst>
            </p:cNvPr>
            <p:cNvGrpSpPr/>
            <p:nvPr/>
          </p:nvGrpSpPr>
          <p:grpSpPr>
            <a:xfrm>
              <a:off x="746179" y="2243636"/>
              <a:ext cx="7685841" cy="1169223"/>
              <a:chOff x="895231" y="2310249"/>
              <a:chExt cx="10623669" cy="1513248"/>
            </a:xfrm>
          </p:grpSpPr>
          <p:sp>
            <p:nvSpPr>
              <p:cNvPr id="113" name="圆角矩形 50">
                <a:extLst>
                  <a:ext uri="{FF2B5EF4-FFF2-40B4-BE49-F238E27FC236}">
                    <a16:creationId xmlns:a16="http://schemas.microsoft.com/office/drawing/2014/main" id="{7BE0BE08-A359-4A7E-83C3-86947FCD3824}"/>
                  </a:ext>
                </a:extLst>
              </p:cNvPr>
              <p:cNvSpPr/>
              <p:nvPr/>
            </p:nvSpPr>
            <p:spPr>
              <a:xfrm>
                <a:off x="895231" y="2310249"/>
                <a:ext cx="10623669" cy="1513248"/>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zh-CN" altLang="en-US" sz="1600">
                  <a:solidFill>
                    <a:prstClr val="white"/>
                  </a:solidFill>
                  <a:latin typeface="微软雅黑" panose="020B0503020204020204" pitchFamily="34" charset="-122"/>
                  <a:ea typeface="微软雅黑" panose="020B0503020204020204" pitchFamily="34" charset="-122"/>
                </a:endParaRPr>
              </a:p>
            </p:txBody>
          </p:sp>
          <p:sp>
            <p:nvSpPr>
              <p:cNvPr id="114" name="文本框 113">
                <a:extLst>
                  <a:ext uri="{FF2B5EF4-FFF2-40B4-BE49-F238E27FC236}">
                    <a16:creationId xmlns:a16="http://schemas.microsoft.com/office/drawing/2014/main" id="{45B310B1-E2B4-4B30-821F-C97E0160425C}"/>
                  </a:ext>
                </a:extLst>
              </p:cNvPr>
              <p:cNvSpPr txBox="1"/>
              <p:nvPr/>
            </p:nvSpPr>
            <p:spPr>
              <a:xfrm>
                <a:off x="1015421" y="2842808"/>
                <a:ext cx="2771425" cy="448127"/>
              </a:xfrm>
              <a:prstGeom prst="rect">
                <a:avLst/>
              </a:prstGeom>
              <a:noFill/>
              <a:ln w="12700"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spAutoFit/>
              </a:bodyPr>
              <a:lstStyle>
                <a:defPPr>
                  <a:defRPr lang="zh-CN"/>
                </a:defPPr>
                <a:lvl1pPr algn="ctr" defTabSz="914354">
                  <a:defRPr sz="1400" b="1">
                    <a:solidFill>
                      <a:schemeClr val="tx1">
                        <a:lumMod val="90000"/>
                        <a:lumOff val="1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defTabSz="685766"/>
                <a:r>
                  <a:rPr lang="zh-CN" altLang="en-US" sz="1800" dirty="0">
                    <a:solidFill>
                      <a:srgbClr val="016371"/>
                    </a:solidFill>
                    <a:latin typeface="微软雅黑" panose="020B0503020204020204" pitchFamily="34" charset="-122"/>
                    <a:ea typeface="微软雅黑" panose="020B0503020204020204" pitchFamily="34" charset="-122"/>
                  </a:rPr>
                  <a:t>人工智能赋能制图</a:t>
                </a:r>
                <a:endParaRPr lang="en-US" altLang="zh-CN" sz="1800" dirty="0">
                  <a:solidFill>
                    <a:srgbClr val="016371"/>
                  </a:solidFill>
                  <a:latin typeface="微软雅黑" panose="020B0503020204020204" pitchFamily="34" charset="-122"/>
                  <a:ea typeface="微软雅黑" panose="020B0503020204020204" pitchFamily="34" charset="-122"/>
                </a:endParaRPr>
              </a:p>
            </p:txBody>
          </p:sp>
        </p:grpSp>
        <p:sp>
          <p:nvSpPr>
            <p:cNvPr id="112" name="矩形 111">
              <a:extLst>
                <a:ext uri="{FF2B5EF4-FFF2-40B4-BE49-F238E27FC236}">
                  <a16:creationId xmlns:a16="http://schemas.microsoft.com/office/drawing/2014/main" id="{2BFC3C60-FF15-4BB1-8EFC-66A8B7E85D99}"/>
                </a:ext>
              </a:extLst>
            </p:cNvPr>
            <p:cNvSpPr/>
            <p:nvPr/>
          </p:nvSpPr>
          <p:spPr>
            <a:xfrm>
              <a:off x="2779309" y="2392154"/>
              <a:ext cx="5583076" cy="787523"/>
            </a:xfrm>
            <a:prstGeom prst="rect">
              <a:avLst/>
            </a:prstGeom>
          </p:spPr>
          <p:txBody>
            <a:bodyPr wrap="square" anchor="t" anchorCtr="0">
              <a:spAutoFit/>
            </a:bodyPr>
            <a:lstStyle/>
            <a:p>
              <a:pPr defTabSz="685800">
                <a:lnSpc>
                  <a:spcPct val="150000"/>
                </a:lnSpc>
              </a:pPr>
              <a:r>
                <a:rPr lang="zh-CN" altLang="en-US" sz="1600" b="1" dirty="0">
                  <a:solidFill>
                    <a:prstClr val="black"/>
                  </a:solidFill>
                  <a:latin typeface="微软雅黑" panose="020B0503020204020204" pitchFamily="34" charset="-122"/>
                  <a:ea typeface="微软雅黑" panose="020B0503020204020204" pitchFamily="34" charset="-122"/>
                </a:rPr>
                <a:t>单个制图流程</a:t>
              </a:r>
              <a:r>
                <a:rPr lang="zh-CN" altLang="en-US" sz="1600" dirty="0">
                  <a:solidFill>
                    <a:prstClr val="black"/>
                  </a:solidFill>
                  <a:latin typeface="微软雅黑" panose="020B0503020204020204" pitchFamily="34" charset="-122"/>
                  <a:ea typeface="微软雅黑" panose="020B0503020204020204" pitchFamily="34" charset="-122"/>
                </a:rPr>
                <a:t>：数据提取、制图综合、符号自动化配置等</a:t>
              </a:r>
              <a:endParaRPr lang="en-US" altLang="zh-CN" sz="1600" dirty="0">
                <a:solidFill>
                  <a:prstClr val="black"/>
                </a:solidFill>
                <a:latin typeface="微软雅黑" panose="020B0503020204020204" pitchFamily="34" charset="-122"/>
                <a:ea typeface="微软雅黑" panose="020B0503020204020204" pitchFamily="34" charset="-122"/>
              </a:endParaRPr>
            </a:p>
            <a:p>
              <a:pPr defTabSz="685800">
                <a:lnSpc>
                  <a:spcPct val="150000"/>
                </a:lnSpc>
              </a:pPr>
              <a:r>
                <a:rPr lang="zh-CN" altLang="en-US" sz="1600" b="1" dirty="0">
                  <a:solidFill>
                    <a:prstClr val="black"/>
                  </a:solidFill>
                  <a:latin typeface="微软雅黑" panose="020B0503020204020204" pitchFamily="34" charset="-122"/>
                  <a:ea typeface="微软雅黑" panose="020B0503020204020204" pitchFamily="34" charset="-122"/>
                </a:rPr>
                <a:t>制图全流程</a:t>
              </a:r>
              <a:r>
                <a:rPr lang="zh-CN" altLang="en-US" sz="1600" dirty="0">
                  <a:solidFill>
                    <a:prstClr val="black"/>
                  </a:solidFill>
                  <a:latin typeface="微软雅黑" panose="020B0503020204020204" pitchFamily="34" charset="-122"/>
                  <a:ea typeface="微软雅黑" panose="020B0503020204020204" pitchFamily="34" charset="-122"/>
                </a:rPr>
                <a:t>：地图风格迁移，</a:t>
              </a:r>
              <a:r>
                <a:rPr lang="en-US" altLang="zh-CN" sz="1600" dirty="0">
                  <a:solidFill>
                    <a:prstClr val="black"/>
                  </a:solidFill>
                  <a:latin typeface="微软雅黑" panose="020B0503020204020204" pitchFamily="34" charset="-122"/>
                  <a:ea typeface="微软雅黑" panose="020B0503020204020204" pitchFamily="34" charset="-122"/>
                </a:rPr>
                <a:t>LLM</a:t>
              </a:r>
              <a:r>
                <a:rPr lang="zh-CN" altLang="en-US" sz="1600" dirty="0">
                  <a:solidFill>
                    <a:prstClr val="black"/>
                  </a:solidFill>
                  <a:latin typeface="微软雅黑" panose="020B0503020204020204" pitchFamily="34" charset="-122"/>
                  <a:ea typeface="微软雅黑" panose="020B0503020204020204" pitchFamily="34" charset="-122"/>
                </a:rPr>
                <a:t>自动化绘制网络地图</a:t>
              </a:r>
              <a:endParaRPr lang="en-US" altLang="zh-CN" sz="1600" dirty="0">
                <a:solidFill>
                  <a:prstClr val="black"/>
                </a:solidFill>
                <a:latin typeface="微软雅黑" panose="020B0503020204020204" pitchFamily="34" charset="-122"/>
                <a:ea typeface="微软雅黑" panose="020B0503020204020204" pitchFamily="34" charset="-122"/>
              </a:endParaRPr>
            </a:p>
          </p:txBody>
        </p:sp>
      </p:grpSp>
      <p:grpSp>
        <p:nvGrpSpPr>
          <p:cNvPr id="4" name="组合 3">
            <a:extLst>
              <a:ext uri="{FF2B5EF4-FFF2-40B4-BE49-F238E27FC236}">
                <a16:creationId xmlns:a16="http://schemas.microsoft.com/office/drawing/2014/main" id="{A609049C-B657-431C-84EE-B4E5C1C255BD}"/>
              </a:ext>
            </a:extLst>
          </p:cNvPr>
          <p:cNvGrpSpPr/>
          <p:nvPr/>
        </p:nvGrpSpPr>
        <p:grpSpPr>
          <a:xfrm>
            <a:off x="746179" y="3535665"/>
            <a:ext cx="7685841" cy="1240499"/>
            <a:chOff x="746179" y="3535665"/>
            <a:chExt cx="7685841" cy="1240499"/>
          </a:xfrm>
        </p:grpSpPr>
        <p:grpSp>
          <p:nvGrpSpPr>
            <p:cNvPr id="120" name="组合 119">
              <a:extLst>
                <a:ext uri="{FF2B5EF4-FFF2-40B4-BE49-F238E27FC236}">
                  <a16:creationId xmlns:a16="http://schemas.microsoft.com/office/drawing/2014/main" id="{5491B331-1E3B-4FB3-8CF3-B5C7F7F18727}"/>
                </a:ext>
              </a:extLst>
            </p:cNvPr>
            <p:cNvGrpSpPr/>
            <p:nvPr/>
          </p:nvGrpSpPr>
          <p:grpSpPr>
            <a:xfrm>
              <a:off x="746179" y="3535665"/>
              <a:ext cx="7685841" cy="1240499"/>
              <a:chOff x="895231" y="2310250"/>
              <a:chExt cx="10623669" cy="1692357"/>
            </a:xfrm>
          </p:grpSpPr>
          <p:sp>
            <p:nvSpPr>
              <p:cNvPr id="122" name="圆角矩形 22">
                <a:extLst>
                  <a:ext uri="{FF2B5EF4-FFF2-40B4-BE49-F238E27FC236}">
                    <a16:creationId xmlns:a16="http://schemas.microsoft.com/office/drawing/2014/main" id="{F3A3B8B3-A512-403B-BE90-0301139E5810}"/>
                  </a:ext>
                </a:extLst>
              </p:cNvPr>
              <p:cNvSpPr/>
              <p:nvPr/>
            </p:nvSpPr>
            <p:spPr>
              <a:xfrm>
                <a:off x="895231" y="2310250"/>
                <a:ext cx="10623669" cy="1692357"/>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zh-CN" altLang="en-US" sz="1600">
                  <a:solidFill>
                    <a:prstClr val="white"/>
                  </a:solidFill>
                  <a:latin typeface="微软雅黑" panose="020B0503020204020204" pitchFamily="34" charset="-122"/>
                  <a:ea typeface="微软雅黑" panose="020B0503020204020204" pitchFamily="34" charset="-122"/>
                </a:endParaRPr>
              </a:p>
            </p:txBody>
          </p:sp>
          <p:sp>
            <p:nvSpPr>
              <p:cNvPr id="123" name="文本框 122">
                <a:extLst>
                  <a:ext uri="{FF2B5EF4-FFF2-40B4-BE49-F238E27FC236}">
                    <a16:creationId xmlns:a16="http://schemas.microsoft.com/office/drawing/2014/main" id="{710B4FF3-8AA0-465A-A5A6-13A8962E14A8}"/>
                  </a:ext>
                </a:extLst>
              </p:cNvPr>
              <p:cNvSpPr txBox="1"/>
              <p:nvPr/>
            </p:nvSpPr>
            <p:spPr>
              <a:xfrm>
                <a:off x="1222295" y="2917103"/>
                <a:ext cx="2282334" cy="472372"/>
              </a:xfrm>
              <a:prstGeom prst="rect">
                <a:avLst/>
              </a:prstGeom>
              <a:noFill/>
              <a:ln w="12700"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spAutoFit/>
              </a:bodyPr>
              <a:lstStyle>
                <a:defPPr>
                  <a:defRPr lang="zh-CN"/>
                </a:defPPr>
                <a:lvl1pPr algn="ctr" defTabSz="914354">
                  <a:defRPr sz="1400" b="1">
                    <a:solidFill>
                      <a:schemeClr val="tx1">
                        <a:lumMod val="90000"/>
                        <a:lumOff val="1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defTabSz="685766"/>
                <a:r>
                  <a:rPr lang="zh-CN" altLang="en-US" sz="1800" dirty="0">
                    <a:solidFill>
                      <a:srgbClr val="016371"/>
                    </a:solidFill>
                    <a:latin typeface="微软雅黑" panose="020B0503020204020204" pitchFamily="34" charset="-122"/>
                    <a:ea typeface="微软雅黑" panose="020B0503020204020204" pitchFamily="34" charset="-122"/>
                  </a:rPr>
                  <a:t>现有研究不足</a:t>
                </a:r>
                <a:endParaRPr lang="en-US" altLang="zh-CN" sz="1800" dirty="0">
                  <a:solidFill>
                    <a:srgbClr val="016371"/>
                  </a:solidFill>
                  <a:latin typeface="微软雅黑" panose="020B0503020204020204" pitchFamily="34" charset="-122"/>
                  <a:ea typeface="微软雅黑" panose="020B0503020204020204" pitchFamily="34" charset="-122"/>
                </a:endParaRPr>
              </a:p>
            </p:txBody>
          </p:sp>
        </p:grpSp>
        <p:sp>
          <p:nvSpPr>
            <p:cNvPr id="121" name="矩形 120">
              <a:extLst>
                <a:ext uri="{FF2B5EF4-FFF2-40B4-BE49-F238E27FC236}">
                  <a16:creationId xmlns:a16="http://schemas.microsoft.com/office/drawing/2014/main" id="{AEDCDE23-83DA-4C80-B51D-8E8B4507F479}"/>
                </a:ext>
              </a:extLst>
            </p:cNvPr>
            <p:cNvSpPr/>
            <p:nvPr/>
          </p:nvSpPr>
          <p:spPr>
            <a:xfrm>
              <a:off x="2870603" y="3818244"/>
              <a:ext cx="5085773" cy="695190"/>
            </a:xfrm>
            <a:prstGeom prst="rect">
              <a:avLst/>
            </a:prstGeom>
          </p:spPr>
          <p:txBody>
            <a:bodyPr wrap="square" lIns="0" tIns="0" rIns="0" bIns="0" anchor="t" anchorCtr="0">
              <a:spAutoFit/>
            </a:bodyPr>
            <a:lstStyle/>
            <a:p>
              <a:pPr defTabSz="685800">
                <a:lnSpc>
                  <a:spcPct val="150000"/>
                </a:lnSpc>
              </a:pPr>
              <a:r>
                <a:rPr lang="zh-CN" altLang="en-US" sz="1600" dirty="0">
                  <a:solidFill>
                    <a:prstClr val="black"/>
                  </a:solidFill>
                  <a:latin typeface="微软雅黑" panose="020B0503020204020204" pitchFamily="34" charset="-122"/>
                  <a:ea typeface="微软雅黑" panose="020B0503020204020204" pitchFamily="34" charset="-122"/>
                </a:rPr>
                <a:t>专业制图方法需要较高</a:t>
              </a:r>
              <a:r>
                <a:rPr lang="zh-CN" altLang="en-US" sz="1600" b="1" dirty="0">
                  <a:solidFill>
                    <a:srgbClr val="FF0000"/>
                  </a:solidFill>
                  <a:latin typeface="微软雅黑" panose="020B0503020204020204" pitchFamily="34" charset="-122"/>
                  <a:ea typeface="微软雅黑" panose="020B0503020204020204" pitchFamily="34" charset="-122"/>
                </a:rPr>
                <a:t>专业背景知识、交互困难</a:t>
              </a:r>
              <a:endParaRPr lang="en-US" altLang="zh-CN" sz="1600" b="1" dirty="0">
                <a:solidFill>
                  <a:srgbClr val="FF0000"/>
                </a:solidFill>
                <a:latin typeface="微软雅黑" panose="020B0503020204020204" pitchFamily="34" charset="-122"/>
                <a:ea typeface="微软雅黑" panose="020B0503020204020204" pitchFamily="34" charset="-122"/>
              </a:endParaRPr>
            </a:p>
            <a:p>
              <a:pPr defTabSz="685800">
                <a:lnSpc>
                  <a:spcPct val="150000"/>
                </a:lnSpc>
              </a:pPr>
              <a:r>
                <a:rPr lang="zh-CN" altLang="en-US" sz="1600" dirty="0">
                  <a:solidFill>
                    <a:prstClr val="black"/>
                  </a:solidFill>
                  <a:latin typeface="微软雅黑" panose="020B0503020204020204" pitchFamily="34" charset="-122"/>
                  <a:ea typeface="微软雅黑" panose="020B0503020204020204" pitchFamily="34" charset="-122"/>
                </a:rPr>
                <a:t>现有智能化制图缺乏</a:t>
              </a:r>
              <a:r>
                <a:rPr lang="zh-CN" altLang="en-US" sz="1600" b="1" dirty="0">
                  <a:solidFill>
                    <a:srgbClr val="FF0000"/>
                  </a:solidFill>
                  <a:latin typeface="微软雅黑" panose="020B0503020204020204" pitchFamily="34" charset="-122"/>
                  <a:ea typeface="微软雅黑" panose="020B0503020204020204" pitchFamily="34" charset="-122"/>
                </a:rPr>
                <a:t>制图知识</a:t>
              </a:r>
              <a:endParaRPr lang="en-US" altLang="zh-CN" sz="1600" b="1" dirty="0">
                <a:solidFill>
                  <a:srgbClr val="FF0000"/>
                </a:solidFill>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68651031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2" name="组合 61">
            <a:extLst>
              <a:ext uri="{FF2B5EF4-FFF2-40B4-BE49-F238E27FC236}">
                <a16:creationId xmlns:a16="http://schemas.microsoft.com/office/drawing/2014/main" id="{2F2309ED-BF25-46FA-B6B3-E4E33445C3A5}"/>
              </a:ext>
            </a:extLst>
          </p:cNvPr>
          <p:cNvGrpSpPr/>
          <p:nvPr/>
        </p:nvGrpSpPr>
        <p:grpSpPr>
          <a:xfrm>
            <a:off x="-1" y="91403"/>
            <a:ext cx="3545886" cy="447238"/>
            <a:chOff x="-10955" y="91402"/>
            <a:chExt cx="2482121" cy="447238"/>
          </a:xfrm>
        </p:grpSpPr>
        <p:sp>
          <p:nvSpPr>
            <p:cNvPr id="60" name="矩形 1">
              <a:extLst>
                <a:ext uri="{FF2B5EF4-FFF2-40B4-BE49-F238E27FC236}">
                  <a16:creationId xmlns:a16="http://schemas.microsoft.com/office/drawing/2014/main" id="{72C485CC-2508-40A8-B97B-3FE6C671D4F6}"/>
                </a:ext>
              </a:extLst>
            </p:cNvPr>
            <p:cNvSpPr/>
            <p:nvPr/>
          </p:nvSpPr>
          <p:spPr>
            <a:xfrm>
              <a:off x="-10955" y="123478"/>
              <a:ext cx="2482121" cy="408931"/>
            </a:xfrm>
            <a:custGeom>
              <a:avLst/>
              <a:gdLst>
                <a:gd name="connsiteX0" fmla="*/ 0 w 4211960"/>
                <a:gd name="connsiteY0" fmla="*/ 0 h 2088232"/>
                <a:gd name="connsiteX1" fmla="*/ 4211960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101133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281963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319192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712023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11960" h="2088232">
                  <a:moveTo>
                    <a:pt x="0" y="0"/>
                  </a:moveTo>
                  <a:lnTo>
                    <a:pt x="3712023" y="0"/>
                  </a:lnTo>
                  <a:lnTo>
                    <a:pt x="4211960" y="2088232"/>
                  </a:lnTo>
                  <a:lnTo>
                    <a:pt x="0" y="2088232"/>
                  </a:lnTo>
                  <a:lnTo>
                    <a:pt x="0" y="0"/>
                  </a:lnTo>
                  <a:close/>
                </a:path>
              </a:pathLst>
            </a:custGeom>
            <a:solidFill>
              <a:srgbClr val="0163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8">
                <a:lnSpc>
                  <a:spcPct val="120000"/>
                </a:lnSpc>
              </a:pPr>
              <a:endParaRPr lang="zh-CN" altLang="en-US" sz="2400">
                <a:solidFill>
                  <a:srgbClr val="FFFFFF"/>
                </a:solidFill>
                <a:latin typeface="微软雅黑"/>
                <a:ea typeface="微软雅黑"/>
                <a:cs typeface="+mn-ea"/>
                <a:sym typeface="+mn-lt"/>
              </a:endParaRPr>
            </a:p>
          </p:txBody>
        </p:sp>
        <p:sp>
          <p:nvSpPr>
            <p:cNvPr id="61" name="文本框 60">
              <a:extLst>
                <a:ext uri="{FF2B5EF4-FFF2-40B4-BE49-F238E27FC236}">
                  <a16:creationId xmlns:a16="http://schemas.microsoft.com/office/drawing/2014/main" id="{D99DF1AB-EC0A-4803-955A-135B15D8CB4F}"/>
                </a:ext>
              </a:extLst>
            </p:cNvPr>
            <p:cNvSpPr txBox="1"/>
            <p:nvPr/>
          </p:nvSpPr>
          <p:spPr>
            <a:xfrm>
              <a:off x="-10955" y="91402"/>
              <a:ext cx="2308782" cy="447238"/>
            </a:xfrm>
            <a:prstGeom prst="rect">
              <a:avLst/>
            </a:prstGeom>
            <a:noFill/>
          </p:spPr>
          <p:txBody>
            <a:bodyPr wrap="square" rtlCol="0">
              <a:spAutoFit/>
            </a:bodyPr>
            <a:lstStyle/>
            <a:p>
              <a:pPr defTabSz="914378">
                <a:lnSpc>
                  <a:spcPct val="120000"/>
                </a:lnSpc>
              </a:pPr>
              <a:r>
                <a:rPr lang="en-US" altLang="zh-CN" sz="2100" dirty="0">
                  <a:solidFill>
                    <a:srgbClr val="FFFFFF"/>
                  </a:solidFill>
                  <a:latin typeface="微软雅黑"/>
                  <a:ea typeface="微软雅黑"/>
                  <a:cs typeface="+mn-ea"/>
                  <a:sym typeface="+mn-lt"/>
                </a:rPr>
                <a:t>1.3  </a:t>
              </a:r>
              <a:r>
                <a:rPr lang="zh-CN" altLang="en-US" sz="2100" dirty="0">
                  <a:solidFill>
                    <a:srgbClr val="FFFFFF"/>
                  </a:solidFill>
                  <a:latin typeface="微软雅黑"/>
                  <a:ea typeface="微软雅黑"/>
                  <a:cs typeface="+mn-ea"/>
                  <a:sym typeface="+mn-lt"/>
                </a:rPr>
                <a:t>研究内容与技术路线</a:t>
              </a:r>
            </a:p>
          </p:txBody>
        </p:sp>
      </p:grpSp>
      <p:sp>
        <p:nvSpPr>
          <p:cNvPr id="5" name="文本框 4">
            <a:extLst>
              <a:ext uri="{FF2B5EF4-FFF2-40B4-BE49-F238E27FC236}">
                <a16:creationId xmlns:a16="http://schemas.microsoft.com/office/drawing/2014/main" id="{A59E62BD-F3ED-42FF-B5BA-8D683D5E04B3}"/>
              </a:ext>
            </a:extLst>
          </p:cNvPr>
          <p:cNvSpPr txBox="1"/>
          <p:nvPr/>
        </p:nvSpPr>
        <p:spPr>
          <a:xfrm>
            <a:off x="592833" y="1212633"/>
            <a:ext cx="2993458" cy="969048"/>
          </a:xfrm>
          <a:prstGeom prst="rect">
            <a:avLst/>
          </a:prstGeom>
          <a:noFill/>
        </p:spPr>
        <p:txBody>
          <a:bodyPr wrap="square" lIns="0" tIns="0" rIns="0" bIns="0" rtlCol="0">
            <a:spAutoFit/>
          </a:bodyPr>
          <a:lstStyle/>
          <a:p>
            <a:pPr marL="171450" indent="-171450">
              <a:lnSpc>
                <a:spcPct val="120000"/>
              </a:lnSpc>
              <a:buFont typeface="Wingdings" panose="05000000000000000000" pitchFamily="2" charset="2"/>
              <a:buChar char="Ø"/>
            </a:pP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 探究</a:t>
            </a:r>
            <a:r>
              <a:rPr lang="en-US" altLang="zh-CN" dirty="0">
                <a:solidFill>
                  <a:schemeClr val="tx1">
                    <a:lumMod val="75000"/>
                    <a:lumOff val="25000"/>
                  </a:schemeClr>
                </a:solidFill>
                <a:latin typeface="微软雅黑" panose="020B0503020204020204" pitchFamily="34" charset="-122"/>
                <a:ea typeface="微软雅黑" panose="020B0503020204020204" pitchFamily="34" charset="-122"/>
              </a:rPr>
              <a:t>LLM</a:t>
            </a: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应用到制图领域存在的问题，</a:t>
            </a:r>
            <a:r>
              <a:rPr lang="zh-CN" altLang="en-US" b="1" dirty="0">
                <a:solidFill>
                  <a:srgbClr val="016371"/>
                </a:solidFill>
                <a:latin typeface="微软雅黑" panose="020B0503020204020204" pitchFamily="34" charset="-122"/>
                <a:ea typeface="微软雅黑" panose="020B0503020204020204" pitchFamily="34" charset="-122"/>
              </a:rPr>
              <a:t>增强方法</a:t>
            </a: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地图制图的适应性</a:t>
            </a:r>
          </a:p>
        </p:txBody>
      </p:sp>
      <p:sp>
        <p:nvSpPr>
          <p:cNvPr id="31" name="文本框 30">
            <a:extLst>
              <a:ext uri="{FF2B5EF4-FFF2-40B4-BE49-F238E27FC236}">
                <a16:creationId xmlns:a16="http://schemas.microsoft.com/office/drawing/2014/main" id="{890384CE-1CC7-4E51-9D0F-729BAB56FBC0}"/>
              </a:ext>
            </a:extLst>
          </p:cNvPr>
          <p:cNvSpPr txBox="1"/>
          <p:nvPr/>
        </p:nvSpPr>
        <p:spPr>
          <a:xfrm>
            <a:off x="592833" y="2694429"/>
            <a:ext cx="2993458" cy="728982"/>
          </a:xfrm>
          <a:prstGeom prst="rect">
            <a:avLst/>
          </a:prstGeom>
          <a:noFill/>
        </p:spPr>
        <p:txBody>
          <a:bodyPr wrap="square" lIns="0" tIns="0" rIns="0" bIns="0" rtlCol="0">
            <a:noAutofit/>
          </a:bodyPr>
          <a:lstStyle>
            <a:defPPr>
              <a:defRPr lang="zh-CN"/>
            </a:defPPr>
            <a:lvl1pPr marL="171450" indent="-171450">
              <a:buFont typeface="Wingdings" panose="05000000000000000000" pitchFamily="2" charset="2"/>
              <a:buChar char="Ø"/>
              <a:defRPr sz="1600">
                <a:solidFill>
                  <a:schemeClr val="tx1">
                    <a:lumMod val="75000"/>
                    <a:lumOff val="25000"/>
                  </a:schemeClr>
                </a:solidFill>
                <a:latin typeface="微软雅黑" panose="020B0503020204020204" pitchFamily="34" charset="-122"/>
                <a:ea typeface="微软雅黑" panose="020B0503020204020204" pitchFamily="34" charset="-122"/>
              </a:defRPr>
            </a:lvl1pPr>
          </a:lstStyle>
          <a:p>
            <a:pPr>
              <a:lnSpc>
                <a:spcPct val="120000"/>
              </a:lnSpc>
            </a:pPr>
            <a:r>
              <a:rPr lang="zh-CN" altLang="en-US" sz="1800" dirty="0"/>
              <a:t> 设计</a:t>
            </a:r>
            <a:r>
              <a:rPr lang="zh-CN" altLang="en-US" sz="1800" b="1" dirty="0">
                <a:solidFill>
                  <a:srgbClr val="016371"/>
                </a:solidFill>
              </a:rPr>
              <a:t>地图知识图谱</a:t>
            </a:r>
            <a:r>
              <a:rPr lang="zh-CN" altLang="en-US" sz="1800" dirty="0"/>
              <a:t>为核心的制图知识表达和应用方式</a:t>
            </a:r>
          </a:p>
        </p:txBody>
      </p:sp>
      <p:sp>
        <p:nvSpPr>
          <p:cNvPr id="32" name="文本框 31">
            <a:extLst>
              <a:ext uri="{FF2B5EF4-FFF2-40B4-BE49-F238E27FC236}">
                <a16:creationId xmlns:a16="http://schemas.microsoft.com/office/drawing/2014/main" id="{A51A6A2E-B170-41BE-8B4D-FEC75A1ED43E}"/>
              </a:ext>
            </a:extLst>
          </p:cNvPr>
          <p:cNvSpPr txBox="1"/>
          <p:nvPr/>
        </p:nvSpPr>
        <p:spPr>
          <a:xfrm>
            <a:off x="592834" y="4045566"/>
            <a:ext cx="2993458" cy="728982"/>
          </a:xfrm>
          <a:prstGeom prst="rect">
            <a:avLst/>
          </a:prstGeom>
          <a:noFill/>
        </p:spPr>
        <p:txBody>
          <a:bodyPr wrap="square" lIns="0" tIns="0" rIns="0" bIns="0" rtlCol="0">
            <a:noAutofit/>
          </a:bodyPr>
          <a:lstStyle>
            <a:defPPr>
              <a:defRPr lang="zh-CN"/>
            </a:defPPr>
            <a:lvl1pPr marL="171450" indent="-171450">
              <a:lnSpc>
                <a:spcPct val="120000"/>
              </a:lnSpc>
              <a:buFont typeface="Wingdings" panose="05000000000000000000" pitchFamily="2" charset="2"/>
              <a:buChar char="Ø"/>
              <a:defRPr sz="1600">
                <a:solidFill>
                  <a:schemeClr val="tx1">
                    <a:lumMod val="75000"/>
                    <a:lumOff val="25000"/>
                  </a:schemeClr>
                </a:solidFill>
                <a:latin typeface="微软雅黑" panose="020B0503020204020204" pitchFamily="34" charset="-122"/>
                <a:ea typeface="微软雅黑" panose="020B0503020204020204" pitchFamily="34" charset="-122"/>
              </a:defRPr>
            </a:lvl1pPr>
          </a:lstStyle>
          <a:p>
            <a:r>
              <a:rPr lang="zh-CN" altLang="en-US" sz="1800" dirty="0"/>
              <a:t> 提出融合</a:t>
            </a:r>
            <a:r>
              <a:rPr lang="zh-CN" altLang="en-US" sz="1800" b="1" dirty="0">
                <a:solidFill>
                  <a:srgbClr val="016371"/>
                </a:solidFill>
              </a:rPr>
              <a:t>制图知识</a:t>
            </a:r>
            <a:r>
              <a:rPr lang="zh-CN" altLang="en-US" sz="1800" dirty="0"/>
              <a:t>的自动化制图框架</a:t>
            </a:r>
          </a:p>
        </p:txBody>
      </p:sp>
      <p:pic>
        <p:nvPicPr>
          <p:cNvPr id="56" name="图片 55">
            <a:extLst>
              <a:ext uri="{FF2B5EF4-FFF2-40B4-BE49-F238E27FC236}">
                <a16:creationId xmlns:a16="http://schemas.microsoft.com/office/drawing/2014/main" id="{FA55E379-84A1-4DF0-A992-5F9E65759A07}"/>
              </a:ext>
            </a:extLst>
          </p:cNvPr>
          <p:cNvPicPr>
            <a:picLocks noChangeAspect="1"/>
          </p:cNvPicPr>
          <p:nvPr/>
        </p:nvPicPr>
        <p:blipFill>
          <a:blip r:embed="rId3"/>
          <a:stretch>
            <a:fillRect/>
          </a:stretch>
        </p:blipFill>
        <p:spPr>
          <a:xfrm>
            <a:off x="4355976" y="1085954"/>
            <a:ext cx="4437702" cy="1222406"/>
          </a:xfrm>
          <a:prstGeom prst="rect">
            <a:avLst/>
          </a:prstGeom>
        </p:spPr>
      </p:pic>
      <p:pic>
        <p:nvPicPr>
          <p:cNvPr id="260" name="图片 259">
            <a:extLst>
              <a:ext uri="{FF2B5EF4-FFF2-40B4-BE49-F238E27FC236}">
                <a16:creationId xmlns:a16="http://schemas.microsoft.com/office/drawing/2014/main" id="{9BCD9C2D-8AF1-4EBF-B659-1F4085E8CA6B}"/>
              </a:ext>
            </a:extLst>
          </p:cNvPr>
          <p:cNvPicPr>
            <a:picLocks noChangeAspect="1"/>
          </p:cNvPicPr>
          <p:nvPr/>
        </p:nvPicPr>
        <p:blipFill>
          <a:blip r:embed="rId4"/>
          <a:stretch>
            <a:fillRect/>
          </a:stretch>
        </p:blipFill>
        <p:spPr>
          <a:xfrm>
            <a:off x="4353508" y="2447718"/>
            <a:ext cx="4440170" cy="1222405"/>
          </a:xfrm>
          <a:prstGeom prst="rect">
            <a:avLst/>
          </a:prstGeom>
        </p:spPr>
      </p:pic>
      <p:pic>
        <p:nvPicPr>
          <p:cNvPr id="277" name="图片 276">
            <a:extLst>
              <a:ext uri="{FF2B5EF4-FFF2-40B4-BE49-F238E27FC236}">
                <a16:creationId xmlns:a16="http://schemas.microsoft.com/office/drawing/2014/main" id="{79F09737-5009-4821-82AA-A6123EB49482}"/>
              </a:ext>
            </a:extLst>
          </p:cNvPr>
          <p:cNvPicPr>
            <a:picLocks noChangeAspect="1"/>
          </p:cNvPicPr>
          <p:nvPr/>
        </p:nvPicPr>
        <p:blipFill>
          <a:blip r:embed="rId5"/>
          <a:stretch>
            <a:fillRect/>
          </a:stretch>
        </p:blipFill>
        <p:spPr>
          <a:xfrm>
            <a:off x="4353508" y="3799134"/>
            <a:ext cx="4437702" cy="1221847"/>
          </a:xfrm>
          <a:prstGeom prst="rect">
            <a:avLst/>
          </a:prstGeom>
        </p:spPr>
      </p:pic>
      <p:sp>
        <p:nvSpPr>
          <p:cNvPr id="16" name="îŝ1iḍê">
            <a:extLst>
              <a:ext uri="{FF2B5EF4-FFF2-40B4-BE49-F238E27FC236}">
                <a16:creationId xmlns:a16="http://schemas.microsoft.com/office/drawing/2014/main" id="{FFCC435F-856A-461C-8785-A56EE5153C5F}"/>
              </a:ext>
            </a:extLst>
          </p:cNvPr>
          <p:cNvSpPr/>
          <p:nvPr/>
        </p:nvSpPr>
        <p:spPr>
          <a:xfrm flipH="1">
            <a:off x="1155522" y="587581"/>
            <a:ext cx="6684735" cy="355005"/>
          </a:xfrm>
          <a:prstGeom prst="rect">
            <a:avLst/>
          </a:prstGeom>
          <a:solidFill>
            <a:schemeClr val="bg1"/>
          </a:solidFill>
          <a:ln w="12700" cap="rnd">
            <a:noFill/>
            <a:prstDash val="solid"/>
            <a:round/>
          </a:ln>
          <a:effectLst>
            <a:outerShdw blurRad="254000" dist="127000" algn="ctr" rotWithShape="0">
              <a:schemeClr val="bg1">
                <a:lumMod val="6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685800">
              <a:lnSpc>
                <a:spcPct val="120000"/>
              </a:lnSpc>
            </a:pPr>
            <a:r>
              <a:rPr lang="zh-CN" altLang="en-US" sz="2000" b="1" dirty="0">
                <a:solidFill>
                  <a:schemeClr val="tx1"/>
                </a:solidFill>
              </a:rPr>
              <a:t>融合</a:t>
            </a:r>
            <a:r>
              <a:rPr lang="en-US" altLang="zh-CN" sz="2000" b="1" dirty="0">
                <a:solidFill>
                  <a:schemeClr val="tx1"/>
                </a:solidFill>
              </a:rPr>
              <a:t>LLM</a:t>
            </a:r>
            <a:r>
              <a:rPr lang="zh-CN" altLang="en-US" sz="2000" b="1" dirty="0">
                <a:solidFill>
                  <a:schemeClr val="tx1"/>
                </a:solidFill>
              </a:rPr>
              <a:t>和知识图谱的自动化制图框架</a:t>
            </a:r>
            <a:endParaRPr lang="zh-CN" altLang="en-US" sz="2000" b="1" dirty="0">
              <a:solidFill>
                <a:schemeClr val="tx1"/>
              </a:solidFill>
              <a:latin typeface="微软雅黑"/>
              <a:ea typeface="微软雅黑"/>
              <a:cs typeface="+mn-ea"/>
              <a:sym typeface="+mn-lt"/>
            </a:endParaRPr>
          </a:p>
        </p:txBody>
      </p:sp>
    </p:spTree>
    <p:extLst>
      <p:ext uri="{BB962C8B-B14F-4D97-AF65-F5344CB8AC3E}">
        <p14:creationId xmlns:p14="http://schemas.microsoft.com/office/powerpoint/2010/main" val="247210819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1">
            <a:extLst>
              <a:ext uri="{FF2B5EF4-FFF2-40B4-BE49-F238E27FC236}">
                <a16:creationId xmlns:a16="http://schemas.microsoft.com/office/drawing/2014/main" id="{71588594-9AE0-4F25-BB4C-742F4C94A0BC}"/>
              </a:ext>
            </a:extLst>
          </p:cNvPr>
          <p:cNvSpPr/>
          <p:nvPr/>
        </p:nvSpPr>
        <p:spPr>
          <a:xfrm>
            <a:off x="2079992" y="1851248"/>
            <a:ext cx="5364088" cy="2088232"/>
          </a:xfrm>
          <a:custGeom>
            <a:avLst/>
            <a:gdLst>
              <a:gd name="connsiteX0" fmla="*/ 0 w 4211960"/>
              <a:gd name="connsiteY0" fmla="*/ 0 h 2088232"/>
              <a:gd name="connsiteX1" fmla="*/ 4211960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101133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281963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319192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11960" h="2088232">
                <a:moveTo>
                  <a:pt x="0" y="0"/>
                </a:moveTo>
                <a:lnTo>
                  <a:pt x="3319192" y="0"/>
                </a:lnTo>
                <a:lnTo>
                  <a:pt x="4211960" y="2088232"/>
                </a:lnTo>
                <a:lnTo>
                  <a:pt x="0" y="2088232"/>
                </a:lnTo>
                <a:lnTo>
                  <a:pt x="0" y="0"/>
                </a:lnTo>
                <a:close/>
              </a:path>
            </a:pathLst>
          </a:custGeom>
          <a:solidFill>
            <a:srgbClr val="0163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8">
              <a:lnSpc>
                <a:spcPct val="120000"/>
              </a:lnSpc>
            </a:pPr>
            <a:endParaRPr lang="zh-CN" altLang="en-US" sz="2400">
              <a:solidFill>
                <a:srgbClr val="FFFFFF"/>
              </a:solidFill>
              <a:latin typeface="微软雅黑"/>
              <a:ea typeface="微软雅黑"/>
              <a:cs typeface="+mn-ea"/>
              <a:sym typeface="+mn-lt"/>
            </a:endParaRPr>
          </a:p>
        </p:txBody>
      </p:sp>
      <p:grpSp>
        <p:nvGrpSpPr>
          <p:cNvPr id="2" name="组合 1">
            <a:extLst>
              <a:ext uri="{FF2B5EF4-FFF2-40B4-BE49-F238E27FC236}">
                <a16:creationId xmlns:a16="http://schemas.microsoft.com/office/drawing/2014/main" id="{F81EF813-7D91-44D3-BC4D-92BEE2F1C4E2}"/>
              </a:ext>
            </a:extLst>
          </p:cNvPr>
          <p:cNvGrpSpPr/>
          <p:nvPr/>
        </p:nvGrpSpPr>
        <p:grpSpPr>
          <a:xfrm>
            <a:off x="-5704" y="1419623"/>
            <a:ext cx="5873849" cy="2909345"/>
            <a:chOff x="-5705" y="1419622"/>
            <a:chExt cx="5873849" cy="2909345"/>
          </a:xfrm>
          <a:solidFill>
            <a:schemeClr val="tx1">
              <a:lumMod val="65000"/>
              <a:lumOff val="35000"/>
            </a:schemeClr>
          </a:solidFill>
        </p:grpSpPr>
        <p:sp>
          <p:nvSpPr>
            <p:cNvPr id="11" name="矩形 1">
              <a:extLst>
                <a:ext uri="{FF2B5EF4-FFF2-40B4-BE49-F238E27FC236}">
                  <a16:creationId xmlns:a16="http://schemas.microsoft.com/office/drawing/2014/main" id="{BF9E9D5B-7DE1-4838-8E3E-41665DF274B7}"/>
                </a:ext>
              </a:extLst>
            </p:cNvPr>
            <p:cNvSpPr/>
            <p:nvPr/>
          </p:nvSpPr>
          <p:spPr>
            <a:xfrm>
              <a:off x="0" y="1419622"/>
              <a:ext cx="5868144" cy="2909345"/>
            </a:xfrm>
            <a:custGeom>
              <a:avLst/>
              <a:gdLst>
                <a:gd name="connsiteX0" fmla="*/ 0 w 4211960"/>
                <a:gd name="connsiteY0" fmla="*/ 0 h 2088232"/>
                <a:gd name="connsiteX1" fmla="*/ 4211960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101133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11960" h="2088232">
                  <a:moveTo>
                    <a:pt x="0" y="0"/>
                  </a:moveTo>
                  <a:lnTo>
                    <a:pt x="3101133" y="0"/>
                  </a:lnTo>
                  <a:lnTo>
                    <a:pt x="4211960" y="2088232"/>
                  </a:lnTo>
                  <a:lnTo>
                    <a:pt x="0" y="2088232"/>
                  </a:lnTo>
                  <a:lnTo>
                    <a:pt x="0"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8">
                <a:lnSpc>
                  <a:spcPct val="120000"/>
                </a:lnSpc>
              </a:pPr>
              <a:endParaRPr lang="zh-CN" altLang="en-US" sz="2400">
                <a:solidFill>
                  <a:srgbClr val="FFFFFF"/>
                </a:solidFill>
                <a:latin typeface="微软雅黑"/>
                <a:ea typeface="微软雅黑"/>
                <a:cs typeface="+mn-ea"/>
                <a:sym typeface="+mn-lt"/>
              </a:endParaRPr>
            </a:p>
          </p:txBody>
        </p:sp>
        <p:sp>
          <p:nvSpPr>
            <p:cNvPr id="12" name="矩形 1">
              <a:extLst>
                <a:ext uri="{FF2B5EF4-FFF2-40B4-BE49-F238E27FC236}">
                  <a16:creationId xmlns:a16="http://schemas.microsoft.com/office/drawing/2014/main" id="{7BBD6790-44CE-495F-AE9D-ABCAAA0A5D66}"/>
                </a:ext>
              </a:extLst>
            </p:cNvPr>
            <p:cNvSpPr/>
            <p:nvPr/>
          </p:nvSpPr>
          <p:spPr>
            <a:xfrm>
              <a:off x="-5705" y="1419622"/>
              <a:ext cx="5868144" cy="2909345"/>
            </a:xfrm>
            <a:custGeom>
              <a:avLst/>
              <a:gdLst>
                <a:gd name="connsiteX0" fmla="*/ 0 w 4211960"/>
                <a:gd name="connsiteY0" fmla="*/ 0 h 2088232"/>
                <a:gd name="connsiteX1" fmla="*/ 4211960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101133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11960" h="2088232">
                  <a:moveTo>
                    <a:pt x="0" y="0"/>
                  </a:moveTo>
                  <a:lnTo>
                    <a:pt x="3101133" y="0"/>
                  </a:lnTo>
                  <a:lnTo>
                    <a:pt x="4211960" y="2088232"/>
                  </a:lnTo>
                  <a:lnTo>
                    <a:pt x="0" y="2088232"/>
                  </a:lnTo>
                  <a:lnTo>
                    <a:pt x="0"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8">
                <a:lnSpc>
                  <a:spcPct val="120000"/>
                </a:lnSpc>
              </a:pPr>
              <a:endParaRPr lang="zh-CN" altLang="en-US" sz="2400" dirty="0">
                <a:solidFill>
                  <a:srgbClr val="FFFFFF"/>
                </a:solidFill>
                <a:latin typeface="微软雅黑"/>
                <a:ea typeface="微软雅黑"/>
                <a:cs typeface="+mn-ea"/>
                <a:sym typeface="+mn-lt"/>
              </a:endParaRPr>
            </a:p>
          </p:txBody>
        </p:sp>
      </p:grpSp>
      <p:sp>
        <p:nvSpPr>
          <p:cNvPr id="14" name="矩形 1">
            <a:extLst>
              <a:ext uri="{FF2B5EF4-FFF2-40B4-BE49-F238E27FC236}">
                <a16:creationId xmlns:a16="http://schemas.microsoft.com/office/drawing/2014/main" id="{4117AF95-2B07-4EE4-A2F5-BF99231885A3}"/>
              </a:ext>
            </a:extLst>
          </p:cNvPr>
          <p:cNvSpPr/>
          <p:nvPr/>
        </p:nvSpPr>
        <p:spPr>
          <a:xfrm>
            <a:off x="-11410" y="1419623"/>
            <a:ext cx="5868144" cy="2909345"/>
          </a:xfrm>
          <a:custGeom>
            <a:avLst/>
            <a:gdLst>
              <a:gd name="connsiteX0" fmla="*/ 0 w 4211960"/>
              <a:gd name="connsiteY0" fmla="*/ 0 h 2088232"/>
              <a:gd name="connsiteX1" fmla="*/ 4211960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101133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11960" h="2088232">
                <a:moveTo>
                  <a:pt x="0" y="0"/>
                </a:moveTo>
                <a:lnTo>
                  <a:pt x="3101133" y="0"/>
                </a:lnTo>
                <a:lnTo>
                  <a:pt x="4211960" y="2088232"/>
                </a:lnTo>
                <a:lnTo>
                  <a:pt x="0" y="2088232"/>
                </a:lnTo>
                <a:lnTo>
                  <a:pt x="0" y="0"/>
                </a:lnTo>
                <a:close/>
              </a:path>
            </a:pathLst>
          </a:custGeom>
          <a:solidFill>
            <a:schemeClr val="accent1">
              <a:alpha val="3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8">
              <a:lnSpc>
                <a:spcPct val="120000"/>
              </a:lnSpc>
            </a:pPr>
            <a:endParaRPr lang="zh-CN" altLang="en-US" sz="2400" dirty="0">
              <a:solidFill>
                <a:srgbClr val="FFFFFF"/>
              </a:solidFill>
              <a:latin typeface="微软雅黑"/>
              <a:ea typeface="微软雅黑"/>
              <a:cs typeface="+mn-ea"/>
              <a:sym typeface="+mn-lt"/>
            </a:endParaRPr>
          </a:p>
        </p:txBody>
      </p:sp>
      <p:sp>
        <p:nvSpPr>
          <p:cNvPr id="18" name="文本框 17">
            <a:extLst>
              <a:ext uri="{FF2B5EF4-FFF2-40B4-BE49-F238E27FC236}">
                <a16:creationId xmlns:a16="http://schemas.microsoft.com/office/drawing/2014/main" id="{B9FFDB26-FB22-4BCA-850D-4CB2591709BB}"/>
              </a:ext>
            </a:extLst>
          </p:cNvPr>
          <p:cNvSpPr txBox="1"/>
          <p:nvPr/>
        </p:nvSpPr>
        <p:spPr>
          <a:xfrm>
            <a:off x="-252536" y="1707654"/>
            <a:ext cx="5076056" cy="633187"/>
          </a:xfrm>
          <a:prstGeom prst="rect">
            <a:avLst/>
          </a:prstGeom>
          <a:noFill/>
        </p:spPr>
        <p:txBody>
          <a:bodyPr wrap="square" rtlCol="0">
            <a:spAutoFit/>
          </a:bodyPr>
          <a:lstStyle/>
          <a:p>
            <a:pPr algn="ctr" defTabSz="914378">
              <a:lnSpc>
                <a:spcPct val="120000"/>
              </a:lnSpc>
            </a:pPr>
            <a:r>
              <a:rPr lang="zh-CN" altLang="en-US" sz="3200" b="1" dirty="0">
                <a:solidFill>
                  <a:srgbClr val="FFFFFF"/>
                </a:solidFill>
                <a:latin typeface="微软雅黑"/>
                <a:ea typeface="微软雅黑"/>
                <a:cs typeface="+mn-ea"/>
                <a:sym typeface="+mn-lt"/>
              </a:rPr>
              <a:t>研究方法</a:t>
            </a:r>
          </a:p>
        </p:txBody>
      </p:sp>
      <p:sp>
        <p:nvSpPr>
          <p:cNvPr id="19" name="文本框 18">
            <a:extLst>
              <a:ext uri="{FF2B5EF4-FFF2-40B4-BE49-F238E27FC236}">
                <a16:creationId xmlns:a16="http://schemas.microsoft.com/office/drawing/2014/main" id="{04443527-17D2-4D5A-BED1-71A22FC22E93}"/>
              </a:ext>
            </a:extLst>
          </p:cNvPr>
          <p:cNvSpPr txBox="1"/>
          <p:nvPr/>
        </p:nvSpPr>
        <p:spPr>
          <a:xfrm>
            <a:off x="1331640" y="2413060"/>
            <a:ext cx="3644414" cy="1610634"/>
          </a:xfrm>
          <a:prstGeom prst="rect">
            <a:avLst/>
          </a:prstGeom>
          <a:noFill/>
        </p:spPr>
        <p:txBody>
          <a:bodyPr wrap="square" rtlCol="0">
            <a:spAutoFit/>
          </a:bodyPr>
          <a:lstStyle/>
          <a:p>
            <a:pPr marL="342900" indent="-342900" defTabSz="914378">
              <a:lnSpc>
                <a:spcPct val="120000"/>
              </a:lnSpc>
              <a:buFont typeface="Wingdings" panose="05000000000000000000" pitchFamily="2" charset="2"/>
              <a:buChar char="l"/>
            </a:pPr>
            <a:r>
              <a:rPr lang="en-US" altLang="zh-CN" sz="2100" dirty="0">
                <a:solidFill>
                  <a:srgbClr val="FFFFFF"/>
                </a:solidFill>
                <a:cs typeface="+mn-ea"/>
                <a:sym typeface="+mn-lt"/>
              </a:rPr>
              <a:t>LLM</a:t>
            </a:r>
            <a:r>
              <a:rPr lang="zh-CN" altLang="en-US" sz="2100" dirty="0">
                <a:solidFill>
                  <a:srgbClr val="FFFFFF"/>
                </a:solidFill>
                <a:cs typeface="+mn-ea"/>
                <a:sym typeface="+mn-lt"/>
              </a:rPr>
              <a:t>在地图领域增强方法</a:t>
            </a:r>
            <a:endParaRPr lang="en-US" altLang="zh-CN" sz="2100" dirty="0">
              <a:solidFill>
                <a:srgbClr val="FFFFFF"/>
              </a:solidFill>
              <a:latin typeface="微软雅黑"/>
              <a:ea typeface="微软雅黑"/>
              <a:cs typeface="+mn-ea"/>
              <a:sym typeface="+mn-lt"/>
            </a:endParaRPr>
          </a:p>
          <a:p>
            <a:pPr marL="342900" indent="-342900" defTabSz="914378">
              <a:lnSpc>
                <a:spcPct val="120000"/>
              </a:lnSpc>
              <a:buFont typeface="Wingdings" panose="05000000000000000000" pitchFamily="2" charset="2"/>
              <a:buChar char="l"/>
            </a:pPr>
            <a:r>
              <a:rPr lang="zh-CN" altLang="en-US" sz="2100" dirty="0">
                <a:solidFill>
                  <a:srgbClr val="FFFFFF"/>
                </a:solidFill>
                <a:latin typeface="微软雅黑"/>
                <a:ea typeface="微软雅黑"/>
                <a:cs typeface="+mn-ea"/>
                <a:sym typeface="+mn-lt"/>
              </a:rPr>
              <a:t>地图知识图谱构建与应用</a:t>
            </a:r>
            <a:endParaRPr lang="en-US" altLang="zh-CN" sz="2100" dirty="0">
              <a:solidFill>
                <a:srgbClr val="FFFFFF"/>
              </a:solidFill>
              <a:latin typeface="微软雅黑"/>
              <a:ea typeface="微软雅黑"/>
              <a:cs typeface="+mn-ea"/>
              <a:sym typeface="+mn-lt"/>
            </a:endParaRPr>
          </a:p>
          <a:p>
            <a:pPr marL="342900" indent="-342900" defTabSz="914378">
              <a:lnSpc>
                <a:spcPct val="120000"/>
              </a:lnSpc>
              <a:buFont typeface="Wingdings" panose="05000000000000000000" pitchFamily="2" charset="2"/>
              <a:buChar char="l"/>
            </a:pPr>
            <a:r>
              <a:rPr lang="zh-CN" altLang="en-US" sz="2100" dirty="0">
                <a:solidFill>
                  <a:srgbClr val="FFFFFF"/>
                </a:solidFill>
                <a:latin typeface="微软雅黑"/>
                <a:ea typeface="微软雅黑"/>
                <a:cs typeface="+mn-ea"/>
                <a:sym typeface="+mn-lt"/>
              </a:rPr>
              <a:t>融合</a:t>
            </a:r>
            <a:r>
              <a:rPr lang="en-US" altLang="zh-CN" sz="2100" dirty="0">
                <a:solidFill>
                  <a:srgbClr val="FFFFFF"/>
                </a:solidFill>
                <a:latin typeface="微软雅黑"/>
                <a:ea typeface="微软雅黑"/>
                <a:cs typeface="+mn-ea"/>
                <a:sym typeface="+mn-lt"/>
              </a:rPr>
              <a:t>LLM</a:t>
            </a:r>
            <a:r>
              <a:rPr lang="zh-CN" altLang="en-US" sz="2100" dirty="0">
                <a:solidFill>
                  <a:srgbClr val="FFFFFF"/>
                </a:solidFill>
                <a:latin typeface="微软雅黑"/>
                <a:ea typeface="微软雅黑"/>
                <a:cs typeface="+mn-ea"/>
                <a:sym typeface="+mn-lt"/>
              </a:rPr>
              <a:t>和知识图谱的制图框架</a:t>
            </a:r>
            <a:endParaRPr lang="en-US" altLang="zh-CN" sz="2000" dirty="0">
              <a:solidFill>
                <a:srgbClr val="FFFFFF"/>
              </a:solidFill>
              <a:latin typeface="微软雅黑"/>
              <a:ea typeface="微软雅黑"/>
              <a:cs typeface="+mn-ea"/>
              <a:sym typeface="+mn-lt"/>
            </a:endParaRPr>
          </a:p>
        </p:txBody>
      </p:sp>
      <p:sp>
        <p:nvSpPr>
          <p:cNvPr id="21" name="文本框 20">
            <a:extLst>
              <a:ext uri="{FF2B5EF4-FFF2-40B4-BE49-F238E27FC236}">
                <a16:creationId xmlns:a16="http://schemas.microsoft.com/office/drawing/2014/main" id="{7D569F2D-31CA-43A3-BD24-44257A3369D9}"/>
              </a:ext>
            </a:extLst>
          </p:cNvPr>
          <p:cNvSpPr txBox="1"/>
          <p:nvPr/>
        </p:nvSpPr>
        <p:spPr>
          <a:xfrm>
            <a:off x="5465220" y="2542035"/>
            <a:ext cx="1179188" cy="1106457"/>
          </a:xfrm>
          <a:prstGeom prst="rect">
            <a:avLst/>
          </a:prstGeom>
          <a:noFill/>
        </p:spPr>
        <p:txBody>
          <a:bodyPr wrap="square" rtlCol="0">
            <a:spAutoFit/>
          </a:bodyPr>
          <a:lstStyle/>
          <a:p>
            <a:pPr defTabSz="914378">
              <a:lnSpc>
                <a:spcPct val="120000"/>
              </a:lnSpc>
            </a:pPr>
            <a:r>
              <a:rPr lang="en-US" altLang="zh-CN" sz="6000" dirty="0">
                <a:solidFill>
                  <a:srgbClr val="FFFFFF"/>
                </a:solidFill>
                <a:latin typeface="微软雅黑"/>
                <a:ea typeface="微软雅黑"/>
                <a:cs typeface="+mn-ea"/>
                <a:sym typeface="+mn-lt"/>
              </a:rPr>
              <a:t>02</a:t>
            </a:r>
            <a:endParaRPr lang="zh-CN" altLang="en-US" sz="6000" dirty="0">
              <a:solidFill>
                <a:srgbClr val="FFFFFF"/>
              </a:solidFill>
              <a:latin typeface="微软雅黑"/>
              <a:ea typeface="微软雅黑"/>
              <a:cs typeface="+mn-ea"/>
              <a:sym typeface="+mn-lt"/>
            </a:endParaRPr>
          </a:p>
        </p:txBody>
      </p:sp>
      <p:cxnSp>
        <p:nvCxnSpPr>
          <p:cNvPr id="22" name="直接连接符 21">
            <a:extLst>
              <a:ext uri="{FF2B5EF4-FFF2-40B4-BE49-F238E27FC236}">
                <a16:creationId xmlns:a16="http://schemas.microsoft.com/office/drawing/2014/main" id="{4D35B84A-070E-4E0E-A92E-095FC4FDBA2F}"/>
              </a:ext>
            </a:extLst>
          </p:cNvPr>
          <p:cNvCxnSpPr>
            <a:cxnSpLocks/>
          </p:cNvCxnSpPr>
          <p:nvPr/>
        </p:nvCxnSpPr>
        <p:spPr>
          <a:xfrm>
            <a:off x="6569291" y="1347615"/>
            <a:ext cx="2070483" cy="3795886"/>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251AAC7F-6041-4F66-97D4-9421CBCB8217}"/>
              </a:ext>
            </a:extLst>
          </p:cNvPr>
          <p:cNvCxnSpPr/>
          <p:nvPr/>
        </p:nvCxnSpPr>
        <p:spPr>
          <a:xfrm>
            <a:off x="4113963" y="-740829"/>
            <a:ext cx="1296144" cy="2376264"/>
          </a:xfrm>
          <a:prstGeom prst="line">
            <a:avLst/>
          </a:prstGeom>
          <a:ln w="19050">
            <a:solidFill>
              <a:srgbClr val="01637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426231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椭圆 29">
            <a:extLst>
              <a:ext uri="{FF2B5EF4-FFF2-40B4-BE49-F238E27FC236}">
                <a16:creationId xmlns:a16="http://schemas.microsoft.com/office/drawing/2014/main" id="{ACB5B8F9-7136-40EF-ACAF-812472744CCB}"/>
              </a:ext>
            </a:extLst>
          </p:cNvPr>
          <p:cNvSpPr/>
          <p:nvPr/>
        </p:nvSpPr>
        <p:spPr>
          <a:xfrm>
            <a:off x="4705824" y="1334660"/>
            <a:ext cx="68762" cy="2881270"/>
          </a:xfrm>
          <a:prstGeom prst="ellipse">
            <a:avLst/>
          </a:prstGeom>
          <a:gradFill flip="none" rotWithShape="1">
            <a:gsLst>
              <a:gs pos="0">
                <a:srgbClr val="016371">
                  <a:tint val="66000"/>
                  <a:satMod val="160000"/>
                </a:srgbClr>
              </a:gs>
              <a:gs pos="50000">
                <a:srgbClr val="016371">
                  <a:tint val="44500"/>
                  <a:satMod val="160000"/>
                </a:srgbClr>
              </a:gs>
              <a:gs pos="100000">
                <a:srgbClr val="016371">
                  <a:tint val="23500"/>
                  <a:satMod val="160000"/>
                </a:srgbClr>
              </a:gs>
            </a:gsLst>
            <a:lin ang="10800000" scaled="1"/>
            <a:tileRect/>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a:ea typeface="等线"/>
              <a:cs typeface="+mn-cs"/>
            </a:endParaRPr>
          </a:p>
        </p:txBody>
      </p:sp>
      <p:grpSp>
        <p:nvGrpSpPr>
          <p:cNvPr id="28" name="组合 27">
            <a:extLst>
              <a:ext uri="{FF2B5EF4-FFF2-40B4-BE49-F238E27FC236}">
                <a16:creationId xmlns:a16="http://schemas.microsoft.com/office/drawing/2014/main" id="{D5A2E706-D866-4285-A5BC-05ABCA1E7E73}"/>
              </a:ext>
            </a:extLst>
          </p:cNvPr>
          <p:cNvGrpSpPr/>
          <p:nvPr/>
        </p:nvGrpSpPr>
        <p:grpSpPr>
          <a:xfrm>
            <a:off x="-3" y="85172"/>
            <a:ext cx="5220074" cy="447238"/>
            <a:chOff x="-10956" y="85171"/>
            <a:chExt cx="2900474" cy="447238"/>
          </a:xfrm>
        </p:grpSpPr>
        <p:sp>
          <p:nvSpPr>
            <p:cNvPr id="29" name="矩形 1">
              <a:extLst>
                <a:ext uri="{FF2B5EF4-FFF2-40B4-BE49-F238E27FC236}">
                  <a16:creationId xmlns:a16="http://schemas.microsoft.com/office/drawing/2014/main" id="{D1386782-472B-4A71-885A-E28D65E4A4A1}"/>
                </a:ext>
              </a:extLst>
            </p:cNvPr>
            <p:cNvSpPr/>
            <p:nvPr/>
          </p:nvSpPr>
          <p:spPr>
            <a:xfrm>
              <a:off x="-10956" y="123478"/>
              <a:ext cx="2900474" cy="408931"/>
            </a:xfrm>
            <a:custGeom>
              <a:avLst/>
              <a:gdLst>
                <a:gd name="connsiteX0" fmla="*/ 0 w 4211960"/>
                <a:gd name="connsiteY0" fmla="*/ 0 h 2088232"/>
                <a:gd name="connsiteX1" fmla="*/ 4211960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101133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281963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319192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712023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11960" h="2088232">
                  <a:moveTo>
                    <a:pt x="0" y="0"/>
                  </a:moveTo>
                  <a:lnTo>
                    <a:pt x="3712023" y="0"/>
                  </a:lnTo>
                  <a:lnTo>
                    <a:pt x="4211960" y="2088232"/>
                  </a:lnTo>
                  <a:lnTo>
                    <a:pt x="0" y="2088232"/>
                  </a:lnTo>
                  <a:lnTo>
                    <a:pt x="0" y="0"/>
                  </a:lnTo>
                  <a:close/>
                </a:path>
              </a:pathLst>
            </a:custGeom>
            <a:solidFill>
              <a:srgbClr val="0163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8">
                <a:lnSpc>
                  <a:spcPct val="120000"/>
                </a:lnSpc>
              </a:pPr>
              <a:endParaRPr lang="zh-CN" altLang="en-US" sz="2400">
                <a:solidFill>
                  <a:srgbClr val="FFFFFF"/>
                </a:solidFill>
                <a:latin typeface="微软雅黑"/>
                <a:ea typeface="微软雅黑"/>
                <a:cs typeface="+mn-ea"/>
                <a:sym typeface="+mn-lt"/>
              </a:endParaRPr>
            </a:p>
          </p:txBody>
        </p:sp>
        <p:sp>
          <p:nvSpPr>
            <p:cNvPr id="31" name="文本框 30">
              <a:extLst>
                <a:ext uri="{FF2B5EF4-FFF2-40B4-BE49-F238E27FC236}">
                  <a16:creationId xmlns:a16="http://schemas.microsoft.com/office/drawing/2014/main" id="{2C7670B2-3409-43C6-9C75-837D816CAF82}"/>
                </a:ext>
              </a:extLst>
            </p:cNvPr>
            <p:cNvSpPr txBox="1"/>
            <p:nvPr/>
          </p:nvSpPr>
          <p:spPr>
            <a:xfrm>
              <a:off x="-10955" y="85171"/>
              <a:ext cx="2740432" cy="447238"/>
            </a:xfrm>
            <a:prstGeom prst="rect">
              <a:avLst/>
            </a:prstGeom>
            <a:noFill/>
          </p:spPr>
          <p:txBody>
            <a:bodyPr wrap="square" rtlCol="0">
              <a:spAutoFit/>
            </a:bodyPr>
            <a:lstStyle/>
            <a:p>
              <a:pPr defTabSz="914378">
                <a:lnSpc>
                  <a:spcPct val="120000"/>
                </a:lnSpc>
              </a:pPr>
              <a:r>
                <a:rPr lang="en-US" altLang="zh-CN" sz="2100" dirty="0">
                  <a:solidFill>
                    <a:srgbClr val="FFFFFF"/>
                  </a:solidFill>
                  <a:latin typeface="微软雅黑"/>
                  <a:ea typeface="微软雅黑"/>
                  <a:cs typeface="+mn-ea"/>
                  <a:sym typeface="+mn-lt"/>
                </a:rPr>
                <a:t>2.1  LLM</a:t>
              </a:r>
              <a:r>
                <a:rPr lang="zh-CN" altLang="en-US" sz="2100" dirty="0">
                  <a:solidFill>
                    <a:srgbClr val="FFFFFF"/>
                  </a:solidFill>
                  <a:latin typeface="微软雅黑"/>
                  <a:ea typeface="微软雅黑"/>
                  <a:cs typeface="+mn-ea"/>
                  <a:sym typeface="+mn-lt"/>
                </a:rPr>
                <a:t>增强方法在制图领域的适应性</a:t>
              </a:r>
            </a:p>
          </p:txBody>
        </p:sp>
      </p:grpSp>
      <p:grpSp>
        <p:nvGrpSpPr>
          <p:cNvPr id="33" name="组合 32">
            <a:extLst>
              <a:ext uri="{FF2B5EF4-FFF2-40B4-BE49-F238E27FC236}">
                <a16:creationId xmlns:a16="http://schemas.microsoft.com/office/drawing/2014/main" id="{13B2273A-58F3-4354-AE34-A483D6F2321A}"/>
              </a:ext>
            </a:extLst>
          </p:cNvPr>
          <p:cNvGrpSpPr/>
          <p:nvPr/>
        </p:nvGrpSpPr>
        <p:grpSpPr>
          <a:xfrm>
            <a:off x="623258" y="771550"/>
            <a:ext cx="3388602" cy="400110"/>
            <a:chOff x="539552" y="987574"/>
            <a:chExt cx="3531344" cy="400110"/>
          </a:xfrm>
        </p:grpSpPr>
        <p:grpSp>
          <p:nvGrpSpPr>
            <p:cNvPr id="34" name="组合 33">
              <a:extLst>
                <a:ext uri="{FF2B5EF4-FFF2-40B4-BE49-F238E27FC236}">
                  <a16:creationId xmlns:a16="http://schemas.microsoft.com/office/drawing/2014/main" id="{23676F30-8D11-4874-B1B6-6C25D0DEBBF0}"/>
                </a:ext>
              </a:extLst>
            </p:cNvPr>
            <p:cNvGrpSpPr/>
            <p:nvPr/>
          </p:nvGrpSpPr>
          <p:grpSpPr>
            <a:xfrm>
              <a:off x="539552" y="1162909"/>
              <a:ext cx="3531344" cy="52489"/>
              <a:chOff x="2739916" y="1443571"/>
              <a:chExt cx="4066578" cy="67754"/>
            </a:xfrm>
          </p:grpSpPr>
          <p:cxnSp>
            <p:nvCxnSpPr>
              <p:cNvPr id="47" name="直接连接符 46">
                <a:extLst>
                  <a:ext uri="{FF2B5EF4-FFF2-40B4-BE49-F238E27FC236}">
                    <a16:creationId xmlns:a16="http://schemas.microsoft.com/office/drawing/2014/main" id="{143E43AB-BCD1-443C-B087-33C8C9818A12}"/>
                  </a:ext>
                </a:extLst>
              </p:cNvPr>
              <p:cNvCxnSpPr>
                <a:cxnSpLocks/>
              </p:cNvCxnSpPr>
              <p:nvPr/>
            </p:nvCxnSpPr>
            <p:spPr>
              <a:xfrm>
                <a:off x="2739916" y="1511325"/>
                <a:ext cx="4066578" cy="0"/>
              </a:xfrm>
              <a:prstGeom prst="line">
                <a:avLst/>
              </a:prstGeom>
              <a:noFill/>
              <a:ln w="6350" cap="flat" cmpd="sng" algn="ctr">
                <a:solidFill>
                  <a:srgbClr val="016371"/>
                </a:solidFill>
                <a:prstDash val="solid"/>
                <a:miter lim="800000"/>
              </a:ln>
              <a:effectLst/>
            </p:spPr>
          </p:cxnSp>
          <p:cxnSp>
            <p:nvCxnSpPr>
              <p:cNvPr id="48" name="直接连接符 47">
                <a:extLst>
                  <a:ext uri="{FF2B5EF4-FFF2-40B4-BE49-F238E27FC236}">
                    <a16:creationId xmlns:a16="http://schemas.microsoft.com/office/drawing/2014/main" id="{73A7FF7F-EB12-4EE5-89A0-A29359A89107}"/>
                  </a:ext>
                </a:extLst>
              </p:cNvPr>
              <p:cNvCxnSpPr>
                <a:cxnSpLocks/>
              </p:cNvCxnSpPr>
              <p:nvPr/>
            </p:nvCxnSpPr>
            <p:spPr>
              <a:xfrm>
                <a:off x="2739916" y="1443571"/>
                <a:ext cx="4066578" cy="0"/>
              </a:xfrm>
              <a:prstGeom prst="line">
                <a:avLst/>
              </a:prstGeom>
              <a:noFill/>
              <a:ln w="6350" cap="flat" cmpd="sng" algn="ctr">
                <a:solidFill>
                  <a:srgbClr val="016371"/>
                </a:solidFill>
                <a:prstDash val="solid"/>
                <a:miter lim="800000"/>
              </a:ln>
              <a:effectLst/>
            </p:spPr>
          </p:cxnSp>
        </p:grpSp>
        <p:sp>
          <p:nvSpPr>
            <p:cNvPr id="35" name="文本框 34">
              <a:extLst>
                <a:ext uri="{FF2B5EF4-FFF2-40B4-BE49-F238E27FC236}">
                  <a16:creationId xmlns:a16="http://schemas.microsoft.com/office/drawing/2014/main" id="{BC34BDE7-94B9-4074-ABD8-6D1BBC328E5E}"/>
                </a:ext>
              </a:extLst>
            </p:cNvPr>
            <p:cNvSpPr txBox="1"/>
            <p:nvPr/>
          </p:nvSpPr>
          <p:spPr>
            <a:xfrm>
              <a:off x="1228811" y="987574"/>
              <a:ext cx="2152826" cy="400110"/>
            </a:xfrm>
            <a:prstGeom prst="rect">
              <a:avLst/>
            </a:prstGeom>
            <a:solidFill>
              <a:srgbClr val="016371"/>
            </a:solidFill>
            <a:ln>
              <a:noFill/>
            </a:ln>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altLang="zh-CN" sz="2000" kern="0" dirty="0">
                  <a:solidFill>
                    <a:prstClr val="white"/>
                  </a:solidFill>
                  <a:latin typeface="等线"/>
                  <a:ea typeface="等线"/>
                </a:rPr>
                <a:t>LLM</a:t>
              </a:r>
              <a:r>
                <a:rPr lang="zh-CN" altLang="en-US" sz="2000" kern="0" dirty="0">
                  <a:solidFill>
                    <a:prstClr val="white"/>
                  </a:solidFill>
                  <a:latin typeface="等线"/>
                  <a:ea typeface="等线"/>
                </a:rPr>
                <a:t>存在问题</a:t>
              </a:r>
              <a:endParaRPr kumimoji="0" lang="zh-CN" altLang="en-US" sz="2000" b="0" i="0" u="none" strike="noStrike" kern="0" cap="none" spc="0" normalizeH="0" baseline="0" noProof="0" dirty="0">
                <a:ln>
                  <a:noFill/>
                </a:ln>
                <a:solidFill>
                  <a:prstClr val="white"/>
                </a:solidFill>
                <a:effectLst/>
                <a:uLnTx/>
                <a:uFillTx/>
                <a:latin typeface="等线"/>
                <a:ea typeface="等线"/>
              </a:endParaRPr>
            </a:p>
          </p:txBody>
        </p:sp>
      </p:grpSp>
      <p:grpSp>
        <p:nvGrpSpPr>
          <p:cNvPr id="51" name="组合 50">
            <a:extLst>
              <a:ext uri="{FF2B5EF4-FFF2-40B4-BE49-F238E27FC236}">
                <a16:creationId xmlns:a16="http://schemas.microsoft.com/office/drawing/2014/main" id="{DD3B5C03-8508-4849-B47B-FE5B04AE8169}"/>
              </a:ext>
            </a:extLst>
          </p:cNvPr>
          <p:cNvGrpSpPr/>
          <p:nvPr/>
        </p:nvGrpSpPr>
        <p:grpSpPr>
          <a:xfrm>
            <a:off x="4939392" y="779460"/>
            <a:ext cx="3743746" cy="400110"/>
            <a:chOff x="4784402" y="935281"/>
            <a:chExt cx="3531344" cy="400110"/>
          </a:xfrm>
        </p:grpSpPr>
        <p:grpSp>
          <p:nvGrpSpPr>
            <p:cNvPr id="53" name="组合 52">
              <a:extLst>
                <a:ext uri="{FF2B5EF4-FFF2-40B4-BE49-F238E27FC236}">
                  <a16:creationId xmlns:a16="http://schemas.microsoft.com/office/drawing/2014/main" id="{00A33C19-38D7-4A81-A051-36E84A5BBD77}"/>
                </a:ext>
              </a:extLst>
            </p:cNvPr>
            <p:cNvGrpSpPr/>
            <p:nvPr/>
          </p:nvGrpSpPr>
          <p:grpSpPr>
            <a:xfrm>
              <a:off x="4784402" y="1110616"/>
              <a:ext cx="3531344" cy="52489"/>
              <a:chOff x="2739916" y="1443571"/>
              <a:chExt cx="4066578" cy="67754"/>
            </a:xfrm>
          </p:grpSpPr>
          <p:cxnSp>
            <p:nvCxnSpPr>
              <p:cNvPr id="55" name="直接连接符 54">
                <a:extLst>
                  <a:ext uri="{FF2B5EF4-FFF2-40B4-BE49-F238E27FC236}">
                    <a16:creationId xmlns:a16="http://schemas.microsoft.com/office/drawing/2014/main" id="{63847219-A55F-4B67-A465-A68FB5F320BE}"/>
                  </a:ext>
                </a:extLst>
              </p:cNvPr>
              <p:cNvCxnSpPr>
                <a:cxnSpLocks/>
              </p:cNvCxnSpPr>
              <p:nvPr/>
            </p:nvCxnSpPr>
            <p:spPr>
              <a:xfrm>
                <a:off x="2739916" y="1511325"/>
                <a:ext cx="4066578" cy="0"/>
              </a:xfrm>
              <a:prstGeom prst="line">
                <a:avLst/>
              </a:prstGeom>
              <a:noFill/>
              <a:ln w="6350" cap="flat" cmpd="sng" algn="ctr">
                <a:solidFill>
                  <a:srgbClr val="016371"/>
                </a:solidFill>
                <a:prstDash val="solid"/>
                <a:miter lim="800000"/>
              </a:ln>
              <a:effectLst/>
            </p:spPr>
          </p:cxnSp>
          <p:cxnSp>
            <p:nvCxnSpPr>
              <p:cNvPr id="56" name="直接连接符 55">
                <a:extLst>
                  <a:ext uri="{FF2B5EF4-FFF2-40B4-BE49-F238E27FC236}">
                    <a16:creationId xmlns:a16="http://schemas.microsoft.com/office/drawing/2014/main" id="{A6FA3E6E-8158-4ED4-9C91-B6BB33886E57}"/>
                  </a:ext>
                </a:extLst>
              </p:cNvPr>
              <p:cNvCxnSpPr>
                <a:cxnSpLocks/>
              </p:cNvCxnSpPr>
              <p:nvPr/>
            </p:nvCxnSpPr>
            <p:spPr>
              <a:xfrm>
                <a:off x="2739916" y="1443571"/>
                <a:ext cx="4066578" cy="0"/>
              </a:xfrm>
              <a:prstGeom prst="line">
                <a:avLst/>
              </a:prstGeom>
              <a:noFill/>
              <a:ln w="6350" cap="flat" cmpd="sng" algn="ctr">
                <a:solidFill>
                  <a:srgbClr val="016371"/>
                </a:solidFill>
                <a:prstDash val="solid"/>
                <a:miter lim="800000"/>
              </a:ln>
              <a:effectLst/>
            </p:spPr>
          </p:cxnSp>
        </p:grpSp>
        <p:sp>
          <p:nvSpPr>
            <p:cNvPr id="54" name="文本框 53">
              <a:extLst>
                <a:ext uri="{FF2B5EF4-FFF2-40B4-BE49-F238E27FC236}">
                  <a16:creationId xmlns:a16="http://schemas.microsoft.com/office/drawing/2014/main" id="{98034A94-E2E3-40A9-A919-A866B4E25594}"/>
                </a:ext>
              </a:extLst>
            </p:cNvPr>
            <p:cNvSpPr txBox="1"/>
            <p:nvPr/>
          </p:nvSpPr>
          <p:spPr>
            <a:xfrm>
              <a:off x="5473661" y="935281"/>
              <a:ext cx="2152826" cy="400110"/>
            </a:xfrm>
            <a:prstGeom prst="rect">
              <a:avLst/>
            </a:prstGeom>
            <a:solidFill>
              <a:srgbClr val="016371"/>
            </a:solidFill>
            <a:ln>
              <a:noFill/>
            </a:ln>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white"/>
                  </a:solidFill>
                  <a:effectLst/>
                  <a:uLnTx/>
                  <a:uFillTx/>
                  <a:latin typeface="等线"/>
                  <a:ea typeface="等线"/>
                </a:rPr>
                <a:t>LLM</a:t>
              </a:r>
              <a:r>
                <a:rPr kumimoji="0" lang="zh-CN" altLang="en-US" sz="2000" b="0" i="0" u="none" strike="noStrike" kern="0" cap="none" spc="0" normalizeH="0" baseline="0" noProof="0" dirty="0">
                  <a:ln>
                    <a:noFill/>
                  </a:ln>
                  <a:solidFill>
                    <a:prstClr val="white"/>
                  </a:solidFill>
                  <a:effectLst/>
                  <a:uLnTx/>
                  <a:uFillTx/>
                  <a:latin typeface="等线"/>
                  <a:ea typeface="等线"/>
                </a:rPr>
                <a:t>增强方法</a:t>
              </a:r>
            </a:p>
          </p:txBody>
        </p:sp>
      </p:grpSp>
      <p:sp>
        <p:nvSpPr>
          <p:cNvPr id="60" name="文本框 59">
            <a:extLst>
              <a:ext uri="{FF2B5EF4-FFF2-40B4-BE49-F238E27FC236}">
                <a16:creationId xmlns:a16="http://schemas.microsoft.com/office/drawing/2014/main" id="{4666FABE-61BA-4B8C-8A92-3E59D43F346C}"/>
              </a:ext>
            </a:extLst>
          </p:cNvPr>
          <p:cNvSpPr txBox="1"/>
          <p:nvPr/>
        </p:nvSpPr>
        <p:spPr>
          <a:xfrm>
            <a:off x="343374" y="1351506"/>
            <a:ext cx="3948371" cy="3416320"/>
          </a:xfrm>
          <a:prstGeom prst="rect">
            <a:avLst/>
          </a:prstGeom>
          <a:noFill/>
        </p:spPr>
        <p:txBody>
          <a:bodyPr wrap="square" rtlCol="0">
            <a:spAutoFit/>
          </a:bodyPr>
          <a:lstStyle/>
          <a:p>
            <a:pPr marL="285750" indent="-285750" algn="just">
              <a:spcBef>
                <a:spcPts val="1200"/>
              </a:spcBef>
              <a:buFont typeface="Wingdings" panose="05000000000000000000" pitchFamily="2" charset="2"/>
              <a:buChar char="Ø"/>
            </a:pPr>
            <a:r>
              <a:rPr lang="zh-CN" altLang="en-US" b="1" dirty="0">
                <a:latin typeface="+mn-ea"/>
                <a:cs typeface="Times New Roman" panose="02020603050405020304" pitchFamily="18" charset="0"/>
              </a:rPr>
              <a:t>无法准确理解部分制图概念</a:t>
            </a:r>
          </a:p>
          <a:p>
            <a:pPr marL="742950" lvl="1" indent="-285750" algn="just">
              <a:spcBef>
                <a:spcPts val="1200"/>
              </a:spcBef>
              <a:buFont typeface="Arial" panose="020B0604020202020204" pitchFamily="34" charset="0"/>
              <a:buChar char="•"/>
            </a:pPr>
            <a:r>
              <a:rPr lang="zh-CN" altLang="en-US" sz="1600" dirty="0">
                <a:latin typeface="+mn-ea"/>
                <a:cs typeface="Times New Roman" panose="02020603050405020304" pitchFamily="18" charset="0"/>
              </a:rPr>
              <a:t>制图领域较小，训练语料少。模型参数固定，无法及时更新。</a:t>
            </a:r>
          </a:p>
          <a:p>
            <a:pPr marL="285750" indent="-285750" algn="just">
              <a:spcBef>
                <a:spcPts val="1200"/>
              </a:spcBef>
              <a:buFont typeface="Wingdings" panose="05000000000000000000" pitchFamily="2" charset="2"/>
              <a:buChar char="Ø"/>
            </a:pPr>
            <a:r>
              <a:rPr lang="zh-CN" altLang="en-US" b="1" dirty="0"/>
              <a:t>输出不确定较高、违背制图常识</a:t>
            </a:r>
          </a:p>
          <a:p>
            <a:pPr marL="742950" lvl="1" indent="-285750" algn="just">
              <a:spcBef>
                <a:spcPts val="1200"/>
              </a:spcBef>
              <a:buFont typeface="Arial" panose="020B0604020202020204" pitchFamily="34" charset="0"/>
              <a:buChar char="•"/>
            </a:pPr>
            <a:r>
              <a:rPr lang="en-US" altLang="zh-CN" sz="1600" dirty="0">
                <a:latin typeface="+mn-ea"/>
                <a:cs typeface="Times New Roman" panose="02020603050405020304" pitchFamily="18" charset="0"/>
              </a:rPr>
              <a:t>LLM</a:t>
            </a:r>
            <a:r>
              <a:rPr lang="zh-CN" altLang="en-US" sz="1600" dirty="0">
                <a:latin typeface="+mn-ea"/>
                <a:cs typeface="Times New Roman" panose="02020603050405020304" pitchFamily="18" charset="0"/>
              </a:rPr>
              <a:t>缺乏大量的制图实践经验，对制图仅从语言描述上训练过。</a:t>
            </a:r>
          </a:p>
          <a:p>
            <a:pPr marL="285750" indent="-285750" algn="just">
              <a:spcBef>
                <a:spcPts val="1200"/>
              </a:spcBef>
              <a:buFont typeface="Wingdings" panose="05000000000000000000" pitchFamily="2" charset="2"/>
              <a:buChar char="Ø"/>
            </a:pPr>
            <a:r>
              <a:rPr lang="zh-CN" altLang="en-US" b="1" dirty="0">
                <a:latin typeface="+mn-ea"/>
                <a:cs typeface="Times New Roman" panose="02020603050405020304" pitchFamily="18" charset="0"/>
              </a:rPr>
              <a:t>无法支持制图相关的计算和操作</a:t>
            </a:r>
          </a:p>
          <a:p>
            <a:pPr marL="742950" lvl="1" indent="-285750" algn="just">
              <a:spcBef>
                <a:spcPts val="1200"/>
              </a:spcBef>
              <a:buFont typeface="Arial" panose="020B0604020202020204" pitchFamily="34" charset="0"/>
              <a:buChar char="•"/>
            </a:pPr>
            <a:r>
              <a:rPr lang="zh-CN" altLang="en-US" sz="1600" dirty="0">
                <a:latin typeface="+mn-ea"/>
                <a:cs typeface="Times New Roman" panose="02020603050405020304" pitchFamily="18" charset="0"/>
              </a:rPr>
              <a:t>地图制图过程需要大量的计算和操作，</a:t>
            </a:r>
            <a:r>
              <a:rPr lang="en-US" altLang="zh-CN" sz="1600" dirty="0">
                <a:latin typeface="+mn-ea"/>
                <a:cs typeface="Times New Roman" panose="02020603050405020304" pitchFamily="18" charset="0"/>
              </a:rPr>
              <a:t>LLM</a:t>
            </a:r>
            <a:r>
              <a:rPr lang="zh-CN" altLang="en-US" sz="1600" dirty="0">
                <a:latin typeface="+mn-ea"/>
                <a:cs typeface="Times New Roman" panose="02020603050405020304" pitchFamily="18" charset="0"/>
              </a:rPr>
              <a:t>的概率本质导致了其无法实现</a:t>
            </a:r>
            <a:endParaRPr lang="en-US" altLang="zh-CN" dirty="0"/>
          </a:p>
        </p:txBody>
      </p:sp>
      <p:sp>
        <p:nvSpPr>
          <p:cNvPr id="38" name="文本框 37">
            <a:extLst>
              <a:ext uri="{FF2B5EF4-FFF2-40B4-BE49-F238E27FC236}">
                <a16:creationId xmlns:a16="http://schemas.microsoft.com/office/drawing/2014/main" id="{D80DA869-ADD6-4C88-9D15-7D86F6F18AB3}"/>
              </a:ext>
            </a:extLst>
          </p:cNvPr>
          <p:cNvSpPr txBox="1"/>
          <p:nvPr/>
        </p:nvSpPr>
        <p:spPr>
          <a:xfrm>
            <a:off x="5137935" y="1342907"/>
            <a:ext cx="3822303" cy="3170099"/>
          </a:xfrm>
          <a:prstGeom prst="rect">
            <a:avLst/>
          </a:prstGeom>
          <a:noFill/>
        </p:spPr>
        <p:txBody>
          <a:bodyPr wrap="square" rtlCol="0">
            <a:spAutoFit/>
          </a:bodyPr>
          <a:lstStyle/>
          <a:p>
            <a:pPr marL="285750" indent="-285750" algn="just">
              <a:spcBef>
                <a:spcPts val="1200"/>
              </a:spcBef>
              <a:buFont typeface="Wingdings" panose="05000000000000000000" pitchFamily="2" charset="2"/>
              <a:buChar char="Ø"/>
            </a:pPr>
            <a:r>
              <a:rPr lang="zh-CN" altLang="en-US" b="1" dirty="0">
                <a:latin typeface="+mn-ea"/>
                <a:cs typeface="Times New Roman" panose="02020603050405020304" pitchFamily="18" charset="0"/>
              </a:rPr>
              <a:t>模型微调</a:t>
            </a:r>
            <a:endParaRPr lang="en-US" altLang="zh-CN" b="1" dirty="0">
              <a:latin typeface="+mn-ea"/>
              <a:cs typeface="Times New Roman" panose="02020603050405020304" pitchFamily="18" charset="0"/>
            </a:endParaRPr>
          </a:p>
          <a:p>
            <a:pPr marL="742950" lvl="1" indent="-285750" algn="just">
              <a:spcBef>
                <a:spcPts val="1200"/>
              </a:spcBef>
              <a:buFont typeface="Arial" panose="020B0604020202020204" pitchFamily="34" charset="0"/>
              <a:buChar char="•"/>
            </a:pPr>
            <a:r>
              <a:rPr lang="en-US" altLang="zh-CN" sz="1600" dirty="0">
                <a:latin typeface="+mn-ea"/>
                <a:cs typeface="Times New Roman" panose="02020603050405020304" pitchFamily="18" charset="0"/>
              </a:rPr>
              <a:t>Lora</a:t>
            </a:r>
            <a:r>
              <a:rPr lang="zh-CN" altLang="en-US" sz="1600" dirty="0">
                <a:latin typeface="+mn-ea"/>
                <a:cs typeface="Times New Roman" panose="02020603050405020304" pitchFamily="18" charset="0"/>
              </a:rPr>
              <a:t>、</a:t>
            </a:r>
            <a:r>
              <a:rPr lang="en-US" altLang="zh-CN" sz="1600" dirty="0">
                <a:latin typeface="+mn-ea"/>
                <a:cs typeface="Times New Roman" panose="02020603050405020304" pitchFamily="18" charset="0"/>
              </a:rPr>
              <a:t>Adaption</a:t>
            </a:r>
            <a:r>
              <a:rPr lang="zh-CN" altLang="en-US" sz="1600" dirty="0">
                <a:latin typeface="+mn-ea"/>
                <a:cs typeface="Times New Roman" panose="02020603050405020304" pitchFamily="18" charset="0"/>
              </a:rPr>
              <a:t>等修改模型结构，从输出语言风格上增强</a:t>
            </a:r>
            <a:endParaRPr lang="en-US" altLang="zh-CN" sz="1600" dirty="0">
              <a:latin typeface="+mn-ea"/>
              <a:cs typeface="Times New Roman" panose="02020603050405020304" pitchFamily="18" charset="0"/>
            </a:endParaRPr>
          </a:p>
          <a:p>
            <a:pPr marL="285750" indent="-285750" algn="just">
              <a:spcBef>
                <a:spcPts val="1200"/>
              </a:spcBef>
              <a:buFont typeface="Wingdings" panose="05000000000000000000" pitchFamily="2" charset="2"/>
              <a:buChar char="Ø"/>
            </a:pPr>
            <a:r>
              <a:rPr lang="zh-CN" altLang="en-US" b="1" dirty="0"/>
              <a:t>检索增强生成</a:t>
            </a:r>
            <a:endParaRPr lang="en-US" altLang="zh-CN" b="1" dirty="0"/>
          </a:p>
          <a:p>
            <a:pPr marL="742950" lvl="1" indent="-285750" algn="just">
              <a:spcBef>
                <a:spcPts val="1200"/>
              </a:spcBef>
              <a:buFont typeface="Arial" panose="020B0604020202020204" pitchFamily="34" charset="0"/>
              <a:buChar char="•"/>
            </a:pPr>
            <a:r>
              <a:rPr lang="zh-CN" altLang="en-US" sz="1600" dirty="0">
                <a:latin typeface="+mn-ea"/>
                <a:cs typeface="Times New Roman" panose="02020603050405020304" pitchFamily="18" charset="0"/>
              </a:rPr>
              <a:t>通过问题相似度对比，从知识库选择背景知识，约束模型输出。</a:t>
            </a:r>
            <a:endParaRPr lang="en-US" altLang="zh-CN" sz="1600" dirty="0">
              <a:latin typeface="+mn-ea"/>
              <a:cs typeface="Times New Roman" panose="02020603050405020304" pitchFamily="18" charset="0"/>
            </a:endParaRPr>
          </a:p>
          <a:p>
            <a:pPr marL="285750" indent="-285750" algn="just">
              <a:spcBef>
                <a:spcPts val="1200"/>
              </a:spcBef>
              <a:buFont typeface="Wingdings" panose="05000000000000000000" pitchFamily="2" charset="2"/>
              <a:buChar char="Ø"/>
            </a:pPr>
            <a:r>
              <a:rPr lang="zh-CN" altLang="en-US" b="1" dirty="0">
                <a:latin typeface="+mn-ea"/>
                <a:cs typeface="Times New Roman" panose="02020603050405020304" pitchFamily="18" charset="0"/>
              </a:rPr>
              <a:t>使用外部工具</a:t>
            </a:r>
            <a:endParaRPr lang="en-US" altLang="zh-CN" b="1" dirty="0">
              <a:latin typeface="+mn-ea"/>
              <a:cs typeface="Times New Roman" panose="02020603050405020304" pitchFamily="18" charset="0"/>
            </a:endParaRPr>
          </a:p>
          <a:p>
            <a:pPr marL="742950" lvl="1" indent="-285750" algn="just">
              <a:spcBef>
                <a:spcPts val="1200"/>
              </a:spcBef>
              <a:buFont typeface="Arial" panose="020B0604020202020204" pitchFamily="34" charset="0"/>
              <a:buChar char="•"/>
            </a:pPr>
            <a:r>
              <a:rPr lang="zh-CN" altLang="en-US" sz="1600" dirty="0">
                <a:latin typeface="+mn-ea"/>
                <a:cs typeface="Times New Roman" panose="02020603050405020304" pitchFamily="18" charset="0"/>
              </a:rPr>
              <a:t>通过</a:t>
            </a:r>
            <a:r>
              <a:rPr lang="en-US" altLang="zh-CN" sz="1600" dirty="0">
                <a:latin typeface="+mn-ea"/>
                <a:cs typeface="Times New Roman" panose="02020603050405020304" pitchFamily="18" charset="0"/>
              </a:rPr>
              <a:t>LangChain</a:t>
            </a:r>
            <a:r>
              <a:rPr lang="zh-CN" altLang="en-US" sz="1600" dirty="0">
                <a:latin typeface="+mn-ea"/>
                <a:cs typeface="Times New Roman" panose="02020603050405020304" pitchFamily="18" charset="0"/>
              </a:rPr>
              <a:t>整合现有的制图环境和制图工具</a:t>
            </a:r>
            <a:endParaRPr lang="en-US" altLang="zh-CN" sz="1600" dirty="0">
              <a:latin typeface="+mn-ea"/>
              <a:cs typeface="Times New Roman" panose="02020603050405020304" pitchFamily="18" charset="0"/>
            </a:endParaRPr>
          </a:p>
        </p:txBody>
      </p:sp>
    </p:spTree>
    <p:extLst>
      <p:ext uri="{BB962C8B-B14F-4D97-AF65-F5344CB8AC3E}">
        <p14:creationId xmlns:p14="http://schemas.microsoft.com/office/powerpoint/2010/main" val="258858455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ïšḷíḍé">
            <a:extLst>
              <a:ext uri="{FF2B5EF4-FFF2-40B4-BE49-F238E27FC236}">
                <a16:creationId xmlns:a16="http://schemas.microsoft.com/office/drawing/2014/main" id="{DB002745-18A9-4CF9-A49B-2A584258DA17}"/>
              </a:ext>
            </a:extLst>
          </p:cNvPr>
          <p:cNvSpPr/>
          <p:nvPr/>
        </p:nvSpPr>
        <p:spPr>
          <a:xfrm>
            <a:off x="487967" y="1235910"/>
            <a:ext cx="445586" cy="3496079"/>
          </a:xfrm>
          <a:prstGeom prst="rect">
            <a:avLst/>
          </a:prstGeom>
          <a:noFill/>
          <a:ln w="6350">
            <a:solidFill>
              <a:srgbClr val="01637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defPPr>
              <a:defRPr lang="en-US"/>
            </a:defPPr>
            <a:lvl1pPr marL="0" algn="l" defTabSz="609585" rtl="0" eaLnBrk="1" latinLnBrk="0" hangingPunct="1">
              <a:defRPr sz="2400" kern="1200">
                <a:solidFill>
                  <a:schemeClr val="lt1"/>
                </a:solidFill>
              </a:defRPr>
            </a:lvl1pPr>
            <a:lvl2pPr marL="609585" algn="l" defTabSz="609585" rtl="0" eaLnBrk="1" latinLnBrk="0" hangingPunct="1">
              <a:defRPr sz="2400" kern="1200">
                <a:solidFill>
                  <a:schemeClr val="lt1"/>
                </a:solidFill>
              </a:defRPr>
            </a:lvl2pPr>
            <a:lvl3pPr marL="1219170" algn="l" defTabSz="609585" rtl="0" eaLnBrk="1" latinLnBrk="0" hangingPunct="1">
              <a:defRPr sz="2400" kern="1200">
                <a:solidFill>
                  <a:schemeClr val="lt1"/>
                </a:solidFill>
              </a:defRPr>
            </a:lvl3pPr>
            <a:lvl4pPr marL="1828754" algn="l" defTabSz="609585" rtl="0" eaLnBrk="1" latinLnBrk="0" hangingPunct="1">
              <a:defRPr sz="2400" kern="1200">
                <a:solidFill>
                  <a:schemeClr val="lt1"/>
                </a:solidFill>
              </a:defRPr>
            </a:lvl4pPr>
            <a:lvl5pPr marL="2438339" algn="l" defTabSz="609585" rtl="0" eaLnBrk="1" latinLnBrk="0" hangingPunct="1">
              <a:defRPr sz="2400" kern="1200">
                <a:solidFill>
                  <a:schemeClr val="lt1"/>
                </a:solidFill>
              </a:defRPr>
            </a:lvl5pPr>
            <a:lvl6pPr marL="3047924" algn="l" defTabSz="609585" rtl="0" eaLnBrk="1" latinLnBrk="0" hangingPunct="1">
              <a:defRPr sz="2400" kern="1200">
                <a:solidFill>
                  <a:schemeClr val="lt1"/>
                </a:solidFill>
              </a:defRPr>
            </a:lvl6pPr>
            <a:lvl7pPr marL="3657509" algn="l" defTabSz="609585" rtl="0" eaLnBrk="1" latinLnBrk="0" hangingPunct="1">
              <a:defRPr sz="2400" kern="1200">
                <a:solidFill>
                  <a:schemeClr val="lt1"/>
                </a:solidFill>
              </a:defRPr>
            </a:lvl7pPr>
            <a:lvl8pPr marL="4267093" algn="l" defTabSz="609585" rtl="0" eaLnBrk="1" latinLnBrk="0" hangingPunct="1">
              <a:defRPr sz="2400" kern="1200">
                <a:solidFill>
                  <a:schemeClr val="lt1"/>
                </a:solidFill>
              </a:defRPr>
            </a:lvl8pPr>
            <a:lvl9pPr marL="4876678" algn="l" defTabSz="609585" rtl="0" eaLnBrk="1" latinLnBrk="0" hangingPunct="1">
              <a:defRPr sz="2400" kern="1200">
                <a:solidFill>
                  <a:schemeClr val="lt1"/>
                </a:solidFill>
              </a:defRPr>
            </a:lvl9pPr>
          </a:lstStyle>
          <a:p>
            <a:pPr lvl="0" algn="ctr">
              <a:lnSpc>
                <a:spcPct val="120000"/>
              </a:lnSpc>
            </a:pPr>
            <a:r>
              <a:rPr lang="en-US" altLang="zh-CN" sz="1600" dirty="0">
                <a:solidFill>
                  <a:schemeClr val="accent3">
                    <a:lumMod val="90000"/>
                    <a:lumOff val="10000"/>
                  </a:schemeClr>
                </a:solidFill>
                <a:cs typeface="+mn-ea"/>
                <a:sym typeface="+mn-lt"/>
              </a:rPr>
              <a:t>LLM</a:t>
            </a:r>
            <a:r>
              <a:rPr lang="zh-CN" altLang="en-US" sz="1600" dirty="0">
                <a:solidFill>
                  <a:schemeClr val="accent3">
                    <a:lumMod val="90000"/>
                    <a:lumOff val="10000"/>
                  </a:schemeClr>
                </a:solidFill>
                <a:cs typeface="+mn-ea"/>
                <a:sym typeface="+mn-lt"/>
              </a:rPr>
              <a:t>和制图领域的融合</a:t>
            </a:r>
          </a:p>
        </p:txBody>
      </p:sp>
      <p:cxnSp>
        <p:nvCxnSpPr>
          <p:cNvPr id="37" name="íṥļïḑé">
            <a:extLst>
              <a:ext uri="{FF2B5EF4-FFF2-40B4-BE49-F238E27FC236}">
                <a16:creationId xmlns:a16="http://schemas.microsoft.com/office/drawing/2014/main" id="{5BC9BED0-8387-4954-B143-085751198510}"/>
              </a:ext>
            </a:extLst>
          </p:cNvPr>
          <p:cNvCxnSpPr>
            <a:cxnSpLocks/>
            <a:stCxn id="71" idx="1"/>
            <a:endCxn id="73" idx="3"/>
          </p:cNvCxnSpPr>
          <p:nvPr/>
        </p:nvCxnSpPr>
        <p:spPr>
          <a:xfrm rot="10800000" flipV="1">
            <a:off x="933553" y="2779258"/>
            <a:ext cx="329606" cy="204691"/>
          </a:xfrm>
          <a:prstGeom prst="bentConnector3">
            <a:avLst>
              <a:gd name="adj1" fmla="val 50000"/>
            </a:avLst>
          </a:prstGeom>
          <a:ln>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1" name="ïṣlîḋê">
            <a:extLst>
              <a:ext uri="{FF2B5EF4-FFF2-40B4-BE49-F238E27FC236}">
                <a16:creationId xmlns:a16="http://schemas.microsoft.com/office/drawing/2014/main" id="{6AD092DE-DBBE-40DB-B605-94C2F5DBDF86}"/>
              </a:ext>
            </a:extLst>
          </p:cNvPr>
          <p:cNvCxnSpPr>
            <a:cxnSpLocks/>
            <a:stCxn id="69" idx="3"/>
            <a:endCxn id="54" idx="1"/>
          </p:cNvCxnSpPr>
          <p:nvPr/>
        </p:nvCxnSpPr>
        <p:spPr>
          <a:xfrm flipV="1">
            <a:off x="2579222" y="1207657"/>
            <a:ext cx="336594" cy="246817"/>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ïṡļíḋe">
            <a:extLst>
              <a:ext uri="{FF2B5EF4-FFF2-40B4-BE49-F238E27FC236}">
                <a16:creationId xmlns:a16="http://schemas.microsoft.com/office/drawing/2014/main" id="{EE401C59-2759-4481-8F27-A89F55710587}"/>
              </a:ext>
            </a:extLst>
          </p:cNvPr>
          <p:cNvCxnSpPr>
            <a:cxnSpLocks/>
            <a:stCxn id="71" idx="3"/>
            <a:endCxn id="50" idx="1"/>
          </p:cNvCxnSpPr>
          <p:nvPr/>
        </p:nvCxnSpPr>
        <p:spPr>
          <a:xfrm flipV="1">
            <a:off x="2579222" y="2522020"/>
            <a:ext cx="341862" cy="257239"/>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71" name="îṧlïḑê">
            <a:extLst>
              <a:ext uri="{FF2B5EF4-FFF2-40B4-BE49-F238E27FC236}">
                <a16:creationId xmlns:a16="http://schemas.microsoft.com/office/drawing/2014/main" id="{ECD9BAEA-CED8-41B6-9584-C6CA2C913ADF}"/>
              </a:ext>
            </a:extLst>
          </p:cNvPr>
          <p:cNvSpPr/>
          <p:nvPr/>
        </p:nvSpPr>
        <p:spPr>
          <a:xfrm>
            <a:off x="1263159" y="2614635"/>
            <a:ext cx="1316063" cy="329247"/>
          </a:xfrm>
          <a:prstGeom prst="rect">
            <a:avLst/>
          </a:prstGeom>
          <a:noFill/>
          <a:ln w="6350">
            <a:solidFill>
              <a:srgbClr val="01637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defPPr>
              <a:defRPr lang="en-US"/>
            </a:defPPr>
            <a:lvl1pPr marL="0" algn="l" defTabSz="609585" rtl="0" eaLnBrk="1" latinLnBrk="0" hangingPunct="1">
              <a:defRPr sz="2400" kern="1200">
                <a:solidFill>
                  <a:schemeClr val="lt1"/>
                </a:solidFill>
              </a:defRPr>
            </a:lvl1pPr>
            <a:lvl2pPr marL="609585" algn="l" defTabSz="609585" rtl="0" eaLnBrk="1" latinLnBrk="0" hangingPunct="1">
              <a:defRPr sz="2400" kern="1200">
                <a:solidFill>
                  <a:schemeClr val="lt1"/>
                </a:solidFill>
              </a:defRPr>
            </a:lvl2pPr>
            <a:lvl3pPr marL="1219170" algn="l" defTabSz="609585" rtl="0" eaLnBrk="1" latinLnBrk="0" hangingPunct="1">
              <a:defRPr sz="2400" kern="1200">
                <a:solidFill>
                  <a:schemeClr val="lt1"/>
                </a:solidFill>
              </a:defRPr>
            </a:lvl3pPr>
            <a:lvl4pPr marL="1828754" algn="l" defTabSz="609585" rtl="0" eaLnBrk="1" latinLnBrk="0" hangingPunct="1">
              <a:defRPr sz="2400" kern="1200">
                <a:solidFill>
                  <a:schemeClr val="lt1"/>
                </a:solidFill>
              </a:defRPr>
            </a:lvl4pPr>
            <a:lvl5pPr marL="2438339" algn="l" defTabSz="609585" rtl="0" eaLnBrk="1" latinLnBrk="0" hangingPunct="1">
              <a:defRPr sz="2400" kern="1200">
                <a:solidFill>
                  <a:schemeClr val="lt1"/>
                </a:solidFill>
              </a:defRPr>
            </a:lvl5pPr>
            <a:lvl6pPr marL="3047924" algn="l" defTabSz="609585" rtl="0" eaLnBrk="1" latinLnBrk="0" hangingPunct="1">
              <a:defRPr sz="2400" kern="1200">
                <a:solidFill>
                  <a:schemeClr val="lt1"/>
                </a:solidFill>
              </a:defRPr>
            </a:lvl6pPr>
            <a:lvl7pPr marL="3657509" algn="l" defTabSz="609585" rtl="0" eaLnBrk="1" latinLnBrk="0" hangingPunct="1">
              <a:defRPr sz="2400" kern="1200">
                <a:solidFill>
                  <a:schemeClr val="lt1"/>
                </a:solidFill>
              </a:defRPr>
            </a:lvl7pPr>
            <a:lvl8pPr marL="4267093" algn="l" defTabSz="609585" rtl="0" eaLnBrk="1" latinLnBrk="0" hangingPunct="1">
              <a:defRPr sz="2400" kern="1200">
                <a:solidFill>
                  <a:schemeClr val="lt1"/>
                </a:solidFill>
              </a:defRPr>
            </a:lvl8pPr>
            <a:lvl9pPr marL="4876678" algn="l" defTabSz="609585" rtl="0" eaLnBrk="1" latinLnBrk="0" hangingPunct="1">
              <a:defRPr sz="2400" kern="1200">
                <a:solidFill>
                  <a:schemeClr val="lt1"/>
                </a:solidFill>
              </a:defRPr>
            </a:lvl9pPr>
          </a:lstStyle>
          <a:p>
            <a:pPr lvl="0" algn="ctr">
              <a:lnSpc>
                <a:spcPct val="120000"/>
              </a:lnSpc>
            </a:pPr>
            <a:r>
              <a:rPr lang="zh-CN" altLang="en-US" sz="1400" dirty="0">
                <a:solidFill>
                  <a:schemeClr val="accent3">
                    <a:lumMod val="90000"/>
                    <a:lumOff val="10000"/>
                  </a:schemeClr>
                </a:solidFill>
                <a:cs typeface="+mn-ea"/>
                <a:sym typeface="+mn-lt"/>
              </a:rPr>
              <a:t>检索增强生成</a:t>
            </a:r>
          </a:p>
        </p:txBody>
      </p:sp>
      <p:sp>
        <p:nvSpPr>
          <p:cNvPr id="69" name="iṣliďê">
            <a:extLst>
              <a:ext uri="{FF2B5EF4-FFF2-40B4-BE49-F238E27FC236}">
                <a16:creationId xmlns:a16="http://schemas.microsoft.com/office/drawing/2014/main" id="{BAE8E91D-3BE3-4EA3-B7F8-289D73520490}"/>
              </a:ext>
            </a:extLst>
          </p:cNvPr>
          <p:cNvSpPr/>
          <p:nvPr/>
        </p:nvSpPr>
        <p:spPr>
          <a:xfrm>
            <a:off x="1263159" y="1289850"/>
            <a:ext cx="1316063" cy="329247"/>
          </a:xfrm>
          <a:prstGeom prst="rect">
            <a:avLst/>
          </a:prstGeom>
          <a:noFill/>
          <a:ln w="6350">
            <a:solidFill>
              <a:srgbClr val="01637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defPPr>
              <a:defRPr lang="en-US"/>
            </a:defPPr>
            <a:lvl1pPr marL="0" algn="l" defTabSz="609585" rtl="0" eaLnBrk="1" latinLnBrk="0" hangingPunct="1">
              <a:defRPr sz="2400" kern="1200">
                <a:solidFill>
                  <a:schemeClr val="lt1"/>
                </a:solidFill>
              </a:defRPr>
            </a:lvl1pPr>
            <a:lvl2pPr marL="609585" algn="l" defTabSz="609585" rtl="0" eaLnBrk="1" latinLnBrk="0" hangingPunct="1">
              <a:defRPr sz="2400" kern="1200">
                <a:solidFill>
                  <a:schemeClr val="lt1"/>
                </a:solidFill>
              </a:defRPr>
            </a:lvl2pPr>
            <a:lvl3pPr marL="1219170" algn="l" defTabSz="609585" rtl="0" eaLnBrk="1" latinLnBrk="0" hangingPunct="1">
              <a:defRPr sz="2400" kern="1200">
                <a:solidFill>
                  <a:schemeClr val="lt1"/>
                </a:solidFill>
              </a:defRPr>
            </a:lvl3pPr>
            <a:lvl4pPr marL="1828754" algn="l" defTabSz="609585" rtl="0" eaLnBrk="1" latinLnBrk="0" hangingPunct="1">
              <a:defRPr sz="2400" kern="1200">
                <a:solidFill>
                  <a:schemeClr val="lt1"/>
                </a:solidFill>
              </a:defRPr>
            </a:lvl4pPr>
            <a:lvl5pPr marL="2438339" algn="l" defTabSz="609585" rtl="0" eaLnBrk="1" latinLnBrk="0" hangingPunct="1">
              <a:defRPr sz="2400" kern="1200">
                <a:solidFill>
                  <a:schemeClr val="lt1"/>
                </a:solidFill>
              </a:defRPr>
            </a:lvl5pPr>
            <a:lvl6pPr marL="3047924" algn="l" defTabSz="609585" rtl="0" eaLnBrk="1" latinLnBrk="0" hangingPunct="1">
              <a:defRPr sz="2400" kern="1200">
                <a:solidFill>
                  <a:schemeClr val="lt1"/>
                </a:solidFill>
              </a:defRPr>
            </a:lvl6pPr>
            <a:lvl7pPr marL="3657509" algn="l" defTabSz="609585" rtl="0" eaLnBrk="1" latinLnBrk="0" hangingPunct="1">
              <a:defRPr sz="2400" kern="1200">
                <a:solidFill>
                  <a:schemeClr val="lt1"/>
                </a:solidFill>
              </a:defRPr>
            </a:lvl7pPr>
            <a:lvl8pPr marL="4267093" algn="l" defTabSz="609585" rtl="0" eaLnBrk="1" latinLnBrk="0" hangingPunct="1">
              <a:defRPr sz="2400" kern="1200">
                <a:solidFill>
                  <a:schemeClr val="lt1"/>
                </a:solidFill>
              </a:defRPr>
            </a:lvl8pPr>
            <a:lvl9pPr marL="4876678" algn="l" defTabSz="609585" rtl="0" eaLnBrk="1" latinLnBrk="0" hangingPunct="1">
              <a:defRPr sz="2400" kern="1200">
                <a:solidFill>
                  <a:schemeClr val="lt1"/>
                </a:solidFill>
              </a:defRPr>
            </a:lvl9pPr>
          </a:lstStyle>
          <a:p>
            <a:pPr lvl="0" algn="ctr">
              <a:lnSpc>
                <a:spcPct val="120000"/>
              </a:lnSpc>
            </a:pPr>
            <a:r>
              <a:rPr lang="zh-CN" altLang="en-US" sz="1400" dirty="0">
                <a:solidFill>
                  <a:schemeClr val="accent3">
                    <a:lumMod val="90000"/>
                    <a:lumOff val="10000"/>
                  </a:schemeClr>
                </a:solidFill>
                <a:cs typeface="+mn-ea"/>
                <a:sym typeface="+mn-lt"/>
              </a:rPr>
              <a:t>模型微调</a:t>
            </a:r>
          </a:p>
        </p:txBody>
      </p:sp>
      <p:sp>
        <p:nvSpPr>
          <p:cNvPr id="67" name="îsḻïdé">
            <a:extLst>
              <a:ext uri="{FF2B5EF4-FFF2-40B4-BE49-F238E27FC236}">
                <a16:creationId xmlns:a16="http://schemas.microsoft.com/office/drawing/2014/main" id="{B6F81760-27FF-4447-A298-DF3B9ECBB718}"/>
              </a:ext>
            </a:extLst>
          </p:cNvPr>
          <p:cNvSpPr/>
          <p:nvPr/>
        </p:nvSpPr>
        <p:spPr>
          <a:xfrm>
            <a:off x="1263159" y="4126898"/>
            <a:ext cx="1316063" cy="329247"/>
          </a:xfrm>
          <a:prstGeom prst="rect">
            <a:avLst/>
          </a:prstGeom>
          <a:noFill/>
          <a:ln w="6350">
            <a:solidFill>
              <a:srgbClr val="01637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defPPr>
              <a:defRPr lang="en-US"/>
            </a:defPPr>
            <a:lvl1pPr marL="0" algn="l" defTabSz="609585" rtl="0" eaLnBrk="1" latinLnBrk="0" hangingPunct="1">
              <a:defRPr sz="2400" kern="1200">
                <a:solidFill>
                  <a:schemeClr val="lt1"/>
                </a:solidFill>
              </a:defRPr>
            </a:lvl1pPr>
            <a:lvl2pPr marL="609585" algn="l" defTabSz="609585" rtl="0" eaLnBrk="1" latinLnBrk="0" hangingPunct="1">
              <a:defRPr sz="2400" kern="1200">
                <a:solidFill>
                  <a:schemeClr val="lt1"/>
                </a:solidFill>
              </a:defRPr>
            </a:lvl2pPr>
            <a:lvl3pPr marL="1219170" algn="l" defTabSz="609585" rtl="0" eaLnBrk="1" latinLnBrk="0" hangingPunct="1">
              <a:defRPr sz="2400" kern="1200">
                <a:solidFill>
                  <a:schemeClr val="lt1"/>
                </a:solidFill>
              </a:defRPr>
            </a:lvl3pPr>
            <a:lvl4pPr marL="1828754" algn="l" defTabSz="609585" rtl="0" eaLnBrk="1" latinLnBrk="0" hangingPunct="1">
              <a:defRPr sz="2400" kern="1200">
                <a:solidFill>
                  <a:schemeClr val="lt1"/>
                </a:solidFill>
              </a:defRPr>
            </a:lvl4pPr>
            <a:lvl5pPr marL="2438339" algn="l" defTabSz="609585" rtl="0" eaLnBrk="1" latinLnBrk="0" hangingPunct="1">
              <a:defRPr sz="2400" kern="1200">
                <a:solidFill>
                  <a:schemeClr val="lt1"/>
                </a:solidFill>
              </a:defRPr>
            </a:lvl5pPr>
            <a:lvl6pPr marL="3047924" algn="l" defTabSz="609585" rtl="0" eaLnBrk="1" latinLnBrk="0" hangingPunct="1">
              <a:defRPr sz="2400" kern="1200">
                <a:solidFill>
                  <a:schemeClr val="lt1"/>
                </a:solidFill>
              </a:defRPr>
            </a:lvl6pPr>
            <a:lvl7pPr marL="3657509" algn="l" defTabSz="609585" rtl="0" eaLnBrk="1" latinLnBrk="0" hangingPunct="1">
              <a:defRPr sz="2400" kern="1200">
                <a:solidFill>
                  <a:schemeClr val="lt1"/>
                </a:solidFill>
              </a:defRPr>
            </a:lvl7pPr>
            <a:lvl8pPr marL="4267093" algn="l" defTabSz="609585" rtl="0" eaLnBrk="1" latinLnBrk="0" hangingPunct="1">
              <a:defRPr sz="2400" kern="1200">
                <a:solidFill>
                  <a:schemeClr val="lt1"/>
                </a:solidFill>
              </a:defRPr>
            </a:lvl8pPr>
            <a:lvl9pPr marL="4876678" algn="l" defTabSz="609585" rtl="0" eaLnBrk="1" latinLnBrk="0" hangingPunct="1">
              <a:defRPr sz="2400" kern="1200">
                <a:solidFill>
                  <a:schemeClr val="lt1"/>
                </a:solidFill>
              </a:defRPr>
            </a:lvl9pPr>
          </a:lstStyle>
          <a:p>
            <a:pPr lvl="0" algn="ctr">
              <a:lnSpc>
                <a:spcPct val="120000"/>
              </a:lnSpc>
            </a:pPr>
            <a:r>
              <a:rPr lang="zh-CN" altLang="en-US" sz="1400" dirty="0">
                <a:solidFill>
                  <a:schemeClr val="accent3">
                    <a:lumMod val="90000"/>
                    <a:lumOff val="10000"/>
                  </a:schemeClr>
                </a:solidFill>
                <a:cs typeface="+mn-ea"/>
                <a:sym typeface="+mn-lt"/>
              </a:rPr>
              <a:t>使用外部工具</a:t>
            </a:r>
          </a:p>
        </p:txBody>
      </p:sp>
      <p:sp>
        <p:nvSpPr>
          <p:cNvPr id="54" name="íṩļíḍe">
            <a:extLst>
              <a:ext uri="{FF2B5EF4-FFF2-40B4-BE49-F238E27FC236}">
                <a16:creationId xmlns:a16="http://schemas.microsoft.com/office/drawing/2014/main" id="{FAD02A83-3357-47A9-BF92-C01D04E66D85}"/>
              </a:ext>
            </a:extLst>
          </p:cNvPr>
          <p:cNvSpPr/>
          <p:nvPr/>
        </p:nvSpPr>
        <p:spPr>
          <a:xfrm>
            <a:off x="2915816" y="1043033"/>
            <a:ext cx="1316063" cy="329247"/>
          </a:xfrm>
          <a:prstGeom prst="rect">
            <a:avLst/>
          </a:prstGeom>
          <a:no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defPPr>
              <a:defRPr lang="en-US"/>
            </a:defPPr>
            <a:lvl1pPr marL="0" algn="l" defTabSz="609585" rtl="0" eaLnBrk="1" latinLnBrk="0" hangingPunct="1">
              <a:defRPr sz="2400" kern="1200">
                <a:solidFill>
                  <a:schemeClr val="lt1"/>
                </a:solidFill>
              </a:defRPr>
            </a:lvl1pPr>
            <a:lvl2pPr marL="609585" algn="l" defTabSz="609585" rtl="0" eaLnBrk="1" latinLnBrk="0" hangingPunct="1">
              <a:defRPr sz="2400" kern="1200">
                <a:solidFill>
                  <a:schemeClr val="lt1"/>
                </a:solidFill>
              </a:defRPr>
            </a:lvl2pPr>
            <a:lvl3pPr marL="1219170" algn="l" defTabSz="609585" rtl="0" eaLnBrk="1" latinLnBrk="0" hangingPunct="1">
              <a:defRPr sz="2400" kern="1200">
                <a:solidFill>
                  <a:schemeClr val="lt1"/>
                </a:solidFill>
              </a:defRPr>
            </a:lvl3pPr>
            <a:lvl4pPr marL="1828754" algn="l" defTabSz="609585" rtl="0" eaLnBrk="1" latinLnBrk="0" hangingPunct="1">
              <a:defRPr sz="2400" kern="1200">
                <a:solidFill>
                  <a:schemeClr val="lt1"/>
                </a:solidFill>
              </a:defRPr>
            </a:lvl4pPr>
            <a:lvl5pPr marL="2438339" algn="l" defTabSz="609585" rtl="0" eaLnBrk="1" latinLnBrk="0" hangingPunct="1">
              <a:defRPr sz="2400" kern="1200">
                <a:solidFill>
                  <a:schemeClr val="lt1"/>
                </a:solidFill>
              </a:defRPr>
            </a:lvl5pPr>
            <a:lvl6pPr marL="3047924" algn="l" defTabSz="609585" rtl="0" eaLnBrk="1" latinLnBrk="0" hangingPunct="1">
              <a:defRPr sz="2400" kern="1200">
                <a:solidFill>
                  <a:schemeClr val="lt1"/>
                </a:solidFill>
              </a:defRPr>
            </a:lvl6pPr>
            <a:lvl7pPr marL="3657509" algn="l" defTabSz="609585" rtl="0" eaLnBrk="1" latinLnBrk="0" hangingPunct="1">
              <a:defRPr sz="2400" kern="1200">
                <a:solidFill>
                  <a:schemeClr val="lt1"/>
                </a:solidFill>
              </a:defRPr>
            </a:lvl7pPr>
            <a:lvl8pPr marL="4267093" algn="l" defTabSz="609585" rtl="0" eaLnBrk="1" latinLnBrk="0" hangingPunct="1">
              <a:defRPr sz="2400" kern="1200">
                <a:solidFill>
                  <a:schemeClr val="lt1"/>
                </a:solidFill>
              </a:defRPr>
            </a:lvl8pPr>
            <a:lvl9pPr marL="4876678" algn="l" defTabSz="609585" rtl="0" eaLnBrk="1" latinLnBrk="0" hangingPunct="1">
              <a:defRPr sz="2400" kern="1200">
                <a:solidFill>
                  <a:schemeClr val="lt1"/>
                </a:solidFill>
              </a:defRPr>
            </a:lvl9pPr>
          </a:lstStyle>
          <a:p>
            <a:pPr lvl="0" algn="ctr">
              <a:lnSpc>
                <a:spcPct val="120000"/>
              </a:lnSpc>
            </a:pPr>
            <a:r>
              <a:rPr lang="zh-CN" altLang="en-US" sz="1400" dirty="0">
                <a:solidFill>
                  <a:schemeClr val="accent3">
                    <a:lumMod val="90000"/>
                    <a:lumOff val="10000"/>
                  </a:schemeClr>
                </a:solidFill>
                <a:cs typeface="+mn-ea"/>
                <a:sym typeface="+mn-lt"/>
              </a:rPr>
              <a:t>语言风格</a:t>
            </a:r>
          </a:p>
        </p:txBody>
      </p:sp>
      <p:sp>
        <p:nvSpPr>
          <p:cNvPr id="52" name="isḷïḋé">
            <a:extLst>
              <a:ext uri="{FF2B5EF4-FFF2-40B4-BE49-F238E27FC236}">
                <a16:creationId xmlns:a16="http://schemas.microsoft.com/office/drawing/2014/main" id="{176F3685-1937-4BF0-AFE6-2DBB2C524715}"/>
              </a:ext>
            </a:extLst>
          </p:cNvPr>
          <p:cNvSpPr/>
          <p:nvPr/>
        </p:nvSpPr>
        <p:spPr>
          <a:xfrm>
            <a:off x="2915816" y="1468029"/>
            <a:ext cx="1316063" cy="329247"/>
          </a:xfrm>
          <a:prstGeom prst="rect">
            <a:avLst/>
          </a:prstGeom>
          <a:no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defPPr>
              <a:defRPr lang="en-US"/>
            </a:defPPr>
            <a:lvl1pPr marL="0" algn="l" defTabSz="609585" rtl="0" eaLnBrk="1" latinLnBrk="0" hangingPunct="1">
              <a:defRPr sz="2400" kern="1200">
                <a:solidFill>
                  <a:schemeClr val="lt1"/>
                </a:solidFill>
              </a:defRPr>
            </a:lvl1pPr>
            <a:lvl2pPr marL="609585" algn="l" defTabSz="609585" rtl="0" eaLnBrk="1" latinLnBrk="0" hangingPunct="1">
              <a:defRPr sz="2400" kern="1200">
                <a:solidFill>
                  <a:schemeClr val="lt1"/>
                </a:solidFill>
              </a:defRPr>
            </a:lvl2pPr>
            <a:lvl3pPr marL="1219170" algn="l" defTabSz="609585" rtl="0" eaLnBrk="1" latinLnBrk="0" hangingPunct="1">
              <a:defRPr sz="2400" kern="1200">
                <a:solidFill>
                  <a:schemeClr val="lt1"/>
                </a:solidFill>
              </a:defRPr>
            </a:lvl3pPr>
            <a:lvl4pPr marL="1828754" algn="l" defTabSz="609585" rtl="0" eaLnBrk="1" latinLnBrk="0" hangingPunct="1">
              <a:defRPr sz="2400" kern="1200">
                <a:solidFill>
                  <a:schemeClr val="lt1"/>
                </a:solidFill>
              </a:defRPr>
            </a:lvl4pPr>
            <a:lvl5pPr marL="2438339" algn="l" defTabSz="609585" rtl="0" eaLnBrk="1" latinLnBrk="0" hangingPunct="1">
              <a:defRPr sz="2400" kern="1200">
                <a:solidFill>
                  <a:schemeClr val="lt1"/>
                </a:solidFill>
              </a:defRPr>
            </a:lvl5pPr>
            <a:lvl6pPr marL="3047924" algn="l" defTabSz="609585" rtl="0" eaLnBrk="1" latinLnBrk="0" hangingPunct="1">
              <a:defRPr sz="2400" kern="1200">
                <a:solidFill>
                  <a:schemeClr val="lt1"/>
                </a:solidFill>
              </a:defRPr>
            </a:lvl6pPr>
            <a:lvl7pPr marL="3657509" algn="l" defTabSz="609585" rtl="0" eaLnBrk="1" latinLnBrk="0" hangingPunct="1">
              <a:defRPr sz="2400" kern="1200">
                <a:solidFill>
                  <a:schemeClr val="lt1"/>
                </a:solidFill>
              </a:defRPr>
            </a:lvl7pPr>
            <a:lvl8pPr marL="4267093" algn="l" defTabSz="609585" rtl="0" eaLnBrk="1" latinLnBrk="0" hangingPunct="1">
              <a:defRPr sz="2400" kern="1200">
                <a:solidFill>
                  <a:schemeClr val="lt1"/>
                </a:solidFill>
              </a:defRPr>
            </a:lvl8pPr>
            <a:lvl9pPr marL="4876678" algn="l" defTabSz="609585" rtl="0" eaLnBrk="1" latinLnBrk="0" hangingPunct="1">
              <a:defRPr sz="2400" kern="1200">
                <a:solidFill>
                  <a:schemeClr val="lt1"/>
                </a:solidFill>
              </a:defRPr>
            </a:lvl9pPr>
          </a:lstStyle>
          <a:p>
            <a:pPr lvl="0" algn="ctr">
              <a:lnSpc>
                <a:spcPct val="120000"/>
              </a:lnSpc>
            </a:pPr>
            <a:r>
              <a:rPr lang="zh-CN" altLang="en-US" sz="1400" dirty="0">
                <a:solidFill>
                  <a:schemeClr val="accent3">
                    <a:lumMod val="90000"/>
                    <a:lumOff val="10000"/>
                  </a:schemeClr>
                </a:solidFill>
                <a:cs typeface="+mn-ea"/>
                <a:sym typeface="+mn-lt"/>
              </a:rPr>
              <a:t>任务求解流程</a:t>
            </a:r>
          </a:p>
        </p:txBody>
      </p:sp>
      <p:sp>
        <p:nvSpPr>
          <p:cNvPr id="50" name="iś1ïḋe">
            <a:extLst>
              <a:ext uri="{FF2B5EF4-FFF2-40B4-BE49-F238E27FC236}">
                <a16:creationId xmlns:a16="http://schemas.microsoft.com/office/drawing/2014/main" id="{4BCF4F56-7E9D-4568-8A5C-7B63CE12FAFB}"/>
              </a:ext>
            </a:extLst>
          </p:cNvPr>
          <p:cNvSpPr/>
          <p:nvPr/>
        </p:nvSpPr>
        <p:spPr>
          <a:xfrm>
            <a:off x="2921084" y="2357396"/>
            <a:ext cx="1316063" cy="329247"/>
          </a:xfrm>
          <a:prstGeom prst="rect">
            <a:avLst/>
          </a:prstGeom>
          <a:no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defPPr>
              <a:defRPr lang="en-US"/>
            </a:defPPr>
            <a:lvl1pPr marL="0" algn="l" defTabSz="609585" rtl="0" eaLnBrk="1" latinLnBrk="0" hangingPunct="1">
              <a:defRPr sz="2400" kern="1200">
                <a:solidFill>
                  <a:schemeClr val="lt1"/>
                </a:solidFill>
              </a:defRPr>
            </a:lvl1pPr>
            <a:lvl2pPr marL="609585" algn="l" defTabSz="609585" rtl="0" eaLnBrk="1" latinLnBrk="0" hangingPunct="1">
              <a:defRPr sz="2400" kern="1200">
                <a:solidFill>
                  <a:schemeClr val="lt1"/>
                </a:solidFill>
              </a:defRPr>
            </a:lvl2pPr>
            <a:lvl3pPr marL="1219170" algn="l" defTabSz="609585" rtl="0" eaLnBrk="1" latinLnBrk="0" hangingPunct="1">
              <a:defRPr sz="2400" kern="1200">
                <a:solidFill>
                  <a:schemeClr val="lt1"/>
                </a:solidFill>
              </a:defRPr>
            </a:lvl3pPr>
            <a:lvl4pPr marL="1828754" algn="l" defTabSz="609585" rtl="0" eaLnBrk="1" latinLnBrk="0" hangingPunct="1">
              <a:defRPr sz="2400" kern="1200">
                <a:solidFill>
                  <a:schemeClr val="lt1"/>
                </a:solidFill>
              </a:defRPr>
            </a:lvl4pPr>
            <a:lvl5pPr marL="2438339" algn="l" defTabSz="609585" rtl="0" eaLnBrk="1" latinLnBrk="0" hangingPunct="1">
              <a:defRPr sz="2400" kern="1200">
                <a:solidFill>
                  <a:schemeClr val="lt1"/>
                </a:solidFill>
              </a:defRPr>
            </a:lvl5pPr>
            <a:lvl6pPr marL="3047924" algn="l" defTabSz="609585" rtl="0" eaLnBrk="1" latinLnBrk="0" hangingPunct="1">
              <a:defRPr sz="2400" kern="1200">
                <a:solidFill>
                  <a:schemeClr val="lt1"/>
                </a:solidFill>
              </a:defRPr>
            </a:lvl6pPr>
            <a:lvl7pPr marL="3657509" algn="l" defTabSz="609585" rtl="0" eaLnBrk="1" latinLnBrk="0" hangingPunct="1">
              <a:defRPr sz="2400" kern="1200">
                <a:solidFill>
                  <a:schemeClr val="lt1"/>
                </a:solidFill>
              </a:defRPr>
            </a:lvl7pPr>
            <a:lvl8pPr marL="4267093" algn="l" defTabSz="609585" rtl="0" eaLnBrk="1" latinLnBrk="0" hangingPunct="1">
              <a:defRPr sz="2400" kern="1200">
                <a:solidFill>
                  <a:schemeClr val="lt1"/>
                </a:solidFill>
              </a:defRPr>
            </a:lvl8pPr>
            <a:lvl9pPr marL="4876678" algn="l" defTabSz="609585" rtl="0" eaLnBrk="1" latinLnBrk="0" hangingPunct="1">
              <a:defRPr sz="2400" kern="1200">
                <a:solidFill>
                  <a:schemeClr val="lt1"/>
                </a:solidFill>
              </a:defRPr>
            </a:lvl9pPr>
          </a:lstStyle>
          <a:p>
            <a:pPr lvl="0" algn="ctr">
              <a:lnSpc>
                <a:spcPct val="120000"/>
              </a:lnSpc>
            </a:pPr>
            <a:r>
              <a:rPr lang="zh-CN" altLang="en-US" sz="1400" dirty="0">
                <a:solidFill>
                  <a:schemeClr val="accent3">
                    <a:lumMod val="90000"/>
                    <a:lumOff val="10000"/>
                  </a:schemeClr>
                </a:solidFill>
                <a:cs typeface="+mn-ea"/>
                <a:sym typeface="+mn-lt"/>
              </a:rPr>
              <a:t>制图理论</a:t>
            </a:r>
          </a:p>
        </p:txBody>
      </p:sp>
      <p:sp>
        <p:nvSpPr>
          <p:cNvPr id="76" name="iś1ïḋe">
            <a:extLst>
              <a:ext uri="{FF2B5EF4-FFF2-40B4-BE49-F238E27FC236}">
                <a16:creationId xmlns:a16="http://schemas.microsoft.com/office/drawing/2014/main" id="{5ABE74BD-5B74-4015-85E7-46AF8566C66D}"/>
              </a:ext>
            </a:extLst>
          </p:cNvPr>
          <p:cNvSpPr/>
          <p:nvPr/>
        </p:nvSpPr>
        <p:spPr>
          <a:xfrm>
            <a:off x="2921084" y="2974675"/>
            <a:ext cx="1316063" cy="329247"/>
          </a:xfrm>
          <a:prstGeom prst="rect">
            <a:avLst/>
          </a:prstGeom>
          <a:no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defPPr>
              <a:defRPr lang="en-US"/>
            </a:defPPr>
            <a:lvl1pPr marL="0" algn="l" defTabSz="609585" rtl="0" eaLnBrk="1" latinLnBrk="0" hangingPunct="1">
              <a:defRPr sz="2400" kern="1200">
                <a:solidFill>
                  <a:schemeClr val="lt1"/>
                </a:solidFill>
              </a:defRPr>
            </a:lvl1pPr>
            <a:lvl2pPr marL="609585" algn="l" defTabSz="609585" rtl="0" eaLnBrk="1" latinLnBrk="0" hangingPunct="1">
              <a:defRPr sz="2400" kern="1200">
                <a:solidFill>
                  <a:schemeClr val="lt1"/>
                </a:solidFill>
              </a:defRPr>
            </a:lvl2pPr>
            <a:lvl3pPr marL="1219170" algn="l" defTabSz="609585" rtl="0" eaLnBrk="1" latinLnBrk="0" hangingPunct="1">
              <a:defRPr sz="2400" kern="1200">
                <a:solidFill>
                  <a:schemeClr val="lt1"/>
                </a:solidFill>
              </a:defRPr>
            </a:lvl3pPr>
            <a:lvl4pPr marL="1828754" algn="l" defTabSz="609585" rtl="0" eaLnBrk="1" latinLnBrk="0" hangingPunct="1">
              <a:defRPr sz="2400" kern="1200">
                <a:solidFill>
                  <a:schemeClr val="lt1"/>
                </a:solidFill>
              </a:defRPr>
            </a:lvl4pPr>
            <a:lvl5pPr marL="2438339" algn="l" defTabSz="609585" rtl="0" eaLnBrk="1" latinLnBrk="0" hangingPunct="1">
              <a:defRPr sz="2400" kern="1200">
                <a:solidFill>
                  <a:schemeClr val="lt1"/>
                </a:solidFill>
              </a:defRPr>
            </a:lvl5pPr>
            <a:lvl6pPr marL="3047924" algn="l" defTabSz="609585" rtl="0" eaLnBrk="1" latinLnBrk="0" hangingPunct="1">
              <a:defRPr sz="2400" kern="1200">
                <a:solidFill>
                  <a:schemeClr val="lt1"/>
                </a:solidFill>
              </a:defRPr>
            </a:lvl6pPr>
            <a:lvl7pPr marL="3657509" algn="l" defTabSz="609585" rtl="0" eaLnBrk="1" latinLnBrk="0" hangingPunct="1">
              <a:defRPr sz="2400" kern="1200">
                <a:solidFill>
                  <a:schemeClr val="lt1"/>
                </a:solidFill>
              </a:defRPr>
            </a:lvl7pPr>
            <a:lvl8pPr marL="4267093" algn="l" defTabSz="609585" rtl="0" eaLnBrk="1" latinLnBrk="0" hangingPunct="1">
              <a:defRPr sz="2400" kern="1200">
                <a:solidFill>
                  <a:schemeClr val="lt1"/>
                </a:solidFill>
              </a:defRPr>
            </a:lvl8pPr>
            <a:lvl9pPr marL="4876678" algn="l" defTabSz="609585" rtl="0" eaLnBrk="1" latinLnBrk="0" hangingPunct="1">
              <a:defRPr sz="2400" kern="1200">
                <a:solidFill>
                  <a:schemeClr val="lt1"/>
                </a:solidFill>
              </a:defRPr>
            </a:lvl9pPr>
          </a:lstStyle>
          <a:p>
            <a:pPr lvl="0" algn="ctr">
              <a:lnSpc>
                <a:spcPct val="120000"/>
              </a:lnSpc>
            </a:pPr>
            <a:r>
              <a:rPr lang="zh-CN" altLang="en-US" sz="1400" dirty="0">
                <a:solidFill>
                  <a:schemeClr val="accent3">
                    <a:lumMod val="90000"/>
                    <a:lumOff val="10000"/>
                  </a:schemeClr>
                </a:solidFill>
                <a:cs typeface="+mn-ea"/>
                <a:sym typeface="+mn-lt"/>
              </a:rPr>
              <a:t>制图决策知识</a:t>
            </a:r>
          </a:p>
        </p:txBody>
      </p:sp>
      <p:cxnSp>
        <p:nvCxnSpPr>
          <p:cNvPr id="90" name="ïṣlîḋê">
            <a:extLst>
              <a:ext uri="{FF2B5EF4-FFF2-40B4-BE49-F238E27FC236}">
                <a16:creationId xmlns:a16="http://schemas.microsoft.com/office/drawing/2014/main" id="{DDFED887-5024-43E9-B46B-85A101D837FF}"/>
              </a:ext>
            </a:extLst>
          </p:cNvPr>
          <p:cNvCxnSpPr>
            <a:cxnSpLocks/>
            <a:stCxn id="69" idx="3"/>
            <a:endCxn id="52" idx="1"/>
          </p:cNvCxnSpPr>
          <p:nvPr/>
        </p:nvCxnSpPr>
        <p:spPr>
          <a:xfrm>
            <a:off x="2579222" y="1454474"/>
            <a:ext cx="336594" cy="178179"/>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2" name="ïṡļíḋe">
            <a:extLst>
              <a:ext uri="{FF2B5EF4-FFF2-40B4-BE49-F238E27FC236}">
                <a16:creationId xmlns:a16="http://schemas.microsoft.com/office/drawing/2014/main" id="{870B90EA-BB81-4318-9448-53EF26689527}"/>
              </a:ext>
            </a:extLst>
          </p:cNvPr>
          <p:cNvCxnSpPr>
            <a:cxnSpLocks/>
            <a:stCxn id="71" idx="3"/>
            <a:endCxn id="76" idx="1"/>
          </p:cNvCxnSpPr>
          <p:nvPr/>
        </p:nvCxnSpPr>
        <p:spPr>
          <a:xfrm>
            <a:off x="2579222" y="2779259"/>
            <a:ext cx="341862" cy="360040"/>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5" name="íṥļïḑé">
            <a:extLst>
              <a:ext uri="{FF2B5EF4-FFF2-40B4-BE49-F238E27FC236}">
                <a16:creationId xmlns:a16="http://schemas.microsoft.com/office/drawing/2014/main" id="{6B0F58A8-FA41-464D-8711-C73DB34875DF}"/>
              </a:ext>
            </a:extLst>
          </p:cNvPr>
          <p:cNvCxnSpPr>
            <a:cxnSpLocks/>
            <a:stCxn id="69" idx="1"/>
            <a:endCxn id="73" idx="3"/>
          </p:cNvCxnSpPr>
          <p:nvPr/>
        </p:nvCxnSpPr>
        <p:spPr>
          <a:xfrm rot="10800000" flipV="1">
            <a:off x="933553" y="1454474"/>
            <a:ext cx="329606" cy="1529476"/>
          </a:xfrm>
          <a:prstGeom prst="bentConnector3">
            <a:avLst>
              <a:gd name="adj1" fmla="val 50000"/>
            </a:avLst>
          </a:prstGeom>
          <a:ln>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8" name="íṥļïḑé">
            <a:extLst>
              <a:ext uri="{FF2B5EF4-FFF2-40B4-BE49-F238E27FC236}">
                <a16:creationId xmlns:a16="http://schemas.microsoft.com/office/drawing/2014/main" id="{65CB83D6-6FDC-48F7-A746-ECB6FC6DC943}"/>
              </a:ext>
            </a:extLst>
          </p:cNvPr>
          <p:cNvCxnSpPr>
            <a:cxnSpLocks/>
            <a:stCxn id="67" idx="1"/>
            <a:endCxn id="73" idx="3"/>
          </p:cNvCxnSpPr>
          <p:nvPr/>
        </p:nvCxnSpPr>
        <p:spPr>
          <a:xfrm rot="10800000">
            <a:off x="933553" y="2983950"/>
            <a:ext cx="329606" cy="1307572"/>
          </a:xfrm>
          <a:prstGeom prst="bentConnector3">
            <a:avLst>
              <a:gd name="adj1" fmla="val 50000"/>
            </a:avLst>
          </a:prstGeom>
          <a:ln>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62" name="iś1ïḋe">
            <a:extLst>
              <a:ext uri="{FF2B5EF4-FFF2-40B4-BE49-F238E27FC236}">
                <a16:creationId xmlns:a16="http://schemas.microsoft.com/office/drawing/2014/main" id="{05DB505C-9085-4355-9A63-4376888236BB}"/>
              </a:ext>
            </a:extLst>
          </p:cNvPr>
          <p:cNvSpPr/>
          <p:nvPr/>
        </p:nvSpPr>
        <p:spPr>
          <a:xfrm>
            <a:off x="2921084" y="3723878"/>
            <a:ext cx="1316063" cy="329247"/>
          </a:xfrm>
          <a:prstGeom prst="rect">
            <a:avLst/>
          </a:prstGeom>
          <a:no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defPPr>
              <a:defRPr lang="en-US"/>
            </a:defPPr>
            <a:lvl1pPr marL="0" algn="l" defTabSz="609585" rtl="0" eaLnBrk="1" latinLnBrk="0" hangingPunct="1">
              <a:defRPr sz="2400" kern="1200">
                <a:solidFill>
                  <a:schemeClr val="lt1"/>
                </a:solidFill>
              </a:defRPr>
            </a:lvl1pPr>
            <a:lvl2pPr marL="609585" algn="l" defTabSz="609585" rtl="0" eaLnBrk="1" latinLnBrk="0" hangingPunct="1">
              <a:defRPr sz="2400" kern="1200">
                <a:solidFill>
                  <a:schemeClr val="lt1"/>
                </a:solidFill>
              </a:defRPr>
            </a:lvl2pPr>
            <a:lvl3pPr marL="1219170" algn="l" defTabSz="609585" rtl="0" eaLnBrk="1" latinLnBrk="0" hangingPunct="1">
              <a:defRPr sz="2400" kern="1200">
                <a:solidFill>
                  <a:schemeClr val="lt1"/>
                </a:solidFill>
              </a:defRPr>
            </a:lvl3pPr>
            <a:lvl4pPr marL="1828754" algn="l" defTabSz="609585" rtl="0" eaLnBrk="1" latinLnBrk="0" hangingPunct="1">
              <a:defRPr sz="2400" kern="1200">
                <a:solidFill>
                  <a:schemeClr val="lt1"/>
                </a:solidFill>
              </a:defRPr>
            </a:lvl4pPr>
            <a:lvl5pPr marL="2438339" algn="l" defTabSz="609585" rtl="0" eaLnBrk="1" latinLnBrk="0" hangingPunct="1">
              <a:defRPr sz="2400" kern="1200">
                <a:solidFill>
                  <a:schemeClr val="lt1"/>
                </a:solidFill>
              </a:defRPr>
            </a:lvl5pPr>
            <a:lvl6pPr marL="3047924" algn="l" defTabSz="609585" rtl="0" eaLnBrk="1" latinLnBrk="0" hangingPunct="1">
              <a:defRPr sz="2400" kern="1200">
                <a:solidFill>
                  <a:schemeClr val="lt1"/>
                </a:solidFill>
              </a:defRPr>
            </a:lvl6pPr>
            <a:lvl7pPr marL="3657509" algn="l" defTabSz="609585" rtl="0" eaLnBrk="1" latinLnBrk="0" hangingPunct="1">
              <a:defRPr sz="2400" kern="1200">
                <a:solidFill>
                  <a:schemeClr val="lt1"/>
                </a:solidFill>
              </a:defRPr>
            </a:lvl7pPr>
            <a:lvl8pPr marL="4267093" algn="l" defTabSz="609585" rtl="0" eaLnBrk="1" latinLnBrk="0" hangingPunct="1">
              <a:defRPr sz="2400" kern="1200">
                <a:solidFill>
                  <a:schemeClr val="lt1"/>
                </a:solidFill>
              </a:defRPr>
            </a:lvl8pPr>
            <a:lvl9pPr marL="4876678" algn="l" defTabSz="609585" rtl="0" eaLnBrk="1" latinLnBrk="0" hangingPunct="1">
              <a:defRPr sz="2400" kern="1200">
                <a:solidFill>
                  <a:schemeClr val="lt1"/>
                </a:solidFill>
              </a:defRPr>
            </a:lvl9pPr>
          </a:lstStyle>
          <a:p>
            <a:pPr lvl="0" algn="ctr">
              <a:lnSpc>
                <a:spcPct val="120000"/>
              </a:lnSpc>
            </a:pPr>
            <a:r>
              <a:rPr lang="zh-CN" altLang="en-US" sz="1400" dirty="0">
                <a:solidFill>
                  <a:schemeClr val="accent3">
                    <a:lumMod val="90000"/>
                    <a:lumOff val="10000"/>
                  </a:schemeClr>
                </a:solidFill>
                <a:cs typeface="+mn-ea"/>
                <a:sym typeface="+mn-lt"/>
              </a:rPr>
              <a:t>制图技术</a:t>
            </a:r>
          </a:p>
        </p:txBody>
      </p:sp>
      <p:sp>
        <p:nvSpPr>
          <p:cNvPr id="64" name="iś1ïḋe">
            <a:extLst>
              <a:ext uri="{FF2B5EF4-FFF2-40B4-BE49-F238E27FC236}">
                <a16:creationId xmlns:a16="http://schemas.microsoft.com/office/drawing/2014/main" id="{09F08BFC-9370-44D1-BBE4-846DED3649C6}"/>
              </a:ext>
            </a:extLst>
          </p:cNvPr>
          <p:cNvSpPr/>
          <p:nvPr/>
        </p:nvSpPr>
        <p:spPr>
          <a:xfrm>
            <a:off x="2921084" y="4143671"/>
            <a:ext cx="1316063" cy="329247"/>
          </a:xfrm>
          <a:prstGeom prst="rect">
            <a:avLst/>
          </a:prstGeom>
          <a:no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defPPr>
              <a:defRPr lang="en-US"/>
            </a:defPPr>
            <a:lvl1pPr marL="0" algn="l" defTabSz="609585" rtl="0" eaLnBrk="1" latinLnBrk="0" hangingPunct="1">
              <a:defRPr sz="2400" kern="1200">
                <a:solidFill>
                  <a:schemeClr val="lt1"/>
                </a:solidFill>
              </a:defRPr>
            </a:lvl1pPr>
            <a:lvl2pPr marL="609585" algn="l" defTabSz="609585" rtl="0" eaLnBrk="1" latinLnBrk="0" hangingPunct="1">
              <a:defRPr sz="2400" kern="1200">
                <a:solidFill>
                  <a:schemeClr val="lt1"/>
                </a:solidFill>
              </a:defRPr>
            </a:lvl2pPr>
            <a:lvl3pPr marL="1219170" algn="l" defTabSz="609585" rtl="0" eaLnBrk="1" latinLnBrk="0" hangingPunct="1">
              <a:defRPr sz="2400" kern="1200">
                <a:solidFill>
                  <a:schemeClr val="lt1"/>
                </a:solidFill>
              </a:defRPr>
            </a:lvl3pPr>
            <a:lvl4pPr marL="1828754" algn="l" defTabSz="609585" rtl="0" eaLnBrk="1" latinLnBrk="0" hangingPunct="1">
              <a:defRPr sz="2400" kern="1200">
                <a:solidFill>
                  <a:schemeClr val="lt1"/>
                </a:solidFill>
              </a:defRPr>
            </a:lvl4pPr>
            <a:lvl5pPr marL="2438339" algn="l" defTabSz="609585" rtl="0" eaLnBrk="1" latinLnBrk="0" hangingPunct="1">
              <a:defRPr sz="2400" kern="1200">
                <a:solidFill>
                  <a:schemeClr val="lt1"/>
                </a:solidFill>
              </a:defRPr>
            </a:lvl5pPr>
            <a:lvl6pPr marL="3047924" algn="l" defTabSz="609585" rtl="0" eaLnBrk="1" latinLnBrk="0" hangingPunct="1">
              <a:defRPr sz="2400" kern="1200">
                <a:solidFill>
                  <a:schemeClr val="lt1"/>
                </a:solidFill>
              </a:defRPr>
            </a:lvl6pPr>
            <a:lvl7pPr marL="3657509" algn="l" defTabSz="609585" rtl="0" eaLnBrk="1" latinLnBrk="0" hangingPunct="1">
              <a:defRPr sz="2400" kern="1200">
                <a:solidFill>
                  <a:schemeClr val="lt1"/>
                </a:solidFill>
              </a:defRPr>
            </a:lvl7pPr>
            <a:lvl8pPr marL="4267093" algn="l" defTabSz="609585" rtl="0" eaLnBrk="1" latinLnBrk="0" hangingPunct="1">
              <a:defRPr sz="2400" kern="1200">
                <a:solidFill>
                  <a:schemeClr val="lt1"/>
                </a:solidFill>
              </a:defRPr>
            </a:lvl8pPr>
            <a:lvl9pPr marL="4876678" algn="l" defTabSz="609585" rtl="0" eaLnBrk="1" latinLnBrk="0" hangingPunct="1">
              <a:defRPr sz="2400" kern="1200">
                <a:solidFill>
                  <a:schemeClr val="lt1"/>
                </a:solidFill>
              </a:defRPr>
            </a:lvl9pPr>
          </a:lstStyle>
          <a:p>
            <a:pPr algn="ctr">
              <a:lnSpc>
                <a:spcPct val="120000"/>
              </a:lnSpc>
            </a:pPr>
            <a:r>
              <a:rPr lang="zh-CN" altLang="en-US" sz="1400" dirty="0">
                <a:solidFill>
                  <a:schemeClr val="accent3">
                    <a:lumMod val="90000"/>
                    <a:lumOff val="10000"/>
                  </a:schemeClr>
                </a:solidFill>
                <a:cs typeface="+mn-ea"/>
                <a:sym typeface="+mn-lt"/>
              </a:rPr>
              <a:t>数据处理算法</a:t>
            </a:r>
          </a:p>
        </p:txBody>
      </p:sp>
      <p:sp>
        <p:nvSpPr>
          <p:cNvPr id="66" name="iś1ïḋe">
            <a:extLst>
              <a:ext uri="{FF2B5EF4-FFF2-40B4-BE49-F238E27FC236}">
                <a16:creationId xmlns:a16="http://schemas.microsoft.com/office/drawing/2014/main" id="{DC19EC7B-56E8-4864-952F-1E41C8099ABF}"/>
              </a:ext>
            </a:extLst>
          </p:cNvPr>
          <p:cNvSpPr/>
          <p:nvPr/>
        </p:nvSpPr>
        <p:spPr>
          <a:xfrm>
            <a:off x="2921084" y="4558946"/>
            <a:ext cx="1316063" cy="329247"/>
          </a:xfrm>
          <a:prstGeom prst="rect">
            <a:avLst/>
          </a:prstGeom>
          <a:no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defPPr>
              <a:defRPr lang="en-US"/>
            </a:defPPr>
            <a:lvl1pPr marL="0" algn="l" defTabSz="609585" rtl="0" eaLnBrk="1" latinLnBrk="0" hangingPunct="1">
              <a:defRPr sz="2400" kern="1200">
                <a:solidFill>
                  <a:schemeClr val="lt1"/>
                </a:solidFill>
              </a:defRPr>
            </a:lvl1pPr>
            <a:lvl2pPr marL="609585" algn="l" defTabSz="609585" rtl="0" eaLnBrk="1" latinLnBrk="0" hangingPunct="1">
              <a:defRPr sz="2400" kern="1200">
                <a:solidFill>
                  <a:schemeClr val="lt1"/>
                </a:solidFill>
              </a:defRPr>
            </a:lvl2pPr>
            <a:lvl3pPr marL="1219170" algn="l" defTabSz="609585" rtl="0" eaLnBrk="1" latinLnBrk="0" hangingPunct="1">
              <a:defRPr sz="2400" kern="1200">
                <a:solidFill>
                  <a:schemeClr val="lt1"/>
                </a:solidFill>
              </a:defRPr>
            </a:lvl3pPr>
            <a:lvl4pPr marL="1828754" algn="l" defTabSz="609585" rtl="0" eaLnBrk="1" latinLnBrk="0" hangingPunct="1">
              <a:defRPr sz="2400" kern="1200">
                <a:solidFill>
                  <a:schemeClr val="lt1"/>
                </a:solidFill>
              </a:defRPr>
            </a:lvl4pPr>
            <a:lvl5pPr marL="2438339" algn="l" defTabSz="609585" rtl="0" eaLnBrk="1" latinLnBrk="0" hangingPunct="1">
              <a:defRPr sz="2400" kern="1200">
                <a:solidFill>
                  <a:schemeClr val="lt1"/>
                </a:solidFill>
              </a:defRPr>
            </a:lvl5pPr>
            <a:lvl6pPr marL="3047924" algn="l" defTabSz="609585" rtl="0" eaLnBrk="1" latinLnBrk="0" hangingPunct="1">
              <a:defRPr sz="2400" kern="1200">
                <a:solidFill>
                  <a:schemeClr val="lt1"/>
                </a:solidFill>
              </a:defRPr>
            </a:lvl6pPr>
            <a:lvl7pPr marL="3657509" algn="l" defTabSz="609585" rtl="0" eaLnBrk="1" latinLnBrk="0" hangingPunct="1">
              <a:defRPr sz="2400" kern="1200">
                <a:solidFill>
                  <a:schemeClr val="lt1"/>
                </a:solidFill>
              </a:defRPr>
            </a:lvl7pPr>
            <a:lvl8pPr marL="4267093" algn="l" defTabSz="609585" rtl="0" eaLnBrk="1" latinLnBrk="0" hangingPunct="1">
              <a:defRPr sz="2400" kern="1200">
                <a:solidFill>
                  <a:schemeClr val="lt1"/>
                </a:solidFill>
              </a:defRPr>
            </a:lvl8pPr>
            <a:lvl9pPr marL="4876678" algn="l" defTabSz="609585" rtl="0" eaLnBrk="1" latinLnBrk="0" hangingPunct="1">
              <a:defRPr sz="2400" kern="1200">
                <a:solidFill>
                  <a:schemeClr val="lt1"/>
                </a:solidFill>
              </a:defRPr>
            </a:lvl9pPr>
          </a:lstStyle>
          <a:p>
            <a:pPr lvl="0" algn="ctr">
              <a:lnSpc>
                <a:spcPct val="120000"/>
              </a:lnSpc>
            </a:pPr>
            <a:r>
              <a:rPr lang="zh-CN" altLang="en-US" sz="1400" dirty="0">
                <a:solidFill>
                  <a:schemeClr val="accent3">
                    <a:lumMod val="90000"/>
                    <a:lumOff val="10000"/>
                  </a:schemeClr>
                </a:solidFill>
                <a:cs typeface="+mn-ea"/>
                <a:sym typeface="+mn-lt"/>
              </a:rPr>
              <a:t>数据结构</a:t>
            </a:r>
          </a:p>
        </p:txBody>
      </p:sp>
      <p:cxnSp>
        <p:nvCxnSpPr>
          <p:cNvPr id="8" name="连接符: 肘形 7">
            <a:extLst>
              <a:ext uri="{FF2B5EF4-FFF2-40B4-BE49-F238E27FC236}">
                <a16:creationId xmlns:a16="http://schemas.microsoft.com/office/drawing/2014/main" id="{4483FD03-C598-45DB-A651-A24839142DEA}"/>
              </a:ext>
            </a:extLst>
          </p:cNvPr>
          <p:cNvCxnSpPr>
            <a:cxnSpLocks/>
            <a:stCxn id="67" idx="3"/>
            <a:endCxn id="62" idx="1"/>
          </p:cNvCxnSpPr>
          <p:nvPr/>
        </p:nvCxnSpPr>
        <p:spPr>
          <a:xfrm flipV="1">
            <a:off x="2579222" y="3888502"/>
            <a:ext cx="341862" cy="403020"/>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连接符: 肘形 9">
            <a:extLst>
              <a:ext uri="{FF2B5EF4-FFF2-40B4-BE49-F238E27FC236}">
                <a16:creationId xmlns:a16="http://schemas.microsoft.com/office/drawing/2014/main" id="{F63C7AB9-E80C-4A9A-ADE8-EB85F0592262}"/>
              </a:ext>
            </a:extLst>
          </p:cNvPr>
          <p:cNvCxnSpPr>
            <a:cxnSpLocks/>
            <a:stCxn id="67" idx="3"/>
            <a:endCxn id="64" idx="1"/>
          </p:cNvCxnSpPr>
          <p:nvPr/>
        </p:nvCxnSpPr>
        <p:spPr>
          <a:xfrm>
            <a:off x="2579222" y="4291522"/>
            <a:ext cx="341862" cy="16773"/>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连接符: 肘形 11">
            <a:extLst>
              <a:ext uri="{FF2B5EF4-FFF2-40B4-BE49-F238E27FC236}">
                <a16:creationId xmlns:a16="http://schemas.microsoft.com/office/drawing/2014/main" id="{3BBE9FB2-E354-43B3-879D-2933038FC721}"/>
              </a:ext>
            </a:extLst>
          </p:cNvPr>
          <p:cNvCxnSpPr>
            <a:cxnSpLocks/>
            <a:stCxn id="67" idx="3"/>
            <a:endCxn id="66" idx="1"/>
          </p:cNvCxnSpPr>
          <p:nvPr/>
        </p:nvCxnSpPr>
        <p:spPr>
          <a:xfrm>
            <a:off x="2579222" y="4291522"/>
            <a:ext cx="341862" cy="432048"/>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63" name="组合 62">
            <a:extLst>
              <a:ext uri="{FF2B5EF4-FFF2-40B4-BE49-F238E27FC236}">
                <a16:creationId xmlns:a16="http://schemas.microsoft.com/office/drawing/2014/main" id="{11147560-3EEB-44A2-BE97-8914B2AED417}"/>
              </a:ext>
            </a:extLst>
          </p:cNvPr>
          <p:cNvGrpSpPr/>
          <p:nvPr/>
        </p:nvGrpSpPr>
        <p:grpSpPr>
          <a:xfrm>
            <a:off x="4355976" y="2352230"/>
            <a:ext cx="1752758" cy="992310"/>
            <a:chOff x="4611363" y="2352230"/>
            <a:chExt cx="1752758" cy="992310"/>
          </a:xfrm>
        </p:grpSpPr>
        <p:grpSp>
          <p:nvGrpSpPr>
            <p:cNvPr id="49" name="组合 48">
              <a:extLst>
                <a:ext uri="{FF2B5EF4-FFF2-40B4-BE49-F238E27FC236}">
                  <a16:creationId xmlns:a16="http://schemas.microsoft.com/office/drawing/2014/main" id="{683A68D8-D169-45BA-811B-086DB82C5463}"/>
                </a:ext>
              </a:extLst>
            </p:cNvPr>
            <p:cNvGrpSpPr/>
            <p:nvPr/>
          </p:nvGrpSpPr>
          <p:grpSpPr>
            <a:xfrm>
              <a:off x="4723013" y="2443802"/>
              <a:ext cx="1550892" cy="828830"/>
              <a:chOff x="4885338" y="946213"/>
              <a:chExt cx="1748253" cy="1083407"/>
            </a:xfrm>
            <a:solidFill>
              <a:srgbClr val="D8EADC"/>
            </a:solidFill>
          </p:grpSpPr>
          <p:sp>
            <p:nvSpPr>
              <p:cNvPr id="85" name="iś1ïḋe">
                <a:extLst>
                  <a:ext uri="{FF2B5EF4-FFF2-40B4-BE49-F238E27FC236}">
                    <a16:creationId xmlns:a16="http://schemas.microsoft.com/office/drawing/2014/main" id="{E4022555-E6D2-483D-A9A8-4B20A4EC0189}"/>
                  </a:ext>
                </a:extLst>
              </p:cNvPr>
              <p:cNvSpPr/>
              <p:nvPr/>
            </p:nvSpPr>
            <p:spPr>
              <a:xfrm>
                <a:off x="4885339" y="1720577"/>
                <a:ext cx="1746116" cy="309043"/>
              </a:xfrm>
              <a:prstGeom prst="rect">
                <a:avLst/>
              </a:prstGeom>
              <a:grp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defPPr>
                  <a:defRPr lang="en-US"/>
                </a:defPPr>
                <a:lvl1pPr marL="0" algn="l" defTabSz="609585" rtl="0" eaLnBrk="1" latinLnBrk="0" hangingPunct="1">
                  <a:defRPr sz="2400" kern="1200">
                    <a:solidFill>
                      <a:schemeClr val="lt1"/>
                    </a:solidFill>
                  </a:defRPr>
                </a:lvl1pPr>
                <a:lvl2pPr marL="609585" algn="l" defTabSz="609585" rtl="0" eaLnBrk="1" latinLnBrk="0" hangingPunct="1">
                  <a:defRPr sz="2400" kern="1200">
                    <a:solidFill>
                      <a:schemeClr val="lt1"/>
                    </a:solidFill>
                  </a:defRPr>
                </a:lvl2pPr>
                <a:lvl3pPr marL="1219170" algn="l" defTabSz="609585" rtl="0" eaLnBrk="1" latinLnBrk="0" hangingPunct="1">
                  <a:defRPr sz="2400" kern="1200">
                    <a:solidFill>
                      <a:schemeClr val="lt1"/>
                    </a:solidFill>
                  </a:defRPr>
                </a:lvl3pPr>
                <a:lvl4pPr marL="1828754" algn="l" defTabSz="609585" rtl="0" eaLnBrk="1" latinLnBrk="0" hangingPunct="1">
                  <a:defRPr sz="2400" kern="1200">
                    <a:solidFill>
                      <a:schemeClr val="lt1"/>
                    </a:solidFill>
                  </a:defRPr>
                </a:lvl4pPr>
                <a:lvl5pPr marL="2438339" algn="l" defTabSz="609585" rtl="0" eaLnBrk="1" latinLnBrk="0" hangingPunct="1">
                  <a:defRPr sz="2400" kern="1200">
                    <a:solidFill>
                      <a:schemeClr val="lt1"/>
                    </a:solidFill>
                  </a:defRPr>
                </a:lvl5pPr>
                <a:lvl6pPr marL="3047924" algn="l" defTabSz="609585" rtl="0" eaLnBrk="1" latinLnBrk="0" hangingPunct="1">
                  <a:defRPr sz="2400" kern="1200">
                    <a:solidFill>
                      <a:schemeClr val="lt1"/>
                    </a:solidFill>
                  </a:defRPr>
                </a:lvl6pPr>
                <a:lvl7pPr marL="3657509" algn="l" defTabSz="609585" rtl="0" eaLnBrk="1" latinLnBrk="0" hangingPunct="1">
                  <a:defRPr sz="2400" kern="1200">
                    <a:solidFill>
                      <a:schemeClr val="lt1"/>
                    </a:solidFill>
                  </a:defRPr>
                </a:lvl7pPr>
                <a:lvl8pPr marL="4267093" algn="l" defTabSz="609585" rtl="0" eaLnBrk="1" latinLnBrk="0" hangingPunct="1">
                  <a:defRPr sz="2400" kern="1200">
                    <a:solidFill>
                      <a:schemeClr val="lt1"/>
                    </a:solidFill>
                  </a:defRPr>
                </a:lvl8pPr>
                <a:lvl9pPr marL="4876678" algn="l" defTabSz="609585" rtl="0" eaLnBrk="1" latinLnBrk="0" hangingPunct="1">
                  <a:defRPr sz="2400" kern="1200">
                    <a:solidFill>
                      <a:schemeClr val="lt1"/>
                    </a:solidFill>
                  </a:defRPr>
                </a:lvl9pPr>
              </a:lstStyle>
              <a:p>
                <a:pPr lvl="0" algn="ctr">
                  <a:lnSpc>
                    <a:spcPct val="120000"/>
                  </a:lnSpc>
                </a:pPr>
                <a:r>
                  <a:rPr lang="zh-CN" altLang="en-US" sz="1200" dirty="0">
                    <a:solidFill>
                      <a:schemeClr val="accent3">
                        <a:lumMod val="90000"/>
                        <a:lumOff val="10000"/>
                      </a:schemeClr>
                    </a:solidFill>
                    <a:cs typeface="+mn-ea"/>
                    <a:sym typeface="+mn-lt"/>
                  </a:rPr>
                  <a:t>制图文献</a:t>
                </a:r>
              </a:p>
            </p:txBody>
          </p:sp>
          <p:sp>
            <p:nvSpPr>
              <p:cNvPr id="100" name="iś1ïḋe">
                <a:extLst>
                  <a:ext uri="{FF2B5EF4-FFF2-40B4-BE49-F238E27FC236}">
                    <a16:creationId xmlns:a16="http://schemas.microsoft.com/office/drawing/2014/main" id="{BC026963-11AC-4A63-B99D-63ACD23AA817}"/>
                  </a:ext>
                </a:extLst>
              </p:cNvPr>
              <p:cNvSpPr/>
              <p:nvPr/>
            </p:nvSpPr>
            <p:spPr>
              <a:xfrm>
                <a:off x="4885338" y="1333394"/>
                <a:ext cx="1746116" cy="309043"/>
              </a:xfrm>
              <a:prstGeom prst="rect">
                <a:avLst/>
              </a:prstGeom>
              <a:grp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defPPr>
                  <a:defRPr lang="en-US"/>
                </a:defPPr>
                <a:lvl1pPr marL="0" algn="l" defTabSz="609585" rtl="0" eaLnBrk="1" latinLnBrk="0" hangingPunct="1">
                  <a:defRPr sz="2400" kern="1200">
                    <a:solidFill>
                      <a:schemeClr val="lt1"/>
                    </a:solidFill>
                  </a:defRPr>
                </a:lvl1pPr>
                <a:lvl2pPr marL="609585" algn="l" defTabSz="609585" rtl="0" eaLnBrk="1" latinLnBrk="0" hangingPunct="1">
                  <a:defRPr sz="2400" kern="1200">
                    <a:solidFill>
                      <a:schemeClr val="lt1"/>
                    </a:solidFill>
                  </a:defRPr>
                </a:lvl2pPr>
                <a:lvl3pPr marL="1219170" algn="l" defTabSz="609585" rtl="0" eaLnBrk="1" latinLnBrk="0" hangingPunct="1">
                  <a:defRPr sz="2400" kern="1200">
                    <a:solidFill>
                      <a:schemeClr val="lt1"/>
                    </a:solidFill>
                  </a:defRPr>
                </a:lvl3pPr>
                <a:lvl4pPr marL="1828754" algn="l" defTabSz="609585" rtl="0" eaLnBrk="1" latinLnBrk="0" hangingPunct="1">
                  <a:defRPr sz="2400" kern="1200">
                    <a:solidFill>
                      <a:schemeClr val="lt1"/>
                    </a:solidFill>
                  </a:defRPr>
                </a:lvl4pPr>
                <a:lvl5pPr marL="2438339" algn="l" defTabSz="609585" rtl="0" eaLnBrk="1" latinLnBrk="0" hangingPunct="1">
                  <a:defRPr sz="2400" kern="1200">
                    <a:solidFill>
                      <a:schemeClr val="lt1"/>
                    </a:solidFill>
                  </a:defRPr>
                </a:lvl5pPr>
                <a:lvl6pPr marL="3047924" algn="l" defTabSz="609585" rtl="0" eaLnBrk="1" latinLnBrk="0" hangingPunct="1">
                  <a:defRPr sz="2400" kern="1200">
                    <a:solidFill>
                      <a:schemeClr val="lt1"/>
                    </a:solidFill>
                  </a:defRPr>
                </a:lvl6pPr>
                <a:lvl7pPr marL="3657509" algn="l" defTabSz="609585" rtl="0" eaLnBrk="1" latinLnBrk="0" hangingPunct="1">
                  <a:defRPr sz="2400" kern="1200">
                    <a:solidFill>
                      <a:schemeClr val="lt1"/>
                    </a:solidFill>
                  </a:defRPr>
                </a:lvl7pPr>
                <a:lvl8pPr marL="4267093" algn="l" defTabSz="609585" rtl="0" eaLnBrk="1" latinLnBrk="0" hangingPunct="1">
                  <a:defRPr sz="2400" kern="1200">
                    <a:solidFill>
                      <a:schemeClr val="lt1"/>
                    </a:solidFill>
                  </a:defRPr>
                </a:lvl8pPr>
                <a:lvl9pPr marL="4876678" algn="l" defTabSz="609585" rtl="0" eaLnBrk="1" latinLnBrk="0" hangingPunct="1">
                  <a:defRPr sz="2400" kern="1200">
                    <a:solidFill>
                      <a:schemeClr val="lt1"/>
                    </a:solidFill>
                  </a:defRPr>
                </a:lvl9pPr>
              </a:lstStyle>
              <a:p>
                <a:pPr lvl="0" algn="ctr">
                  <a:lnSpc>
                    <a:spcPct val="120000"/>
                  </a:lnSpc>
                </a:pPr>
                <a:r>
                  <a:rPr lang="zh-CN" altLang="en-US" sz="1200" dirty="0">
                    <a:solidFill>
                      <a:schemeClr val="accent3">
                        <a:lumMod val="90000"/>
                        <a:lumOff val="10000"/>
                      </a:schemeClr>
                    </a:solidFill>
                    <a:cs typeface="+mn-ea"/>
                    <a:sym typeface="+mn-lt"/>
                  </a:rPr>
                  <a:t>地图编制规范</a:t>
                </a:r>
              </a:p>
            </p:txBody>
          </p:sp>
          <p:sp>
            <p:nvSpPr>
              <p:cNvPr id="101" name="iś1ïḋe">
                <a:extLst>
                  <a:ext uri="{FF2B5EF4-FFF2-40B4-BE49-F238E27FC236}">
                    <a16:creationId xmlns:a16="http://schemas.microsoft.com/office/drawing/2014/main" id="{C24A6C41-5301-4C13-B428-FB38E959140E}"/>
                  </a:ext>
                </a:extLst>
              </p:cNvPr>
              <p:cNvSpPr/>
              <p:nvPr/>
            </p:nvSpPr>
            <p:spPr>
              <a:xfrm>
                <a:off x="4887475" y="946213"/>
                <a:ext cx="1746116" cy="309043"/>
              </a:xfrm>
              <a:prstGeom prst="rect">
                <a:avLst/>
              </a:prstGeom>
              <a:grp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defPPr>
                  <a:defRPr lang="en-US"/>
                </a:defPPr>
                <a:lvl1pPr marL="0" algn="l" defTabSz="609585" rtl="0" eaLnBrk="1" latinLnBrk="0" hangingPunct="1">
                  <a:defRPr sz="2400" kern="1200">
                    <a:solidFill>
                      <a:schemeClr val="lt1"/>
                    </a:solidFill>
                  </a:defRPr>
                </a:lvl1pPr>
                <a:lvl2pPr marL="609585" algn="l" defTabSz="609585" rtl="0" eaLnBrk="1" latinLnBrk="0" hangingPunct="1">
                  <a:defRPr sz="2400" kern="1200">
                    <a:solidFill>
                      <a:schemeClr val="lt1"/>
                    </a:solidFill>
                  </a:defRPr>
                </a:lvl2pPr>
                <a:lvl3pPr marL="1219170" algn="l" defTabSz="609585" rtl="0" eaLnBrk="1" latinLnBrk="0" hangingPunct="1">
                  <a:defRPr sz="2400" kern="1200">
                    <a:solidFill>
                      <a:schemeClr val="lt1"/>
                    </a:solidFill>
                  </a:defRPr>
                </a:lvl3pPr>
                <a:lvl4pPr marL="1828754" algn="l" defTabSz="609585" rtl="0" eaLnBrk="1" latinLnBrk="0" hangingPunct="1">
                  <a:defRPr sz="2400" kern="1200">
                    <a:solidFill>
                      <a:schemeClr val="lt1"/>
                    </a:solidFill>
                  </a:defRPr>
                </a:lvl4pPr>
                <a:lvl5pPr marL="2438339" algn="l" defTabSz="609585" rtl="0" eaLnBrk="1" latinLnBrk="0" hangingPunct="1">
                  <a:defRPr sz="2400" kern="1200">
                    <a:solidFill>
                      <a:schemeClr val="lt1"/>
                    </a:solidFill>
                  </a:defRPr>
                </a:lvl5pPr>
                <a:lvl6pPr marL="3047924" algn="l" defTabSz="609585" rtl="0" eaLnBrk="1" latinLnBrk="0" hangingPunct="1">
                  <a:defRPr sz="2400" kern="1200">
                    <a:solidFill>
                      <a:schemeClr val="lt1"/>
                    </a:solidFill>
                  </a:defRPr>
                </a:lvl6pPr>
                <a:lvl7pPr marL="3657509" algn="l" defTabSz="609585" rtl="0" eaLnBrk="1" latinLnBrk="0" hangingPunct="1">
                  <a:defRPr sz="2400" kern="1200">
                    <a:solidFill>
                      <a:schemeClr val="lt1"/>
                    </a:solidFill>
                  </a:defRPr>
                </a:lvl7pPr>
                <a:lvl8pPr marL="4267093" algn="l" defTabSz="609585" rtl="0" eaLnBrk="1" latinLnBrk="0" hangingPunct="1">
                  <a:defRPr sz="2400" kern="1200">
                    <a:solidFill>
                      <a:schemeClr val="lt1"/>
                    </a:solidFill>
                  </a:defRPr>
                </a:lvl8pPr>
                <a:lvl9pPr marL="4876678" algn="l" defTabSz="609585" rtl="0" eaLnBrk="1" latinLnBrk="0" hangingPunct="1">
                  <a:defRPr sz="2400" kern="1200">
                    <a:solidFill>
                      <a:schemeClr val="lt1"/>
                    </a:solidFill>
                  </a:defRPr>
                </a:lvl9pPr>
              </a:lstStyle>
              <a:p>
                <a:pPr lvl="0" algn="ctr">
                  <a:lnSpc>
                    <a:spcPct val="120000"/>
                  </a:lnSpc>
                </a:pPr>
                <a:r>
                  <a:rPr lang="zh-CN" altLang="en-US" sz="1200" dirty="0">
                    <a:solidFill>
                      <a:schemeClr val="accent3">
                        <a:lumMod val="90000"/>
                        <a:lumOff val="10000"/>
                      </a:schemeClr>
                    </a:solidFill>
                    <a:cs typeface="+mn-ea"/>
                    <a:sym typeface="+mn-lt"/>
                  </a:rPr>
                  <a:t>制图经验</a:t>
                </a:r>
              </a:p>
            </p:txBody>
          </p:sp>
        </p:grpSp>
        <p:sp>
          <p:nvSpPr>
            <p:cNvPr id="116" name="矩形: 圆角 115">
              <a:extLst>
                <a:ext uri="{FF2B5EF4-FFF2-40B4-BE49-F238E27FC236}">
                  <a16:creationId xmlns:a16="http://schemas.microsoft.com/office/drawing/2014/main" id="{48E786CC-B07C-4A2B-81C4-D1DE915AA5DF}"/>
                </a:ext>
              </a:extLst>
            </p:cNvPr>
            <p:cNvSpPr/>
            <p:nvPr/>
          </p:nvSpPr>
          <p:spPr>
            <a:xfrm>
              <a:off x="4611363" y="2352230"/>
              <a:ext cx="1752758" cy="992310"/>
            </a:xfrm>
            <a:prstGeom prst="roundRect">
              <a:avLst>
                <a:gd name="adj" fmla="val 10831"/>
              </a:avLst>
            </a:prstGeom>
            <a:noFill/>
            <a:ln w="1270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grpSp>
      <p:grpSp>
        <p:nvGrpSpPr>
          <p:cNvPr id="35" name="组合 34">
            <a:extLst>
              <a:ext uri="{FF2B5EF4-FFF2-40B4-BE49-F238E27FC236}">
                <a16:creationId xmlns:a16="http://schemas.microsoft.com/office/drawing/2014/main" id="{9751BD61-8F9F-48EC-9FDA-D4BD7D1FB33C}"/>
              </a:ext>
            </a:extLst>
          </p:cNvPr>
          <p:cNvGrpSpPr/>
          <p:nvPr/>
        </p:nvGrpSpPr>
        <p:grpSpPr>
          <a:xfrm>
            <a:off x="4355976" y="3787624"/>
            <a:ext cx="1773806" cy="1115955"/>
            <a:chOff x="5506401" y="3737531"/>
            <a:chExt cx="2440904" cy="1372375"/>
          </a:xfrm>
        </p:grpSpPr>
        <p:grpSp>
          <p:nvGrpSpPr>
            <p:cNvPr id="51" name="组合 50">
              <a:extLst>
                <a:ext uri="{FF2B5EF4-FFF2-40B4-BE49-F238E27FC236}">
                  <a16:creationId xmlns:a16="http://schemas.microsoft.com/office/drawing/2014/main" id="{FD2D6460-EB94-4E31-B3B2-62E337CD8CC1}"/>
                </a:ext>
              </a:extLst>
            </p:cNvPr>
            <p:cNvGrpSpPr/>
            <p:nvPr/>
          </p:nvGrpSpPr>
          <p:grpSpPr>
            <a:xfrm>
              <a:off x="5648282" y="3836984"/>
              <a:ext cx="2157146" cy="1173468"/>
              <a:chOff x="4860032" y="3774546"/>
              <a:chExt cx="1746118" cy="1101460"/>
            </a:xfrm>
            <a:solidFill>
              <a:srgbClr val="C9DAF9"/>
            </a:solidFill>
          </p:grpSpPr>
          <p:sp>
            <p:nvSpPr>
              <p:cNvPr id="103" name="iś1ïḋe">
                <a:extLst>
                  <a:ext uri="{FF2B5EF4-FFF2-40B4-BE49-F238E27FC236}">
                    <a16:creationId xmlns:a16="http://schemas.microsoft.com/office/drawing/2014/main" id="{2F5E1CD9-112A-4591-A703-DC3F8F4F890C}"/>
                  </a:ext>
                </a:extLst>
              </p:cNvPr>
              <p:cNvSpPr/>
              <p:nvPr/>
            </p:nvSpPr>
            <p:spPr>
              <a:xfrm>
                <a:off x="4860034" y="3774546"/>
                <a:ext cx="1746116" cy="309043"/>
              </a:xfrm>
              <a:prstGeom prst="rect">
                <a:avLst/>
              </a:prstGeom>
              <a:grp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defPPr>
                  <a:defRPr lang="en-US"/>
                </a:defPPr>
                <a:lvl1pPr marL="0" algn="l" defTabSz="609585" rtl="0" eaLnBrk="1" latinLnBrk="0" hangingPunct="1">
                  <a:defRPr sz="2400" kern="1200">
                    <a:solidFill>
                      <a:schemeClr val="lt1"/>
                    </a:solidFill>
                  </a:defRPr>
                </a:lvl1pPr>
                <a:lvl2pPr marL="609585" algn="l" defTabSz="609585" rtl="0" eaLnBrk="1" latinLnBrk="0" hangingPunct="1">
                  <a:defRPr sz="2400" kern="1200">
                    <a:solidFill>
                      <a:schemeClr val="lt1"/>
                    </a:solidFill>
                  </a:defRPr>
                </a:lvl2pPr>
                <a:lvl3pPr marL="1219170" algn="l" defTabSz="609585" rtl="0" eaLnBrk="1" latinLnBrk="0" hangingPunct="1">
                  <a:defRPr sz="2400" kern="1200">
                    <a:solidFill>
                      <a:schemeClr val="lt1"/>
                    </a:solidFill>
                  </a:defRPr>
                </a:lvl3pPr>
                <a:lvl4pPr marL="1828754" algn="l" defTabSz="609585" rtl="0" eaLnBrk="1" latinLnBrk="0" hangingPunct="1">
                  <a:defRPr sz="2400" kern="1200">
                    <a:solidFill>
                      <a:schemeClr val="lt1"/>
                    </a:solidFill>
                  </a:defRPr>
                </a:lvl4pPr>
                <a:lvl5pPr marL="2438339" algn="l" defTabSz="609585" rtl="0" eaLnBrk="1" latinLnBrk="0" hangingPunct="1">
                  <a:defRPr sz="2400" kern="1200">
                    <a:solidFill>
                      <a:schemeClr val="lt1"/>
                    </a:solidFill>
                  </a:defRPr>
                </a:lvl5pPr>
                <a:lvl6pPr marL="3047924" algn="l" defTabSz="609585" rtl="0" eaLnBrk="1" latinLnBrk="0" hangingPunct="1">
                  <a:defRPr sz="2400" kern="1200">
                    <a:solidFill>
                      <a:schemeClr val="lt1"/>
                    </a:solidFill>
                  </a:defRPr>
                </a:lvl6pPr>
                <a:lvl7pPr marL="3657509" algn="l" defTabSz="609585" rtl="0" eaLnBrk="1" latinLnBrk="0" hangingPunct="1">
                  <a:defRPr sz="2400" kern="1200">
                    <a:solidFill>
                      <a:schemeClr val="lt1"/>
                    </a:solidFill>
                  </a:defRPr>
                </a:lvl7pPr>
                <a:lvl8pPr marL="4267093" algn="l" defTabSz="609585" rtl="0" eaLnBrk="1" latinLnBrk="0" hangingPunct="1">
                  <a:defRPr sz="2400" kern="1200">
                    <a:solidFill>
                      <a:schemeClr val="lt1"/>
                    </a:solidFill>
                  </a:defRPr>
                </a:lvl8pPr>
                <a:lvl9pPr marL="4876678" algn="l" defTabSz="609585" rtl="0" eaLnBrk="1" latinLnBrk="0" hangingPunct="1">
                  <a:defRPr sz="2400" kern="1200">
                    <a:solidFill>
                      <a:schemeClr val="lt1"/>
                    </a:solidFill>
                  </a:defRPr>
                </a:lvl9pPr>
              </a:lstStyle>
              <a:p>
                <a:pPr lvl="0" algn="ctr">
                  <a:lnSpc>
                    <a:spcPct val="120000"/>
                  </a:lnSpc>
                </a:pPr>
                <a:r>
                  <a:rPr lang="zh-CN" altLang="en-US" sz="1200" dirty="0">
                    <a:solidFill>
                      <a:schemeClr val="accent3">
                        <a:lumMod val="90000"/>
                        <a:lumOff val="10000"/>
                      </a:schemeClr>
                    </a:solidFill>
                    <a:cs typeface="+mn-ea"/>
                    <a:sym typeface="+mn-lt"/>
                  </a:rPr>
                  <a:t>数据投影</a:t>
                </a:r>
              </a:p>
            </p:txBody>
          </p:sp>
          <p:sp>
            <p:nvSpPr>
              <p:cNvPr id="106" name="iś1ïḋe">
                <a:extLst>
                  <a:ext uri="{FF2B5EF4-FFF2-40B4-BE49-F238E27FC236}">
                    <a16:creationId xmlns:a16="http://schemas.microsoft.com/office/drawing/2014/main" id="{03FDDE52-CC01-4948-99F1-122381E6B11A}"/>
                  </a:ext>
                </a:extLst>
              </p:cNvPr>
              <p:cNvSpPr/>
              <p:nvPr/>
            </p:nvSpPr>
            <p:spPr>
              <a:xfrm>
                <a:off x="4860032" y="4179781"/>
                <a:ext cx="1746116" cy="309043"/>
              </a:xfrm>
              <a:prstGeom prst="rect">
                <a:avLst/>
              </a:prstGeom>
              <a:grp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defPPr>
                  <a:defRPr lang="en-US"/>
                </a:defPPr>
                <a:lvl1pPr marL="0" algn="l" defTabSz="609585" rtl="0" eaLnBrk="1" latinLnBrk="0" hangingPunct="1">
                  <a:defRPr sz="2400" kern="1200">
                    <a:solidFill>
                      <a:schemeClr val="lt1"/>
                    </a:solidFill>
                  </a:defRPr>
                </a:lvl1pPr>
                <a:lvl2pPr marL="609585" algn="l" defTabSz="609585" rtl="0" eaLnBrk="1" latinLnBrk="0" hangingPunct="1">
                  <a:defRPr sz="2400" kern="1200">
                    <a:solidFill>
                      <a:schemeClr val="lt1"/>
                    </a:solidFill>
                  </a:defRPr>
                </a:lvl2pPr>
                <a:lvl3pPr marL="1219170" algn="l" defTabSz="609585" rtl="0" eaLnBrk="1" latinLnBrk="0" hangingPunct="1">
                  <a:defRPr sz="2400" kern="1200">
                    <a:solidFill>
                      <a:schemeClr val="lt1"/>
                    </a:solidFill>
                  </a:defRPr>
                </a:lvl3pPr>
                <a:lvl4pPr marL="1828754" algn="l" defTabSz="609585" rtl="0" eaLnBrk="1" latinLnBrk="0" hangingPunct="1">
                  <a:defRPr sz="2400" kern="1200">
                    <a:solidFill>
                      <a:schemeClr val="lt1"/>
                    </a:solidFill>
                  </a:defRPr>
                </a:lvl4pPr>
                <a:lvl5pPr marL="2438339" algn="l" defTabSz="609585" rtl="0" eaLnBrk="1" latinLnBrk="0" hangingPunct="1">
                  <a:defRPr sz="2400" kern="1200">
                    <a:solidFill>
                      <a:schemeClr val="lt1"/>
                    </a:solidFill>
                  </a:defRPr>
                </a:lvl5pPr>
                <a:lvl6pPr marL="3047924" algn="l" defTabSz="609585" rtl="0" eaLnBrk="1" latinLnBrk="0" hangingPunct="1">
                  <a:defRPr sz="2400" kern="1200">
                    <a:solidFill>
                      <a:schemeClr val="lt1"/>
                    </a:solidFill>
                  </a:defRPr>
                </a:lvl6pPr>
                <a:lvl7pPr marL="3657509" algn="l" defTabSz="609585" rtl="0" eaLnBrk="1" latinLnBrk="0" hangingPunct="1">
                  <a:defRPr sz="2400" kern="1200">
                    <a:solidFill>
                      <a:schemeClr val="lt1"/>
                    </a:solidFill>
                  </a:defRPr>
                </a:lvl7pPr>
                <a:lvl8pPr marL="4267093" algn="l" defTabSz="609585" rtl="0" eaLnBrk="1" latinLnBrk="0" hangingPunct="1">
                  <a:defRPr sz="2400" kern="1200">
                    <a:solidFill>
                      <a:schemeClr val="lt1"/>
                    </a:solidFill>
                  </a:defRPr>
                </a:lvl8pPr>
                <a:lvl9pPr marL="4876678" algn="l" defTabSz="609585" rtl="0" eaLnBrk="1" latinLnBrk="0" hangingPunct="1">
                  <a:defRPr sz="2400" kern="1200">
                    <a:solidFill>
                      <a:schemeClr val="lt1"/>
                    </a:solidFill>
                  </a:defRPr>
                </a:lvl9pPr>
              </a:lstStyle>
              <a:p>
                <a:pPr lvl="0" algn="ctr">
                  <a:lnSpc>
                    <a:spcPct val="120000"/>
                  </a:lnSpc>
                </a:pPr>
                <a:r>
                  <a:rPr lang="zh-CN" altLang="en-US" sz="1200" dirty="0">
                    <a:solidFill>
                      <a:schemeClr val="accent3">
                        <a:lumMod val="90000"/>
                        <a:lumOff val="10000"/>
                      </a:schemeClr>
                    </a:solidFill>
                    <a:cs typeface="+mn-ea"/>
                    <a:sym typeface="+mn-lt"/>
                  </a:rPr>
                  <a:t>数据裁切</a:t>
                </a:r>
              </a:p>
            </p:txBody>
          </p:sp>
          <p:sp>
            <p:nvSpPr>
              <p:cNvPr id="87" name="iś1ïḋe">
                <a:extLst>
                  <a:ext uri="{FF2B5EF4-FFF2-40B4-BE49-F238E27FC236}">
                    <a16:creationId xmlns:a16="http://schemas.microsoft.com/office/drawing/2014/main" id="{3D841EC0-6038-4838-91A9-E93085436F60}"/>
                  </a:ext>
                </a:extLst>
              </p:cNvPr>
              <p:cNvSpPr/>
              <p:nvPr/>
            </p:nvSpPr>
            <p:spPr>
              <a:xfrm>
                <a:off x="4860032" y="4566963"/>
                <a:ext cx="1746116" cy="309043"/>
              </a:xfrm>
              <a:prstGeom prst="rect">
                <a:avLst/>
              </a:prstGeom>
              <a:grp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defPPr>
                  <a:defRPr lang="en-US"/>
                </a:defPPr>
                <a:lvl1pPr marL="0" algn="l" defTabSz="609585" rtl="0" eaLnBrk="1" latinLnBrk="0" hangingPunct="1">
                  <a:defRPr sz="2400" kern="1200">
                    <a:solidFill>
                      <a:schemeClr val="lt1"/>
                    </a:solidFill>
                  </a:defRPr>
                </a:lvl1pPr>
                <a:lvl2pPr marL="609585" algn="l" defTabSz="609585" rtl="0" eaLnBrk="1" latinLnBrk="0" hangingPunct="1">
                  <a:defRPr sz="2400" kern="1200">
                    <a:solidFill>
                      <a:schemeClr val="lt1"/>
                    </a:solidFill>
                  </a:defRPr>
                </a:lvl2pPr>
                <a:lvl3pPr marL="1219170" algn="l" defTabSz="609585" rtl="0" eaLnBrk="1" latinLnBrk="0" hangingPunct="1">
                  <a:defRPr sz="2400" kern="1200">
                    <a:solidFill>
                      <a:schemeClr val="lt1"/>
                    </a:solidFill>
                  </a:defRPr>
                </a:lvl3pPr>
                <a:lvl4pPr marL="1828754" algn="l" defTabSz="609585" rtl="0" eaLnBrk="1" latinLnBrk="0" hangingPunct="1">
                  <a:defRPr sz="2400" kern="1200">
                    <a:solidFill>
                      <a:schemeClr val="lt1"/>
                    </a:solidFill>
                  </a:defRPr>
                </a:lvl4pPr>
                <a:lvl5pPr marL="2438339" algn="l" defTabSz="609585" rtl="0" eaLnBrk="1" latinLnBrk="0" hangingPunct="1">
                  <a:defRPr sz="2400" kern="1200">
                    <a:solidFill>
                      <a:schemeClr val="lt1"/>
                    </a:solidFill>
                  </a:defRPr>
                </a:lvl5pPr>
                <a:lvl6pPr marL="3047924" algn="l" defTabSz="609585" rtl="0" eaLnBrk="1" latinLnBrk="0" hangingPunct="1">
                  <a:defRPr sz="2400" kern="1200">
                    <a:solidFill>
                      <a:schemeClr val="lt1"/>
                    </a:solidFill>
                  </a:defRPr>
                </a:lvl6pPr>
                <a:lvl7pPr marL="3657509" algn="l" defTabSz="609585" rtl="0" eaLnBrk="1" latinLnBrk="0" hangingPunct="1">
                  <a:defRPr sz="2400" kern="1200">
                    <a:solidFill>
                      <a:schemeClr val="lt1"/>
                    </a:solidFill>
                  </a:defRPr>
                </a:lvl7pPr>
                <a:lvl8pPr marL="4267093" algn="l" defTabSz="609585" rtl="0" eaLnBrk="1" latinLnBrk="0" hangingPunct="1">
                  <a:defRPr sz="2400" kern="1200">
                    <a:solidFill>
                      <a:schemeClr val="lt1"/>
                    </a:solidFill>
                  </a:defRPr>
                </a:lvl8pPr>
                <a:lvl9pPr marL="4876678" algn="l" defTabSz="609585" rtl="0" eaLnBrk="1" latinLnBrk="0" hangingPunct="1">
                  <a:defRPr sz="2400" kern="1200">
                    <a:solidFill>
                      <a:schemeClr val="lt1"/>
                    </a:solidFill>
                  </a:defRPr>
                </a:lvl9pPr>
              </a:lstStyle>
              <a:p>
                <a:pPr lvl="0" algn="ctr">
                  <a:lnSpc>
                    <a:spcPct val="120000"/>
                  </a:lnSpc>
                </a:pPr>
                <a:r>
                  <a:rPr lang="zh-CN" altLang="en-US" sz="1200" dirty="0">
                    <a:solidFill>
                      <a:schemeClr val="accent3">
                        <a:lumMod val="90000"/>
                        <a:lumOff val="10000"/>
                      </a:schemeClr>
                    </a:solidFill>
                    <a:cs typeface="+mn-ea"/>
                    <a:sym typeface="+mn-lt"/>
                  </a:rPr>
                  <a:t>现有符号库复用</a:t>
                </a:r>
              </a:p>
            </p:txBody>
          </p:sp>
        </p:grpSp>
        <p:sp>
          <p:nvSpPr>
            <p:cNvPr id="141" name="矩形: 圆角 140">
              <a:extLst>
                <a:ext uri="{FF2B5EF4-FFF2-40B4-BE49-F238E27FC236}">
                  <a16:creationId xmlns:a16="http://schemas.microsoft.com/office/drawing/2014/main" id="{B2AB3779-5EA3-4AAB-97EF-D07297F7AB81}"/>
                </a:ext>
              </a:extLst>
            </p:cNvPr>
            <p:cNvSpPr/>
            <p:nvPr/>
          </p:nvSpPr>
          <p:spPr>
            <a:xfrm>
              <a:off x="5506401" y="3737531"/>
              <a:ext cx="2440904" cy="1372375"/>
            </a:xfrm>
            <a:prstGeom prst="roundRect">
              <a:avLst>
                <a:gd name="adj" fmla="val 10831"/>
              </a:avLst>
            </a:prstGeom>
            <a:noFill/>
            <a:ln w="1270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grpSp>
      <p:sp>
        <p:nvSpPr>
          <p:cNvPr id="81" name="文本框 80">
            <a:extLst>
              <a:ext uri="{FF2B5EF4-FFF2-40B4-BE49-F238E27FC236}">
                <a16:creationId xmlns:a16="http://schemas.microsoft.com/office/drawing/2014/main" id="{1AA0C8BA-CB0E-4554-9193-9C7113B54007}"/>
              </a:ext>
            </a:extLst>
          </p:cNvPr>
          <p:cNvSpPr txBox="1"/>
          <p:nvPr/>
        </p:nvSpPr>
        <p:spPr>
          <a:xfrm>
            <a:off x="6660232" y="915566"/>
            <a:ext cx="2071652" cy="874407"/>
          </a:xfrm>
          <a:prstGeom prst="rect">
            <a:avLst/>
          </a:prstGeom>
          <a:noFill/>
        </p:spPr>
        <p:txBody>
          <a:bodyPr wrap="square" rtlCol="0">
            <a:spAutoFit/>
          </a:bodyPr>
          <a:lstStyle>
            <a:defPPr>
              <a:defRPr lang="zh-CN"/>
            </a:defPPr>
            <a:lvl1pPr marL="171450" indent="-171450">
              <a:buFont typeface="Wingdings" panose="05000000000000000000" pitchFamily="2" charset="2"/>
              <a:buChar char="Ø"/>
              <a:defRPr sz="1600">
                <a:solidFill>
                  <a:schemeClr val="tx1">
                    <a:lumMod val="75000"/>
                    <a:lumOff val="25000"/>
                  </a:schemeClr>
                </a:solidFill>
                <a:latin typeface="微软雅黑" panose="020B0503020204020204" pitchFamily="34" charset="-122"/>
                <a:ea typeface="微软雅黑" panose="020B0503020204020204" pitchFamily="34" charset="-122"/>
              </a:defRPr>
            </a:lvl1pPr>
          </a:lstStyle>
          <a:p>
            <a:pPr>
              <a:lnSpc>
                <a:spcPct val="150000"/>
              </a:lnSpc>
            </a:pPr>
            <a:r>
              <a:rPr lang="en-US" altLang="zh-CN" sz="1800" b="1" dirty="0"/>
              <a:t> </a:t>
            </a:r>
            <a:r>
              <a:rPr lang="zh-CN" altLang="en-US" sz="1800" dirty="0"/>
              <a:t>领域书籍</a:t>
            </a:r>
            <a:r>
              <a:rPr lang="en-US" altLang="zh-CN" sz="1800" b="1" dirty="0">
                <a:solidFill>
                  <a:srgbClr val="016371"/>
                </a:solidFill>
              </a:rPr>
              <a:t>Lora</a:t>
            </a:r>
            <a:r>
              <a:rPr lang="en-US" altLang="zh-CN" sz="1800" dirty="0"/>
              <a:t> </a:t>
            </a:r>
            <a:r>
              <a:rPr lang="zh-CN" altLang="en-US" sz="1800" dirty="0"/>
              <a:t>进行模型微调</a:t>
            </a:r>
          </a:p>
        </p:txBody>
      </p:sp>
      <p:sp>
        <p:nvSpPr>
          <p:cNvPr id="82" name="文本框 81">
            <a:extLst>
              <a:ext uri="{FF2B5EF4-FFF2-40B4-BE49-F238E27FC236}">
                <a16:creationId xmlns:a16="http://schemas.microsoft.com/office/drawing/2014/main" id="{FF518ED7-5361-42BE-8842-9DC55035C212}"/>
              </a:ext>
            </a:extLst>
          </p:cNvPr>
          <p:cNvSpPr txBox="1"/>
          <p:nvPr/>
        </p:nvSpPr>
        <p:spPr>
          <a:xfrm>
            <a:off x="6660232" y="2406695"/>
            <a:ext cx="2339147" cy="874407"/>
          </a:xfrm>
          <a:prstGeom prst="rect">
            <a:avLst/>
          </a:prstGeom>
          <a:noFill/>
        </p:spPr>
        <p:txBody>
          <a:bodyPr wrap="square" rtlCol="0">
            <a:spAutoFit/>
          </a:bodyPr>
          <a:lstStyle>
            <a:defPPr>
              <a:defRPr lang="zh-CN"/>
            </a:defPPr>
            <a:lvl1pPr marL="171450" indent="-171450">
              <a:buFont typeface="Wingdings" panose="05000000000000000000" pitchFamily="2" charset="2"/>
              <a:buChar char="Ø"/>
              <a:defRPr sz="1600">
                <a:solidFill>
                  <a:schemeClr val="tx1">
                    <a:lumMod val="75000"/>
                    <a:lumOff val="25000"/>
                  </a:schemeClr>
                </a:solidFill>
                <a:latin typeface="微软雅黑" panose="020B0503020204020204" pitchFamily="34" charset="-122"/>
                <a:ea typeface="微软雅黑" panose="020B0503020204020204" pitchFamily="34" charset="-122"/>
              </a:defRPr>
            </a:lvl1pPr>
          </a:lstStyle>
          <a:p>
            <a:pPr>
              <a:lnSpc>
                <a:spcPct val="150000"/>
              </a:lnSpc>
            </a:pPr>
            <a:r>
              <a:rPr lang="zh-CN" altLang="en-US" sz="1800" b="1" dirty="0"/>
              <a:t> </a:t>
            </a:r>
            <a:r>
              <a:rPr lang="zh-CN" altLang="en-US" sz="1800" b="1" dirty="0">
                <a:solidFill>
                  <a:srgbClr val="016371"/>
                </a:solidFill>
              </a:rPr>
              <a:t>地图知识图谱</a:t>
            </a:r>
            <a:r>
              <a:rPr lang="zh-CN" altLang="en-US" sz="1800" dirty="0"/>
              <a:t>约束输出，提高专业性</a:t>
            </a:r>
          </a:p>
        </p:txBody>
      </p:sp>
      <p:sp>
        <p:nvSpPr>
          <p:cNvPr id="83" name="文本框 82">
            <a:extLst>
              <a:ext uri="{FF2B5EF4-FFF2-40B4-BE49-F238E27FC236}">
                <a16:creationId xmlns:a16="http://schemas.microsoft.com/office/drawing/2014/main" id="{28CC1C1F-7B40-46A2-9BFF-C3C4A1779BC7}"/>
              </a:ext>
            </a:extLst>
          </p:cNvPr>
          <p:cNvSpPr txBox="1"/>
          <p:nvPr/>
        </p:nvSpPr>
        <p:spPr>
          <a:xfrm>
            <a:off x="6660232" y="3857582"/>
            <a:ext cx="2143660" cy="874407"/>
          </a:xfrm>
          <a:prstGeom prst="rect">
            <a:avLst/>
          </a:prstGeom>
          <a:noFill/>
        </p:spPr>
        <p:txBody>
          <a:bodyPr wrap="square" rtlCol="0">
            <a:spAutoFit/>
          </a:bodyPr>
          <a:lstStyle>
            <a:defPPr>
              <a:defRPr lang="zh-CN"/>
            </a:defPPr>
            <a:lvl1pPr marL="171450" indent="-171450">
              <a:buFont typeface="Wingdings" panose="05000000000000000000" pitchFamily="2" charset="2"/>
              <a:buChar char="Ø"/>
              <a:defRPr sz="1600">
                <a:solidFill>
                  <a:schemeClr val="tx1">
                    <a:lumMod val="75000"/>
                    <a:lumOff val="25000"/>
                  </a:schemeClr>
                </a:solidFill>
                <a:latin typeface="微软雅黑" panose="020B0503020204020204" pitchFamily="34" charset="-122"/>
                <a:ea typeface="微软雅黑" panose="020B0503020204020204" pitchFamily="34" charset="-122"/>
              </a:defRPr>
            </a:lvl1pPr>
          </a:lstStyle>
          <a:p>
            <a:pPr>
              <a:lnSpc>
                <a:spcPct val="150000"/>
              </a:lnSpc>
            </a:pPr>
            <a:r>
              <a:rPr lang="en-US" altLang="zh-CN" sz="1800" b="1" dirty="0"/>
              <a:t> </a:t>
            </a:r>
            <a:r>
              <a:rPr lang="en-US" altLang="zh-CN" sz="1800" b="1" dirty="0">
                <a:solidFill>
                  <a:srgbClr val="016371"/>
                </a:solidFill>
              </a:rPr>
              <a:t>LangChain</a:t>
            </a:r>
            <a:r>
              <a:rPr lang="zh-CN" altLang="en-US" sz="1800" dirty="0"/>
              <a:t>构建工具</a:t>
            </a:r>
            <a:r>
              <a:rPr lang="zh-CN" altLang="en-US" sz="1800" b="1" dirty="0"/>
              <a:t>，</a:t>
            </a:r>
            <a:r>
              <a:rPr lang="zh-CN" altLang="en-US" sz="1800" dirty="0"/>
              <a:t>扩展能力</a:t>
            </a:r>
          </a:p>
        </p:txBody>
      </p:sp>
      <p:grpSp>
        <p:nvGrpSpPr>
          <p:cNvPr id="44" name="组合 43">
            <a:extLst>
              <a:ext uri="{FF2B5EF4-FFF2-40B4-BE49-F238E27FC236}">
                <a16:creationId xmlns:a16="http://schemas.microsoft.com/office/drawing/2014/main" id="{E04E6F23-461C-41B2-8E6B-AB94E2CECAF5}"/>
              </a:ext>
            </a:extLst>
          </p:cNvPr>
          <p:cNvGrpSpPr/>
          <p:nvPr/>
        </p:nvGrpSpPr>
        <p:grpSpPr>
          <a:xfrm>
            <a:off x="4355976" y="915566"/>
            <a:ext cx="1773806" cy="992310"/>
            <a:chOff x="4764463" y="843558"/>
            <a:chExt cx="1773806" cy="992310"/>
          </a:xfrm>
        </p:grpSpPr>
        <p:sp>
          <p:nvSpPr>
            <p:cNvPr id="102" name="iś1ïḋe">
              <a:extLst>
                <a:ext uri="{FF2B5EF4-FFF2-40B4-BE49-F238E27FC236}">
                  <a16:creationId xmlns:a16="http://schemas.microsoft.com/office/drawing/2014/main" id="{B0588122-0FEC-4ACC-BA36-80C0CE13B3FC}"/>
                </a:ext>
              </a:extLst>
            </p:cNvPr>
            <p:cNvSpPr/>
            <p:nvPr/>
          </p:nvSpPr>
          <p:spPr>
            <a:xfrm>
              <a:off x="4869486" y="929883"/>
              <a:ext cx="1567597" cy="227470"/>
            </a:xfrm>
            <a:prstGeom prst="rect">
              <a:avLst/>
            </a:prstGeom>
            <a:solidFill>
              <a:srgbClr val="FFE59A"/>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defPPr>
                <a:defRPr lang="en-US"/>
              </a:defPPr>
              <a:lvl1pPr marL="0" algn="l" defTabSz="609585" rtl="0" eaLnBrk="1" latinLnBrk="0" hangingPunct="1">
                <a:defRPr sz="2400" kern="1200">
                  <a:solidFill>
                    <a:schemeClr val="lt1"/>
                  </a:solidFill>
                </a:defRPr>
              </a:lvl1pPr>
              <a:lvl2pPr marL="609585" algn="l" defTabSz="609585" rtl="0" eaLnBrk="1" latinLnBrk="0" hangingPunct="1">
                <a:defRPr sz="2400" kern="1200">
                  <a:solidFill>
                    <a:schemeClr val="lt1"/>
                  </a:solidFill>
                </a:defRPr>
              </a:lvl2pPr>
              <a:lvl3pPr marL="1219170" algn="l" defTabSz="609585" rtl="0" eaLnBrk="1" latinLnBrk="0" hangingPunct="1">
                <a:defRPr sz="2400" kern="1200">
                  <a:solidFill>
                    <a:schemeClr val="lt1"/>
                  </a:solidFill>
                </a:defRPr>
              </a:lvl3pPr>
              <a:lvl4pPr marL="1828754" algn="l" defTabSz="609585" rtl="0" eaLnBrk="1" latinLnBrk="0" hangingPunct="1">
                <a:defRPr sz="2400" kern="1200">
                  <a:solidFill>
                    <a:schemeClr val="lt1"/>
                  </a:solidFill>
                </a:defRPr>
              </a:lvl4pPr>
              <a:lvl5pPr marL="2438339" algn="l" defTabSz="609585" rtl="0" eaLnBrk="1" latinLnBrk="0" hangingPunct="1">
                <a:defRPr sz="2400" kern="1200">
                  <a:solidFill>
                    <a:schemeClr val="lt1"/>
                  </a:solidFill>
                </a:defRPr>
              </a:lvl5pPr>
              <a:lvl6pPr marL="3047924" algn="l" defTabSz="609585" rtl="0" eaLnBrk="1" latinLnBrk="0" hangingPunct="1">
                <a:defRPr sz="2400" kern="1200">
                  <a:solidFill>
                    <a:schemeClr val="lt1"/>
                  </a:solidFill>
                </a:defRPr>
              </a:lvl6pPr>
              <a:lvl7pPr marL="3657509" algn="l" defTabSz="609585" rtl="0" eaLnBrk="1" latinLnBrk="0" hangingPunct="1">
                <a:defRPr sz="2400" kern="1200">
                  <a:solidFill>
                    <a:schemeClr val="lt1"/>
                  </a:solidFill>
                </a:defRPr>
              </a:lvl7pPr>
              <a:lvl8pPr marL="4267093" algn="l" defTabSz="609585" rtl="0" eaLnBrk="1" latinLnBrk="0" hangingPunct="1">
                <a:defRPr sz="2400" kern="1200">
                  <a:solidFill>
                    <a:schemeClr val="lt1"/>
                  </a:solidFill>
                </a:defRPr>
              </a:lvl8pPr>
              <a:lvl9pPr marL="4876678" algn="l" defTabSz="609585" rtl="0" eaLnBrk="1" latinLnBrk="0" hangingPunct="1">
                <a:defRPr sz="2400" kern="1200">
                  <a:solidFill>
                    <a:schemeClr val="lt1"/>
                  </a:solidFill>
                </a:defRPr>
              </a:lvl9pPr>
            </a:lstStyle>
            <a:p>
              <a:pPr lvl="0" algn="ctr">
                <a:lnSpc>
                  <a:spcPct val="120000"/>
                </a:lnSpc>
              </a:pPr>
              <a:r>
                <a:rPr lang="zh-CN" altLang="en-US" sz="1200" dirty="0">
                  <a:solidFill>
                    <a:schemeClr val="accent3">
                      <a:lumMod val="90000"/>
                      <a:lumOff val="10000"/>
                    </a:schemeClr>
                  </a:solidFill>
                  <a:cs typeface="+mn-ea"/>
                  <a:sym typeface="+mn-lt"/>
                </a:rPr>
                <a:t>制图流程</a:t>
              </a:r>
            </a:p>
          </p:txBody>
        </p:sp>
        <p:sp>
          <p:nvSpPr>
            <p:cNvPr id="104" name="iś1ïḋe">
              <a:extLst>
                <a:ext uri="{FF2B5EF4-FFF2-40B4-BE49-F238E27FC236}">
                  <a16:creationId xmlns:a16="http://schemas.microsoft.com/office/drawing/2014/main" id="{7D0B780B-0B34-4CDF-A112-6F97C0A786CB}"/>
                </a:ext>
              </a:extLst>
            </p:cNvPr>
            <p:cNvSpPr/>
            <p:nvPr/>
          </p:nvSpPr>
          <p:spPr>
            <a:xfrm>
              <a:off x="4867567" y="1228951"/>
              <a:ext cx="1567597" cy="227470"/>
            </a:xfrm>
            <a:prstGeom prst="rect">
              <a:avLst/>
            </a:prstGeom>
            <a:solidFill>
              <a:srgbClr val="FFE59A"/>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defPPr>
                <a:defRPr lang="en-US"/>
              </a:defPPr>
              <a:lvl1pPr marL="0" algn="l" defTabSz="609585" rtl="0" eaLnBrk="1" latinLnBrk="0" hangingPunct="1">
                <a:defRPr sz="2400" kern="1200">
                  <a:solidFill>
                    <a:schemeClr val="lt1"/>
                  </a:solidFill>
                </a:defRPr>
              </a:lvl1pPr>
              <a:lvl2pPr marL="609585" algn="l" defTabSz="609585" rtl="0" eaLnBrk="1" latinLnBrk="0" hangingPunct="1">
                <a:defRPr sz="2400" kern="1200">
                  <a:solidFill>
                    <a:schemeClr val="lt1"/>
                  </a:solidFill>
                </a:defRPr>
              </a:lvl2pPr>
              <a:lvl3pPr marL="1219170" algn="l" defTabSz="609585" rtl="0" eaLnBrk="1" latinLnBrk="0" hangingPunct="1">
                <a:defRPr sz="2400" kern="1200">
                  <a:solidFill>
                    <a:schemeClr val="lt1"/>
                  </a:solidFill>
                </a:defRPr>
              </a:lvl3pPr>
              <a:lvl4pPr marL="1828754" algn="l" defTabSz="609585" rtl="0" eaLnBrk="1" latinLnBrk="0" hangingPunct="1">
                <a:defRPr sz="2400" kern="1200">
                  <a:solidFill>
                    <a:schemeClr val="lt1"/>
                  </a:solidFill>
                </a:defRPr>
              </a:lvl4pPr>
              <a:lvl5pPr marL="2438339" algn="l" defTabSz="609585" rtl="0" eaLnBrk="1" latinLnBrk="0" hangingPunct="1">
                <a:defRPr sz="2400" kern="1200">
                  <a:solidFill>
                    <a:schemeClr val="lt1"/>
                  </a:solidFill>
                </a:defRPr>
              </a:lvl5pPr>
              <a:lvl6pPr marL="3047924" algn="l" defTabSz="609585" rtl="0" eaLnBrk="1" latinLnBrk="0" hangingPunct="1">
                <a:defRPr sz="2400" kern="1200">
                  <a:solidFill>
                    <a:schemeClr val="lt1"/>
                  </a:solidFill>
                </a:defRPr>
              </a:lvl6pPr>
              <a:lvl7pPr marL="3657509" algn="l" defTabSz="609585" rtl="0" eaLnBrk="1" latinLnBrk="0" hangingPunct="1">
                <a:defRPr sz="2400" kern="1200">
                  <a:solidFill>
                    <a:schemeClr val="lt1"/>
                  </a:solidFill>
                </a:defRPr>
              </a:lvl7pPr>
              <a:lvl8pPr marL="4267093" algn="l" defTabSz="609585" rtl="0" eaLnBrk="1" latinLnBrk="0" hangingPunct="1">
                <a:defRPr sz="2400" kern="1200">
                  <a:solidFill>
                    <a:schemeClr val="lt1"/>
                  </a:solidFill>
                </a:defRPr>
              </a:lvl8pPr>
              <a:lvl9pPr marL="4876678" algn="l" defTabSz="609585" rtl="0" eaLnBrk="1" latinLnBrk="0" hangingPunct="1">
                <a:defRPr sz="2400" kern="1200">
                  <a:solidFill>
                    <a:schemeClr val="lt1"/>
                  </a:solidFill>
                </a:defRPr>
              </a:lvl9pPr>
            </a:lstStyle>
            <a:p>
              <a:pPr lvl="0" algn="ctr">
                <a:lnSpc>
                  <a:spcPct val="120000"/>
                </a:lnSpc>
              </a:pPr>
              <a:r>
                <a:rPr lang="zh-CN" altLang="en-US" sz="1200" dirty="0">
                  <a:solidFill>
                    <a:schemeClr val="accent3">
                      <a:lumMod val="90000"/>
                      <a:lumOff val="10000"/>
                    </a:schemeClr>
                  </a:solidFill>
                  <a:cs typeface="+mn-ea"/>
                  <a:sym typeface="+mn-lt"/>
                </a:rPr>
                <a:t>投影选择流程</a:t>
              </a:r>
            </a:p>
          </p:txBody>
        </p:sp>
        <p:sp>
          <p:nvSpPr>
            <p:cNvPr id="140" name="矩形: 圆角 139">
              <a:extLst>
                <a:ext uri="{FF2B5EF4-FFF2-40B4-BE49-F238E27FC236}">
                  <a16:creationId xmlns:a16="http://schemas.microsoft.com/office/drawing/2014/main" id="{1B869134-7275-4890-AA30-CD2A0259527E}"/>
                </a:ext>
              </a:extLst>
            </p:cNvPr>
            <p:cNvSpPr/>
            <p:nvPr/>
          </p:nvSpPr>
          <p:spPr>
            <a:xfrm>
              <a:off x="4764463" y="843558"/>
              <a:ext cx="1773806" cy="992310"/>
            </a:xfrm>
            <a:prstGeom prst="roundRect">
              <a:avLst>
                <a:gd name="adj" fmla="val 10831"/>
              </a:avLst>
            </a:prstGeom>
            <a:noFill/>
            <a:ln w="1270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86" name="iś1ïḋe">
              <a:extLst>
                <a:ext uri="{FF2B5EF4-FFF2-40B4-BE49-F238E27FC236}">
                  <a16:creationId xmlns:a16="http://schemas.microsoft.com/office/drawing/2014/main" id="{78313117-B141-496D-9D57-BC71ECD35D3B}"/>
                </a:ext>
              </a:extLst>
            </p:cNvPr>
            <p:cNvSpPr/>
            <p:nvPr/>
          </p:nvSpPr>
          <p:spPr>
            <a:xfrm>
              <a:off x="4867567" y="1510280"/>
              <a:ext cx="1561478" cy="236425"/>
            </a:xfrm>
            <a:prstGeom prst="rect">
              <a:avLst/>
            </a:prstGeom>
            <a:solidFill>
              <a:srgbClr val="FFE59A"/>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defPPr>
                <a:defRPr lang="en-US"/>
              </a:defPPr>
              <a:lvl1pPr marL="0" algn="l" defTabSz="609585" rtl="0" eaLnBrk="1" latinLnBrk="0" hangingPunct="1">
                <a:defRPr sz="2400" kern="1200">
                  <a:solidFill>
                    <a:schemeClr val="lt1"/>
                  </a:solidFill>
                </a:defRPr>
              </a:lvl1pPr>
              <a:lvl2pPr marL="609585" algn="l" defTabSz="609585" rtl="0" eaLnBrk="1" latinLnBrk="0" hangingPunct="1">
                <a:defRPr sz="2400" kern="1200">
                  <a:solidFill>
                    <a:schemeClr val="lt1"/>
                  </a:solidFill>
                </a:defRPr>
              </a:lvl2pPr>
              <a:lvl3pPr marL="1219170" algn="l" defTabSz="609585" rtl="0" eaLnBrk="1" latinLnBrk="0" hangingPunct="1">
                <a:defRPr sz="2400" kern="1200">
                  <a:solidFill>
                    <a:schemeClr val="lt1"/>
                  </a:solidFill>
                </a:defRPr>
              </a:lvl3pPr>
              <a:lvl4pPr marL="1828754" algn="l" defTabSz="609585" rtl="0" eaLnBrk="1" latinLnBrk="0" hangingPunct="1">
                <a:defRPr sz="2400" kern="1200">
                  <a:solidFill>
                    <a:schemeClr val="lt1"/>
                  </a:solidFill>
                </a:defRPr>
              </a:lvl4pPr>
              <a:lvl5pPr marL="2438339" algn="l" defTabSz="609585" rtl="0" eaLnBrk="1" latinLnBrk="0" hangingPunct="1">
                <a:defRPr sz="2400" kern="1200">
                  <a:solidFill>
                    <a:schemeClr val="lt1"/>
                  </a:solidFill>
                </a:defRPr>
              </a:lvl5pPr>
              <a:lvl6pPr marL="3047924" algn="l" defTabSz="609585" rtl="0" eaLnBrk="1" latinLnBrk="0" hangingPunct="1">
                <a:defRPr sz="2400" kern="1200">
                  <a:solidFill>
                    <a:schemeClr val="lt1"/>
                  </a:solidFill>
                </a:defRPr>
              </a:lvl6pPr>
              <a:lvl7pPr marL="3657509" algn="l" defTabSz="609585" rtl="0" eaLnBrk="1" latinLnBrk="0" hangingPunct="1">
                <a:defRPr sz="2400" kern="1200">
                  <a:solidFill>
                    <a:schemeClr val="lt1"/>
                  </a:solidFill>
                </a:defRPr>
              </a:lvl7pPr>
              <a:lvl8pPr marL="4267093" algn="l" defTabSz="609585" rtl="0" eaLnBrk="1" latinLnBrk="0" hangingPunct="1">
                <a:defRPr sz="2400" kern="1200">
                  <a:solidFill>
                    <a:schemeClr val="lt1"/>
                  </a:solidFill>
                </a:defRPr>
              </a:lvl8pPr>
              <a:lvl9pPr marL="4876678" algn="l" defTabSz="609585" rtl="0" eaLnBrk="1" latinLnBrk="0" hangingPunct="1">
                <a:defRPr sz="2400" kern="1200">
                  <a:solidFill>
                    <a:schemeClr val="lt1"/>
                  </a:solidFill>
                </a:defRPr>
              </a:lvl9pPr>
            </a:lstStyle>
            <a:p>
              <a:pPr lvl="0" algn="ctr">
                <a:lnSpc>
                  <a:spcPct val="120000"/>
                </a:lnSpc>
              </a:pPr>
              <a:r>
                <a:rPr lang="zh-CN" altLang="en-US" sz="1200" dirty="0">
                  <a:solidFill>
                    <a:schemeClr val="accent3">
                      <a:lumMod val="90000"/>
                      <a:lumOff val="10000"/>
                    </a:schemeClr>
                  </a:solidFill>
                  <a:cs typeface="+mn-ea"/>
                  <a:sym typeface="+mn-lt"/>
                </a:rPr>
                <a:t>地图学书籍</a:t>
              </a:r>
            </a:p>
          </p:txBody>
        </p:sp>
      </p:grpSp>
      <p:sp>
        <p:nvSpPr>
          <p:cNvPr id="95" name="椭圆 94">
            <a:extLst>
              <a:ext uri="{FF2B5EF4-FFF2-40B4-BE49-F238E27FC236}">
                <a16:creationId xmlns:a16="http://schemas.microsoft.com/office/drawing/2014/main" id="{497D47EB-C854-4F97-8845-4E50D282DC69}"/>
              </a:ext>
            </a:extLst>
          </p:cNvPr>
          <p:cNvSpPr/>
          <p:nvPr/>
        </p:nvSpPr>
        <p:spPr>
          <a:xfrm>
            <a:off x="6386305" y="1106146"/>
            <a:ext cx="57903" cy="3675471"/>
          </a:xfrm>
          <a:prstGeom prst="ellipse">
            <a:avLst/>
          </a:prstGeom>
          <a:gradFill flip="none" rotWithShape="1">
            <a:gsLst>
              <a:gs pos="0">
                <a:srgbClr val="016371">
                  <a:tint val="66000"/>
                  <a:satMod val="160000"/>
                </a:srgbClr>
              </a:gs>
              <a:gs pos="50000">
                <a:srgbClr val="016371">
                  <a:tint val="44500"/>
                  <a:satMod val="160000"/>
                </a:srgbClr>
              </a:gs>
              <a:gs pos="100000">
                <a:srgbClr val="016371">
                  <a:tint val="23500"/>
                  <a:satMod val="160000"/>
                </a:srgbClr>
              </a:gs>
            </a:gsLst>
            <a:lin ang="10800000" scaled="1"/>
            <a:tileRect/>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a:ea typeface="等线"/>
              <a:cs typeface="+mn-cs"/>
            </a:endParaRPr>
          </a:p>
        </p:txBody>
      </p:sp>
      <p:grpSp>
        <p:nvGrpSpPr>
          <p:cNvPr id="56" name="组合 55">
            <a:extLst>
              <a:ext uri="{FF2B5EF4-FFF2-40B4-BE49-F238E27FC236}">
                <a16:creationId xmlns:a16="http://schemas.microsoft.com/office/drawing/2014/main" id="{62306127-63C9-40EA-B5F2-CA328EFA1086}"/>
              </a:ext>
            </a:extLst>
          </p:cNvPr>
          <p:cNvGrpSpPr/>
          <p:nvPr/>
        </p:nvGrpSpPr>
        <p:grpSpPr>
          <a:xfrm>
            <a:off x="-3" y="85172"/>
            <a:ext cx="5220074" cy="447238"/>
            <a:chOff x="-10956" y="85171"/>
            <a:chExt cx="2900474" cy="447238"/>
          </a:xfrm>
        </p:grpSpPr>
        <p:sp>
          <p:nvSpPr>
            <p:cNvPr id="57" name="矩形 1">
              <a:extLst>
                <a:ext uri="{FF2B5EF4-FFF2-40B4-BE49-F238E27FC236}">
                  <a16:creationId xmlns:a16="http://schemas.microsoft.com/office/drawing/2014/main" id="{318AA747-A76A-4C87-9407-C42CEAFFF1B6}"/>
                </a:ext>
              </a:extLst>
            </p:cNvPr>
            <p:cNvSpPr/>
            <p:nvPr/>
          </p:nvSpPr>
          <p:spPr>
            <a:xfrm>
              <a:off x="-10956" y="123478"/>
              <a:ext cx="2900474" cy="408931"/>
            </a:xfrm>
            <a:custGeom>
              <a:avLst/>
              <a:gdLst>
                <a:gd name="connsiteX0" fmla="*/ 0 w 4211960"/>
                <a:gd name="connsiteY0" fmla="*/ 0 h 2088232"/>
                <a:gd name="connsiteX1" fmla="*/ 4211960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101133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281963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319192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712023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11960" h="2088232">
                  <a:moveTo>
                    <a:pt x="0" y="0"/>
                  </a:moveTo>
                  <a:lnTo>
                    <a:pt x="3712023" y="0"/>
                  </a:lnTo>
                  <a:lnTo>
                    <a:pt x="4211960" y="2088232"/>
                  </a:lnTo>
                  <a:lnTo>
                    <a:pt x="0" y="2088232"/>
                  </a:lnTo>
                  <a:lnTo>
                    <a:pt x="0" y="0"/>
                  </a:lnTo>
                  <a:close/>
                </a:path>
              </a:pathLst>
            </a:custGeom>
            <a:solidFill>
              <a:srgbClr val="0163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8">
                <a:lnSpc>
                  <a:spcPct val="120000"/>
                </a:lnSpc>
              </a:pPr>
              <a:endParaRPr lang="zh-CN" altLang="en-US" sz="2400">
                <a:solidFill>
                  <a:srgbClr val="FFFFFF"/>
                </a:solidFill>
                <a:latin typeface="微软雅黑"/>
                <a:ea typeface="微软雅黑"/>
                <a:cs typeface="+mn-ea"/>
                <a:sym typeface="+mn-lt"/>
              </a:endParaRPr>
            </a:p>
          </p:txBody>
        </p:sp>
        <p:sp>
          <p:nvSpPr>
            <p:cNvPr id="58" name="文本框 57">
              <a:extLst>
                <a:ext uri="{FF2B5EF4-FFF2-40B4-BE49-F238E27FC236}">
                  <a16:creationId xmlns:a16="http://schemas.microsoft.com/office/drawing/2014/main" id="{34565EC9-C1C2-4EC7-8AAF-41370EBBF7F7}"/>
                </a:ext>
              </a:extLst>
            </p:cNvPr>
            <p:cNvSpPr txBox="1"/>
            <p:nvPr/>
          </p:nvSpPr>
          <p:spPr>
            <a:xfrm>
              <a:off x="-10955" y="85171"/>
              <a:ext cx="2740432" cy="447238"/>
            </a:xfrm>
            <a:prstGeom prst="rect">
              <a:avLst/>
            </a:prstGeom>
            <a:noFill/>
          </p:spPr>
          <p:txBody>
            <a:bodyPr wrap="square" rtlCol="0">
              <a:spAutoFit/>
            </a:bodyPr>
            <a:lstStyle/>
            <a:p>
              <a:pPr defTabSz="914378">
                <a:lnSpc>
                  <a:spcPct val="120000"/>
                </a:lnSpc>
              </a:pPr>
              <a:r>
                <a:rPr lang="en-US" altLang="zh-CN" sz="2100" dirty="0">
                  <a:solidFill>
                    <a:srgbClr val="FFFFFF"/>
                  </a:solidFill>
                  <a:latin typeface="微软雅黑"/>
                  <a:ea typeface="微软雅黑"/>
                  <a:cs typeface="+mn-ea"/>
                  <a:sym typeface="+mn-lt"/>
                </a:rPr>
                <a:t>2.1  LLM</a:t>
              </a:r>
              <a:r>
                <a:rPr lang="zh-CN" altLang="en-US" sz="2100" dirty="0">
                  <a:solidFill>
                    <a:srgbClr val="FFFFFF"/>
                  </a:solidFill>
                  <a:latin typeface="微软雅黑"/>
                  <a:ea typeface="微软雅黑"/>
                  <a:cs typeface="+mn-ea"/>
                  <a:sym typeface="+mn-lt"/>
                </a:rPr>
                <a:t>增强方法在制图领域的适应性</a:t>
              </a:r>
            </a:p>
          </p:txBody>
        </p:sp>
      </p:grpSp>
    </p:spTree>
    <p:extLst>
      <p:ext uri="{BB962C8B-B14F-4D97-AF65-F5344CB8AC3E}">
        <p14:creationId xmlns:p14="http://schemas.microsoft.com/office/powerpoint/2010/main" val="242352315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表格 4">
            <a:extLst>
              <a:ext uri="{FF2B5EF4-FFF2-40B4-BE49-F238E27FC236}">
                <a16:creationId xmlns:a16="http://schemas.microsoft.com/office/drawing/2014/main" id="{776002BA-A7FC-43E6-ACC0-15CF9A46F6B4}"/>
              </a:ext>
            </a:extLst>
          </p:cNvPr>
          <p:cNvGraphicFramePr>
            <a:graphicFrameLocks noGrp="1"/>
          </p:cNvGraphicFramePr>
          <p:nvPr>
            <p:extLst>
              <p:ext uri="{D42A27DB-BD31-4B8C-83A1-F6EECF244321}">
                <p14:modId xmlns:p14="http://schemas.microsoft.com/office/powerpoint/2010/main" val="1704103982"/>
              </p:ext>
            </p:extLst>
          </p:nvPr>
        </p:nvGraphicFramePr>
        <p:xfrm>
          <a:off x="337220" y="1274986"/>
          <a:ext cx="3967691" cy="3673023"/>
        </p:xfrm>
        <a:graphic>
          <a:graphicData uri="http://schemas.openxmlformats.org/drawingml/2006/table">
            <a:tbl>
              <a:tblPr firstRow="1" firstCol="1" bandRow="1">
                <a:effectLst>
                  <a:outerShdw blurRad="50800" dist="38100" dir="2700000" algn="tl" rotWithShape="0">
                    <a:prstClr val="black">
                      <a:alpha val="40000"/>
                    </a:prstClr>
                  </a:outerShdw>
                </a:effectLst>
                <a:tableStyleId>{912C8C85-51F0-491E-9774-3900AFEF0FD7}</a:tableStyleId>
              </a:tblPr>
              <a:tblGrid>
                <a:gridCol w="978800">
                  <a:extLst>
                    <a:ext uri="{9D8B030D-6E8A-4147-A177-3AD203B41FA5}">
                      <a16:colId xmlns:a16="http://schemas.microsoft.com/office/drawing/2014/main" val="3964882355"/>
                    </a:ext>
                  </a:extLst>
                </a:gridCol>
                <a:gridCol w="2988891">
                  <a:extLst>
                    <a:ext uri="{9D8B030D-6E8A-4147-A177-3AD203B41FA5}">
                      <a16:colId xmlns:a16="http://schemas.microsoft.com/office/drawing/2014/main" val="64989921"/>
                    </a:ext>
                  </a:extLst>
                </a:gridCol>
              </a:tblGrid>
              <a:tr h="625447">
                <a:tc>
                  <a:txBody>
                    <a:bodyPr/>
                    <a:lstStyle/>
                    <a:p>
                      <a:pPr algn="ctr">
                        <a:spcAft>
                          <a:spcPts val="0"/>
                        </a:spcAft>
                      </a:pPr>
                      <a:r>
                        <a:rPr lang="zh-CN" sz="1400" kern="0" dirty="0">
                          <a:effectLst/>
                        </a:rPr>
                        <a:t>问题</a:t>
                      </a:r>
                      <a:endParaRPr lang="zh-CN" sz="1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55819" marR="55819" marT="0" marB="0" anchor="ctr">
                    <a:lnB w="12700" cap="flat" cmpd="sng" algn="ctr">
                      <a:solidFill>
                        <a:schemeClr val="tx1"/>
                      </a:solidFill>
                      <a:prstDash val="solid"/>
                      <a:round/>
                      <a:headEnd type="none" w="med" len="med"/>
                      <a:tailEnd type="none" w="med" len="med"/>
                    </a:lnB>
                  </a:tcPr>
                </a:tc>
                <a:tc>
                  <a:txBody>
                    <a:bodyPr/>
                    <a:lstStyle/>
                    <a:p>
                      <a:pPr algn="ctr">
                        <a:spcAft>
                          <a:spcPts val="0"/>
                        </a:spcAft>
                      </a:pPr>
                      <a:r>
                        <a:rPr lang="zh-CN" sz="1400" kern="0" dirty="0">
                          <a:effectLst/>
                        </a:rPr>
                        <a:t>回答</a:t>
                      </a:r>
                      <a:endParaRPr lang="zh-CN" sz="1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55819" marR="55819" marT="0" marB="0"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38899462"/>
                  </a:ext>
                </a:extLst>
              </a:tr>
              <a:tr h="910091">
                <a:tc>
                  <a:txBody>
                    <a:bodyPr/>
                    <a:lstStyle/>
                    <a:p>
                      <a:pPr algn="ctr">
                        <a:spcAft>
                          <a:spcPts val="0"/>
                        </a:spcAft>
                      </a:pPr>
                      <a:r>
                        <a:rPr lang="zh-CN" sz="1200" kern="0" dirty="0">
                          <a:effectLst/>
                        </a:rPr>
                        <a:t>地图注记配置方式是什么</a:t>
                      </a:r>
                      <a:r>
                        <a:rPr lang="en-US" sz="1200" kern="0" dirty="0">
                          <a:effectLst/>
                        </a:rPr>
                        <a:t>?</a:t>
                      </a:r>
                      <a:endParaRPr lang="zh-CN" sz="1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55819" marR="55819" marT="0" marB="0" anchor="ctr">
                    <a:lnT w="12700" cap="flat" cmpd="sng" algn="ctr">
                      <a:solidFill>
                        <a:schemeClr val="tx1"/>
                      </a:solidFill>
                      <a:prstDash val="solid"/>
                      <a:round/>
                      <a:headEnd type="none" w="med" len="med"/>
                      <a:tailEnd type="none" w="med" len="med"/>
                    </a:lnT>
                  </a:tcPr>
                </a:tc>
                <a:tc>
                  <a:txBody>
                    <a:bodyPr/>
                    <a:lstStyle/>
                    <a:p>
                      <a:pPr algn="l">
                        <a:spcAft>
                          <a:spcPts val="0"/>
                        </a:spcAft>
                      </a:pPr>
                      <a:r>
                        <a:rPr lang="zh-CN" sz="1200" kern="0" dirty="0">
                          <a:effectLst/>
                        </a:rPr>
                        <a:t>地图注记配置的基本原则是明确标明被注对象，尽量排列在空白处，不压盖切断其他线划或注记，并能反映被注地物的空间分布特征</a:t>
                      </a:r>
                      <a:endParaRPr lang="zh-CN" sz="1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55819" marR="55819" marT="0" marB="0"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15834993"/>
                  </a:ext>
                </a:extLst>
              </a:tr>
              <a:tr h="1302289">
                <a:tc>
                  <a:txBody>
                    <a:bodyPr/>
                    <a:lstStyle/>
                    <a:p>
                      <a:pPr algn="ctr">
                        <a:spcAft>
                          <a:spcPts val="0"/>
                        </a:spcAft>
                      </a:pPr>
                      <a:r>
                        <a:rPr lang="zh-CN" sz="1200" kern="0">
                          <a:effectLst/>
                        </a:rPr>
                        <a:t>完整的地图符号系统由哪些构成？</a:t>
                      </a:r>
                      <a:endParaRPr lang="zh-CN" sz="1200" kern="100">
                        <a:effectLst/>
                        <a:latin typeface="等线" panose="02010600030101010101" pitchFamily="2" charset="-122"/>
                        <a:ea typeface="等线" panose="02010600030101010101" pitchFamily="2" charset="-122"/>
                        <a:cs typeface="Times New Roman" panose="02020603050405020304" pitchFamily="18" charset="0"/>
                      </a:endParaRPr>
                    </a:p>
                  </a:txBody>
                  <a:tcPr marL="55819" marR="55819" marT="0" marB="0" anchor="ctr"/>
                </a:tc>
                <a:tc>
                  <a:txBody>
                    <a:bodyPr/>
                    <a:lstStyle/>
                    <a:p>
                      <a:pPr algn="l">
                        <a:spcAft>
                          <a:spcPts val="0"/>
                        </a:spcAft>
                      </a:pPr>
                      <a:r>
                        <a:rPr lang="zh-CN" sz="1200" kern="0" dirty="0">
                          <a:effectLst/>
                        </a:rPr>
                        <a:t>完整的地图符号系统由图解语言（地图符号）、写出语言（色彩和地貌立体表示）、自然语言（名称注记）和数学语言（比例尺、地图投影、方向）四部分组成。</a:t>
                      </a:r>
                      <a:endParaRPr lang="zh-CN" sz="1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55819" marR="55819" marT="0" marB="0" anchor="ctr"/>
                </a:tc>
                <a:extLst>
                  <a:ext uri="{0D108BD9-81ED-4DB2-BD59-A6C34878D82A}">
                    <a16:rowId xmlns:a16="http://schemas.microsoft.com/office/drawing/2014/main" val="1902967514"/>
                  </a:ext>
                </a:extLst>
              </a:tr>
              <a:tr h="835196">
                <a:tc>
                  <a:txBody>
                    <a:bodyPr/>
                    <a:lstStyle/>
                    <a:p>
                      <a:pPr algn="ctr">
                        <a:spcAft>
                          <a:spcPts val="0"/>
                        </a:spcAft>
                      </a:pPr>
                      <a:r>
                        <a:rPr lang="zh-CN" sz="1200" kern="0" dirty="0">
                          <a:effectLst/>
                        </a:rPr>
                        <a:t>非几何投影的种类有哪些？</a:t>
                      </a:r>
                      <a:endParaRPr lang="zh-CN" sz="1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55819" marR="55819" marT="0" marB="0" anchor="ctr"/>
                </a:tc>
                <a:tc>
                  <a:txBody>
                    <a:bodyPr/>
                    <a:lstStyle/>
                    <a:p>
                      <a:pPr algn="l">
                        <a:spcAft>
                          <a:spcPts val="0"/>
                        </a:spcAft>
                      </a:pPr>
                      <a:r>
                        <a:rPr lang="zh-CN" sz="1200" kern="0" dirty="0">
                          <a:effectLst/>
                        </a:rPr>
                        <a:t>非几何投影的种类分为，伪方位投影，伪圆柱投影 伪圆锥投影和多圆锥投影 </a:t>
                      </a:r>
                      <a:endParaRPr lang="zh-CN" sz="1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55819" marR="55819" marT="0" marB="0" anchor="ctr"/>
                </a:tc>
                <a:extLst>
                  <a:ext uri="{0D108BD9-81ED-4DB2-BD59-A6C34878D82A}">
                    <a16:rowId xmlns:a16="http://schemas.microsoft.com/office/drawing/2014/main" val="3960046768"/>
                  </a:ext>
                </a:extLst>
              </a:tr>
            </a:tbl>
          </a:graphicData>
        </a:graphic>
      </p:graphicFrame>
      <p:pic>
        <p:nvPicPr>
          <p:cNvPr id="53" name="图片 52">
            <a:extLst>
              <a:ext uri="{FF2B5EF4-FFF2-40B4-BE49-F238E27FC236}">
                <a16:creationId xmlns:a16="http://schemas.microsoft.com/office/drawing/2014/main" id="{A5EDC1FC-A818-4801-AC08-7D517C6B3DAC}"/>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09574" y="1288601"/>
            <a:ext cx="4635968" cy="3371373"/>
          </a:xfrm>
          <a:prstGeom prst="rect">
            <a:avLst/>
          </a:prstGeom>
          <a:noFill/>
        </p:spPr>
      </p:pic>
      <p:grpSp>
        <p:nvGrpSpPr>
          <p:cNvPr id="8" name="组合 7">
            <a:extLst>
              <a:ext uri="{FF2B5EF4-FFF2-40B4-BE49-F238E27FC236}">
                <a16:creationId xmlns:a16="http://schemas.microsoft.com/office/drawing/2014/main" id="{45674425-4E88-419B-AE87-0E32A3EDC247}"/>
              </a:ext>
            </a:extLst>
          </p:cNvPr>
          <p:cNvGrpSpPr/>
          <p:nvPr/>
        </p:nvGrpSpPr>
        <p:grpSpPr>
          <a:xfrm>
            <a:off x="539552" y="699542"/>
            <a:ext cx="3388602" cy="400110"/>
            <a:chOff x="539552" y="987574"/>
            <a:chExt cx="3531344" cy="400110"/>
          </a:xfrm>
        </p:grpSpPr>
        <p:grpSp>
          <p:nvGrpSpPr>
            <p:cNvPr id="9" name="组合 8">
              <a:extLst>
                <a:ext uri="{FF2B5EF4-FFF2-40B4-BE49-F238E27FC236}">
                  <a16:creationId xmlns:a16="http://schemas.microsoft.com/office/drawing/2014/main" id="{7C125F2E-D1C3-4D96-918F-123BAC52AC60}"/>
                </a:ext>
              </a:extLst>
            </p:cNvPr>
            <p:cNvGrpSpPr/>
            <p:nvPr/>
          </p:nvGrpSpPr>
          <p:grpSpPr>
            <a:xfrm>
              <a:off x="539552" y="1162909"/>
              <a:ext cx="3531344" cy="52489"/>
              <a:chOff x="2739916" y="1443571"/>
              <a:chExt cx="4066578" cy="67754"/>
            </a:xfrm>
          </p:grpSpPr>
          <p:cxnSp>
            <p:nvCxnSpPr>
              <p:cNvPr id="11" name="直接连接符 10">
                <a:extLst>
                  <a:ext uri="{FF2B5EF4-FFF2-40B4-BE49-F238E27FC236}">
                    <a16:creationId xmlns:a16="http://schemas.microsoft.com/office/drawing/2014/main" id="{BE5A6219-B735-4BF1-B217-8ACB42AFE178}"/>
                  </a:ext>
                </a:extLst>
              </p:cNvPr>
              <p:cNvCxnSpPr>
                <a:cxnSpLocks/>
              </p:cNvCxnSpPr>
              <p:nvPr/>
            </p:nvCxnSpPr>
            <p:spPr>
              <a:xfrm>
                <a:off x="2739916" y="1511325"/>
                <a:ext cx="4066578" cy="0"/>
              </a:xfrm>
              <a:prstGeom prst="line">
                <a:avLst/>
              </a:prstGeom>
              <a:noFill/>
              <a:ln w="6350" cap="flat" cmpd="sng" algn="ctr">
                <a:solidFill>
                  <a:srgbClr val="016371"/>
                </a:solidFill>
                <a:prstDash val="solid"/>
                <a:miter lim="800000"/>
              </a:ln>
              <a:effectLst/>
            </p:spPr>
          </p:cxnSp>
          <p:cxnSp>
            <p:nvCxnSpPr>
              <p:cNvPr id="12" name="直接连接符 11">
                <a:extLst>
                  <a:ext uri="{FF2B5EF4-FFF2-40B4-BE49-F238E27FC236}">
                    <a16:creationId xmlns:a16="http://schemas.microsoft.com/office/drawing/2014/main" id="{B8458179-6412-4474-A893-4A6F2C2B32E5}"/>
                  </a:ext>
                </a:extLst>
              </p:cNvPr>
              <p:cNvCxnSpPr>
                <a:cxnSpLocks/>
              </p:cNvCxnSpPr>
              <p:nvPr/>
            </p:nvCxnSpPr>
            <p:spPr>
              <a:xfrm>
                <a:off x="2739916" y="1443571"/>
                <a:ext cx="4066578" cy="0"/>
              </a:xfrm>
              <a:prstGeom prst="line">
                <a:avLst/>
              </a:prstGeom>
              <a:noFill/>
              <a:ln w="6350" cap="flat" cmpd="sng" algn="ctr">
                <a:solidFill>
                  <a:srgbClr val="016371"/>
                </a:solidFill>
                <a:prstDash val="solid"/>
                <a:miter lim="800000"/>
              </a:ln>
              <a:effectLst/>
            </p:spPr>
          </p:cxnSp>
        </p:grpSp>
        <p:sp>
          <p:nvSpPr>
            <p:cNvPr id="10" name="文本框 9">
              <a:extLst>
                <a:ext uri="{FF2B5EF4-FFF2-40B4-BE49-F238E27FC236}">
                  <a16:creationId xmlns:a16="http://schemas.microsoft.com/office/drawing/2014/main" id="{1071EC75-0DF4-490E-9AFE-4C2705A42C8A}"/>
                </a:ext>
              </a:extLst>
            </p:cNvPr>
            <p:cNvSpPr txBox="1"/>
            <p:nvPr/>
          </p:nvSpPr>
          <p:spPr>
            <a:xfrm>
              <a:off x="1228811" y="987574"/>
              <a:ext cx="2152826" cy="400110"/>
            </a:xfrm>
            <a:prstGeom prst="rect">
              <a:avLst/>
            </a:prstGeom>
            <a:solidFill>
              <a:srgbClr val="016371"/>
            </a:solidFill>
            <a:ln>
              <a:noFill/>
            </a:ln>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zh-CN" altLang="en-US" sz="2000" kern="0" dirty="0">
                  <a:solidFill>
                    <a:prstClr val="white"/>
                  </a:solidFill>
                  <a:latin typeface="等线"/>
                  <a:ea typeface="等线"/>
                </a:rPr>
                <a:t>微调语料</a:t>
              </a:r>
              <a:endParaRPr lang="en-US" altLang="zh-CN" sz="2000" kern="0" dirty="0">
                <a:solidFill>
                  <a:prstClr val="white"/>
                </a:solidFill>
                <a:latin typeface="等线"/>
                <a:ea typeface="等线"/>
              </a:endParaRPr>
            </a:p>
          </p:txBody>
        </p:sp>
      </p:grpSp>
      <p:grpSp>
        <p:nvGrpSpPr>
          <p:cNvPr id="13" name="组合 12">
            <a:extLst>
              <a:ext uri="{FF2B5EF4-FFF2-40B4-BE49-F238E27FC236}">
                <a16:creationId xmlns:a16="http://schemas.microsoft.com/office/drawing/2014/main" id="{528E3712-69FE-4A74-B3B5-1F0DD514DAF3}"/>
              </a:ext>
            </a:extLst>
          </p:cNvPr>
          <p:cNvGrpSpPr/>
          <p:nvPr/>
        </p:nvGrpSpPr>
        <p:grpSpPr>
          <a:xfrm>
            <a:off x="4855686" y="707452"/>
            <a:ext cx="3743746" cy="400110"/>
            <a:chOff x="4784402" y="935281"/>
            <a:chExt cx="3531344" cy="400110"/>
          </a:xfrm>
        </p:grpSpPr>
        <p:grpSp>
          <p:nvGrpSpPr>
            <p:cNvPr id="14" name="组合 13">
              <a:extLst>
                <a:ext uri="{FF2B5EF4-FFF2-40B4-BE49-F238E27FC236}">
                  <a16:creationId xmlns:a16="http://schemas.microsoft.com/office/drawing/2014/main" id="{661D6F8C-21D6-4432-8086-EA36AAB6CA88}"/>
                </a:ext>
              </a:extLst>
            </p:cNvPr>
            <p:cNvGrpSpPr/>
            <p:nvPr/>
          </p:nvGrpSpPr>
          <p:grpSpPr>
            <a:xfrm>
              <a:off x="4784402" y="1110616"/>
              <a:ext cx="3531344" cy="52489"/>
              <a:chOff x="2739916" y="1443571"/>
              <a:chExt cx="4066578" cy="67754"/>
            </a:xfrm>
          </p:grpSpPr>
          <p:cxnSp>
            <p:nvCxnSpPr>
              <p:cNvPr id="16" name="直接连接符 15">
                <a:extLst>
                  <a:ext uri="{FF2B5EF4-FFF2-40B4-BE49-F238E27FC236}">
                    <a16:creationId xmlns:a16="http://schemas.microsoft.com/office/drawing/2014/main" id="{E8319930-2DA2-417A-95F7-4E8D17DDA7C1}"/>
                  </a:ext>
                </a:extLst>
              </p:cNvPr>
              <p:cNvCxnSpPr>
                <a:cxnSpLocks/>
              </p:cNvCxnSpPr>
              <p:nvPr/>
            </p:nvCxnSpPr>
            <p:spPr>
              <a:xfrm>
                <a:off x="2739916" y="1511325"/>
                <a:ext cx="4066578" cy="0"/>
              </a:xfrm>
              <a:prstGeom prst="line">
                <a:avLst/>
              </a:prstGeom>
              <a:noFill/>
              <a:ln w="6350" cap="flat" cmpd="sng" algn="ctr">
                <a:solidFill>
                  <a:srgbClr val="016371"/>
                </a:solidFill>
                <a:prstDash val="solid"/>
                <a:miter lim="800000"/>
              </a:ln>
              <a:effectLst/>
            </p:spPr>
          </p:cxnSp>
          <p:cxnSp>
            <p:nvCxnSpPr>
              <p:cNvPr id="17" name="直接连接符 16">
                <a:extLst>
                  <a:ext uri="{FF2B5EF4-FFF2-40B4-BE49-F238E27FC236}">
                    <a16:creationId xmlns:a16="http://schemas.microsoft.com/office/drawing/2014/main" id="{51E4A1B2-1957-4A57-86FA-2D56443FBF5A}"/>
                  </a:ext>
                </a:extLst>
              </p:cNvPr>
              <p:cNvCxnSpPr>
                <a:cxnSpLocks/>
              </p:cNvCxnSpPr>
              <p:nvPr/>
            </p:nvCxnSpPr>
            <p:spPr>
              <a:xfrm>
                <a:off x="2739916" y="1443571"/>
                <a:ext cx="4066578" cy="0"/>
              </a:xfrm>
              <a:prstGeom prst="line">
                <a:avLst/>
              </a:prstGeom>
              <a:noFill/>
              <a:ln w="6350" cap="flat" cmpd="sng" algn="ctr">
                <a:solidFill>
                  <a:srgbClr val="016371"/>
                </a:solidFill>
                <a:prstDash val="solid"/>
                <a:miter lim="800000"/>
              </a:ln>
              <a:effectLst/>
            </p:spPr>
          </p:cxnSp>
        </p:grpSp>
        <p:sp>
          <p:nvSpPr>
            <p:cNvPr id="15" name="文本框 14">
              <a:extLst>
                <a:ext uri="{FF2B5EF4-FFF2-40B4-BE49-F238E27FC236}">
                  <a16:creationId xmlns:a16="http://schemas.microsoft.com/office/drawing/2014/main" id="{EC2C00AF-36BC-4B56-B51C-C30105D6A74B}"/>
                </a:ext>
              </a:extLst>
            </p:cNvPr>
            <p:cNvSpPr txBox="1"/>
            <p:nvPr/>
          </p:nvSpPr>
          <p:spPr>
            <a:xfrm>
              <a:off x="5473661" y="935281"/>
              <a:ext cx="2152826" cy="400110"/>
            </a:xfrm>
            <a:prstGeom prst="rect">
              <a:avLst/>
            </a:prstGeom>
            <a:solidFill>
              <a:srgbClr val="016371"/>
            </a:solidFill>
            <a:ln>
              <a:noFill/>
            </a:ln>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2000" b="0" i="0" u="none" strike="noStrike" kern="0" cap="none" spc="0" normalizeH="0" baseline="0" noProof="0" dirty="0">
                  <a:ln>
                    <a:noFill/>
                  </a:ln>
                  <a:solidFill>
                    <a:prstClr val="white"/>
                  </a:solidFill>
                  <a:effectLst/>
                  <a:uLnTx/>
                  <a:uFillTx/>
                  <a:latin typeface="等线"/>
                  <a:ea typeface="等线"/>
                </a:rPr>
                <a:t>微调结果对比</a:t>
              </a:r>
            </a:p>
          </p:txBody>
        </p:sp>
      </p:grpSp>
      <p:grpSp>
        <p:nvGrpSpPr>
          <p:cNvPr id="22" name="组合 21">
            <a:extLst>
              <a:ext uri="{FF2B5EF4-FFF2-40B4-BE49-F238E27FC236}">
                <a16:creationId xmlns:a16="http://schemas.microsoft.com/office/drawing/2014/main" id="{0CAB76C4-43BD-48BC-8AA2-A0378AE7BA11}"/>
              </a:ext>
            </a:extLst>
          </p:cNvPr>
          <p:cNvGrpSpPr/>
          <p:nvPr/>
        </p:nvGrpSpPr>
        <p:grpSpPr>
          <a:xfrm>
            <a:off x="-3" y="85172"/>
            <a:ext cx="5220074" cy="447238"/>
            <a:chOff x="-10956" y="85171"/>
            <a:chExt cx="2900474" cy="447238"/>
          </a:xfrm>
        </p:grpSpPr>
        <p:sp>
          <p:nvSpPr>
            <p:cNvPr id="23" name="矩形 1">
              <a:extLst>
                <a:ext uri="{FF2B5EF4-FFF2-40B4-BE49-F238E27FC236}">
                  <a16:creationId xmlns:a16="http://schemas.microsoft.com/office/drawing/2014/main" id="{2514D170-804B-4106-962C-78C634597BBA}"/>
                </a:ext>
              </a:extLst>
            </p:cNvPr>
            <p:cNvSpPr/>
            <p:nvPr/>
          </p:nvSpPr>
          <p:spPr>
            <a:xfrm>
              <a:off x="-10956" y="123478"/>
              <a:ext cx="2900474" cy="408931"/>
            </a:xfrm>
            <a:custGeom>
              <a:avLst/>
              <a:gdLst>
                <a:gd name="connsiteX0" fmla="*/ 0 w 4211960"/>
                <a:gd name="connsiteY0" fmla="*/ 0 h 2088232"/>
                <a:gd name="connsiteX1" fmla="*/ 4211960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101133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281963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319192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712023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11960" h="2088232">
                  <a:moveTo>
                    <a:pt x="0" y="0"/>
                  </a:moveTo>
                  <a:lnTo>
                    <a:pt x="3712023" y="0"/>
                  </a:lnTo>
                  <a:lnTo>
                    <a:pt x="4211960" y="2088232"/>
                  </a:lnTo>
                  <a:lnTo>
                    <a:pt x="0" y="2088232"/>
                  </a:lnTo>
                  <a:lnTo>
                    <a:pt x="0" y="0"/>
                  </a:lnTo>
                  <a:close/>
                </a:path>
              </a:pathLst>
            </a:custGeom>
            <a:solidFill>
              <a:srgbClr val="0163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8">
                <a:lnSpc>
                  <a:spcPct val="120000"/>
                </a:lnSpc>
              </a:pPr>
              <a:endParaRPr lang="zh-CN" altLang="en-US" sz="2400">
                <a:solidFill>
                  <a:srgbClr val="FFFFFF"/>
                </a:solidFill>
                <a:latin typeface="微软雅黑"/>
                <a:ea typeface="微软雅黑"/>
                <a:cs typeface="+mn-ea"/>
                <a:sym typeface="+mn-lt"/>
              </a:endParaRPr>
            </a:p>
          </p:txBody>
        </p:sp>
        <p:sp>
          <p:nvSpPr>
            <p:cNvPr id="24" name="文本框 23">
              <a:extLst>
                <a:ext uri="{FF2B5EF4-FFF2-40B4-BE49-F238E27FC236}">
                  <a16:creationId xmlns:a16="http://schemas.microsoft.com/office/drawing/2014/main" id="{4C9E275E-1515-497C-9789-B6106F359DE0}"/>
                </a:ext>
              </a:extLst>
            </p:cNvPr>
            <p:cNvSpPr txBox="1"/>
            <p:nvPr/>
          </p:nvSpPr>
          <p:spPr>
            <a:xfrm>
              <a:off x="-10955" y="85171"/>
              <a:ext cx="2740432" cy="447238"/>
            </a:xfrm>
            <a:prstGeom prst="rect">
              <a:avLst/>
            </a:prstGeom>
            <a:noFill/>
          </p:spPr>
          <p:txBody>
            <a:bodyPr wrap="square" rtlCol="0">
              <a:spAutoFit/>
            </a:bodyPr>
            <a:lstStyle/>
            <a:p>
              <a:pPr defTabSz="914378">
                <a:lnSpc>
                  <a:spcPct val="120000"/>
                </a:lnSpc>
              </a:pPr>
              <a:r>
                <a:rPr lang="en-US" altLang="zh-CN" sz="2100" dirty="0">
                  <a:solidFill>
                    <a:srgbClr val="FFFFFF"/>
                  </a:solidFill>
                  <a:latin typeface="微软雅黑"/>
                  <a:ea typeface="微软雅黑"/>
                  <a:cs typeface="+mn-ea"/>
                  <a:sym typeface="+mn-lt"/>
                </a:rPr>
                <a:t>2.1  LLM</a:t>
              </a:r>
              <a:r>
                <a:rPr lang="zh-CN" altLang="en-US" sz="2100" dirty="0">
                  <a:solidFill>
                    <a:srgbClr val="FFFFFF"/>
                  </a:solidFill>
                  <a:latin typeface="微软雅黑"/>
                  <a:ea typeface="微软雅黑"/>
                  <a:cs typeface="+mn-ea"/>
                  <a:sym typeface="+mn-lt"/>
                </a:rPr>
                <a:t>增强方法在制图领域的适应性</a:t>
              </a:r>
            </a:p>
          </p:txBody>
        </p:sp>
      </p:grpSp>
    </p:spTree>
    <p:extLst>
      <p:ext uri="{BB962C8B-B14F-4D97-AF65-F5344CB8AC3E}">
        <p14:creationId xmlns:p14="http://schemas.microsoft.com/office/powerpoint/2010/main" val="81817227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ïšḷíḍé">
            <a:extLst>
              <a:ext uri="{FF2B5EF4-FFF2-40B4-BE49-F238E27FC236}">
                <a16:creationId xmlns:a16="http://schemas.microsoft.com/office/drawing/2014/main" id="{DB002745-18A9-4CF9-A49B-2A584258DA17}"/>
              </a:ext>
            </a:extLst>
          </p:cNvPr>
          <p:cNvSpPr/>
          <p:nvPr/>
        </p:nvSpPr>
        <p:spPr>
          <a:xfrm>
            <a:off x="4990025" y="1519817"/>
            <a:ext cx="488568" cy="3244680"/>
          </a:xfrm>
          <a:prstGeom prst="rect">
            <a:avLst/>
          </a:prstGeom>
          <a:noFill/>
          <a:ln w="6350">
            <a:solidFill>
              <a:srgbClr val="01637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defPPr>
              <a:defRPr lang="en-US"/>
            </a:defPPr>
            <a:lvl1pPr marL="0" algn="l" defTabSz="609585" rtl="0" eaLnBrk="1" latinLnBrk="0" hangingPunct="1">
              <a:defRPr sz="2400" kern="1200">
                <a:solidFill>
                  <a:schemeClr val="lt1"/>
                </a:solidFill>
              </a:defRPr>
            </a:lvl1pPr>
            <a:lvl2pPr marL="609585" algn="l" defTabSz="609585" rtl="0" eaLnBrk="1" latinLnBrk="0" hangingPunct="1">
              <a:defRPr sz="2400" kern="1200">
                <a:solidFill>
                  <a:schemeClr val="lt1"/>
                </a:solidFill>
              </a:defRPr>
            </a:lvl2pPr>
            <a:lvl3pPr marL="1219170" algn="l" defTabSz="609585" rtl="0" eaLnBrk="1" latinLnBrk="0" hangingPunct="1">
              <a:defRPr sz="2400" kern="1200">
                <a:solidFill>
                  <a:schemeClr val="lt1"/>
                </a:solidFill>
              </a:defRPr>
            </a:lvl3pPr>
            <a:lvl4pPr marL="1828754" algn="l" defTabSz="609585" rtl="0" eaLnBrk="1" latinLnBrk="0" hangingPunct="1">
              <a:defRPr sz="2400" kern="1200">
                <a:solidFill>
                  <a:schemeClr val="lt1"/>
                </a:solidFill>
              </a:defRPr>
            </a:lvl4pPr>
            <a:lvl5pPr marL="2438339" algn="l" defTabSz="609585" rtl="0" eaLnBrk="1" latinLnBrk="0" hangingPunct="1">
              <a:defRPr sz="2400" kern="1200">
                <a:solidFill>
                  <a:schemeClr val="lt1"/>
                </a:solidFill>
              </a:defRPr>
            </a:lvl5pPr>
            <a:lvl6pPr marL="3047924" algn="l" defTabSz="609585" rtl="0" eaLnBrk="1" latinLnBrk="0" hangingPunct="1">
              <a:defRPr sz="2400" kern="1200">
                <a:solidFill>
                  <a:schemeClr val="lt1"/>
                </a:solidFill>
              </a:defRPr>
            </a:lvl6pPr>
            <a:lvl7pPr marL="3657509" algn="l" defTabSz="609585" rtl="0" eaLnBrk="1" latinLnBrk="0" hangingPunct="1">
              <a:defRPr sz="2400" kern="1200">
                <a:solidFill>
                  <a:schemeClr val="lt1"/>
                </a:solidFill>
              </a:defRPr>
            </a:lvl7pPr>
            <a:lvl8pPr marL="4267093" algn="l" defTabSz="609585" rtl="0" eaLnBrk="1" latinLnBrk="0" hangingPunct="1">
              <a:defRPr sz="2400" kern="1200">
                <a:solidFill>
                  <a:schemeClr val="lt1"/>
                </a:solidFill>
              </a:defRPr>
            </a:lvl8pPr>
            <a:lvl9pPr marL="4876678" algn="l" defTabSz="609585" rtl="0" eaLnBrk="1" latinLnBrk="0" hangingPunct="1">
              <a:defRPr sz="2400" kern="1200">
                <a:solidFill>
                  <a:schemeClr val="lt1"/>
                </a:solidFill>
              </a:defRPr>
            </a:lvl9pPr>
          </a:lstStyle>
          <a:p>
            <a:pPr algn="ctr" defTabSz="457189">
              <a:lnSpc>
                <a:spcPct val="120000"/>
              </a:lnSpc>
            </a:pPr>
            <a:r>
              <a:rPr lang="zh-CN" altLang="en-US" sz="1600" dirty="0">
                <a:solidFill>
                  <a:srgbClr val="2B2B2B">
                    <a:lumMod val="90000"/>
                    <a:lumOff val="10000"/>
                  </a:srgbClr>
                </a:solidFill>
                <a:latin typeface="微软雅黑"/>
                <a:ea typeface="微软雅黑"/>
                <a:cs typeface="+mn-ea"/>
                <a:sym typeface="+mn-lt"/>
              </a:rPr>
              <a:t>地图知识图谱本体</a:t>
            </a:r>
          </a:p>
        </p:txBody>
      </p:sp>
      <p:cxnSp>
        <p:nvCxnSpPr>
          <p:cNvPr id="37" name="íṥļïḑé">
            <a:extLst>
              <a:ext uri="{FF2B5EF4-FFF2-40B4-BE49-F238E27FC236}">
                <a16:creationId xmlns:a16="http://schemas.microsoft.com/office/drawing/2014/main" id="{5BC9BED0-8387-4954-B143-085751198510}"/>
              </a:ext>
            </a:extLst>
          </p:cNvPr>
          <p:cNvCxnSpPr>
            <a:cxnSpLocks/>
            <a:stCxn id="71" idx="1"/>
            <a:endCxn id="73" idx="3"/>
          </p:cNvCxnSpPr>
          <p:nvPr/>
        </p:nvCxnSpPr>
        <p:spPr>
          <a:xfrm rot="10800000" flipV="1">
            <a:off x="5478594" y="1747415"/>
            <a:ext cx="677583" cy="1394742"/>
          </a:xfrm>
          <a:prstGeom prst="bentConnector3">
            <a:avLst>
              <a:gd name="adj1" fmla="val 50000"/>
            </a:avLst>
          </a:prstGeom>
          <a:ln w="9525" cap="rnd">
            <a:solidFill>
              <a:schemeClr val="tx1"/>
            </a:solidFill>
            <a:prstDash val="dash"/>
            <a:round/>
          </a:ln>
        </p:spPr>
        <p:style>
          <a:lnRef idx="1">
            <a:schemeClr val="accent1"/>
          </a:lnRef>
          <a:fillRef idx="0">
            <a:schemeClr val="accent1"/>
          </a:fillRef>
          <a:effectRef idx="0">
            <a:schemeClr val="accent1"/>
          </a:effectRef>
          <a:fontRef idx="minor">
            <a:schemeClr val="tx1"/>
          </a:fontRef>
        </p:style>
      </p:cxnSp>
      <p:sp>
        <p:nvSpPr>
          <p:cNvPr id="71" name="îṧlïḑê">
            <a:extLst>
              <a:ext uri="{FF2B5EF4-FFF2-40B4-BE49-F238E27FC236}">
                <a16:creationId xmlns:a16="http://schemas.microsoft.com/office/drawing/2014/main" id="{ECD9BAEA-CED8-41B6-9584-C6CA2C913ADF}"/>
              </a:ext>
            </a:extLst>
          </p:cNvPr>
          <p:cNvSpPr/>
          <p:nvPr/>
        </p:nvSpPr>
        <p:spPr>
          <a:xfrm>
            <a:off x="6156176" y="1531391"/>
            <a:ext cx="1930193" cy="432048"/>
          </a:xfrm>
          <a:prstGeom prst="rect">
            <a:avLst/>
          </a:prstGeom>
          <a:noFill/>
          <a:ln w="6350">
            <a:solidFill>
              <a:srgbClr val="01637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defPPr>
              <a:defRPr lang="en-US"/>
            </a:defPPr>
            <a:lvl1pPr marL="0" algn="l" defTabSz="609585" rtl="0" eaLnBrk="1" latinLnBrk="0" hangingPunct="1">
              <a:defRPr sz="2400" kern="1200">
                <a:solidFill>
                  <a:schemeClr val="lt1"/>
                </a:solidFill>
              </a:defRPr>
            </a:lvl1pPr>
            <a:lvl2pPr marL="609585" algn="l" defTabSz="609585" rtl="0" eaLnBrk="1" latinLnBrk="0" hangingPunct="1">
              <a:defRPr sz="2400" kern="1200">
                <a:solidFill>
                  <a:schemeClr val="lt1"/>
                </a:solidFill>
              </a:defRPr>
            </a:lvl2pPr>
            <a:lvl3pPr marL="1219170" algn="l" defTabSz="609585" rtl="0" eaLnBrk="1" latinLnBrk="0" hangingPunct="1">
              <a:defRPr sz="2400" kern="1200">
                <a:solidFill>
                  <a:schemeClr val="lt1"/>
                </a:solidFill>
              </a:defRPr>
            </a:lvl3pPr>
            <a:lvl4pPr marL="1828754" algn="l" defTabSz="609585" rtl="0" eaLnBrk="1" latinLnBrk="0" hangingPunct="1">
              <a:defRPr sz="2400" kern="1200">
                <a:solidFill>
                  <a:schemeClr val="lt1"/>
                </a:solidFill>
              </a:defRPr>
            </a:lvl4pPr>
            <a:lvl5pPr marL="2438339" algn="l" defTabSz="609585" rtl="0" eaLnBrk="1" latinLnBrk="0" hangingPunct="1">
              <a:defRPr sz="2400" kern="1200">
                <a:solidFill>
                  <a:schemeClr val="lt1"/>
                </a:solidFill>
              </a:defRPr>
            </a:lvl5pPr>
            <a:lvl6pPr marL="3047924" algn="l" defTabSz="609585" rtl="0" eaLnBrk="1" latinLnBrk="0" hangingPunct="1">
              <a:defRPr sz="2400" kern="1200">
                <a:solidFill>
                  <a:schemeClr val="lt1"/>
                </a:solidFill>
              </a:defRPr>
            </a:lvl6pPr>
            <a:lvl7pPr marL="3657509" algn="l" defTabSz="609585" rtl="0" eaLnBrk="1" latinLnBrk="0" hangingPunct="1">
              <a:defRPr sz="2400" kern="1200">
                <a:solidFill>
                  <a:schemeClr val="lt1"/>
                </a:solidFill>
              </a:defRPr>
            </a:lvl7pPr>
            <a:lvl8pPr marL="4267093" algn="l" defTabSz="609585" rtl="0" eaLnBrk="1" latinLnBrk="0" hangingPunct="1">
              <a:defRPr sz="2400" kern="1200">
                <a:solidFill>
                  <a:schemeClr val="lt1"/>
                </a:solidFill>
              </a:defRPr>
            </a:lvl8pPr>
            <a:lvl9pPr marL="4876678" algn="l" defTabSz="609585" rtl="0" eaLnBrk="1" latinLnBrk="0" hangingPunct="1">
              <a:defRPr sz="2400" kern="1200">
                <a:solidFill>
                  <a:schemeClr val="lt1"/>
                </a:solidFill>
              </a:defRPr>
            </a:lvl9pPr>
          </a:lstStyle>
          <a:p>
            <a:pPr algn="ctr" defTabSz="457189">
              <a:lnSpc>
                <a:spcPct val="120000"/>
              </a:lnSpc>
            </a:pPr>
            <a:r>
              <a:rPr lang="zh-CN" altLang="en-US" sz="1600" dirty="0">
                <a:solidFill>
                  <a:srgbClr val="2B2B2B">
                    <a:lumMod val="90000"/>
                    <a:lumOff val="10000"/>
                  </a:srgbClr>
                </a:solidFill>
                <a:latin typeface="微软雅黑"/>
                <a:ea typeface="微软雅黑"/>
                <a:cs typeface="+mn-ea"/>
                <a:sym typeface="+mn-lt"/>
              </a:rPr>
              <a:t>地图元素</a:t>
            </a:r>
          </a:p>
        </p:txBody>
      </p:sp>
      <p:sp>
        <p:nvSpPr>
          <p:cNvPr id="69" name="iṣliďê">
            <a:extLst>
              <a:ext uri="{FF2B5EF4-FFF2-40B4-BE49-F238E27FC236}">
                <a16:creationId xmlns:a16="http://schemas.microsoft.com/office/drawing/2014/main" id="{BAE8E91D-3BE3-4EA3-B7F8-289D73520490}"/>
              </a:ext>
            </a:extLst>
          </p:cNvPr>
          <p:cNvSpPr/>
          <p:nvPr/>
        </p:nvSpPr>
        <p:spPr>
          <a:xfrm>
            <a:off x="6156176" y="2210885"/>
            <a:ext cx="1930193" cy="432048"/>
          </a:xfrm>
          <a:prstGeom prst="rect">
            <a:avLst/>
          </a:prstGeom>
          <a:noFill/>
          <a:ln w="6350">
            <a:solidFill>
              <a:srgbClr val="01637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defPPr>
              <a:defRPr lang="en-US"/>
            </a:defPPr>
            <a:lvl1pPr marL="0" algn="l" defTabSz="609585" rtl="0" eaLnBrk="1" latinLnBrk="0" hangingPunct="1">
              <a:defRPr sz="2400" kern="1200">
                <a:solidFill>
                  <a:schemeClr val="lt1"/>
                </a:solidFill>
              </a:defRPr>
            </a:lvl1pPr>
            <a:lvl2pPr marL="609585" algn="l" defTabSz="609585" rtl="0" eaLnBrk="1" latinLnBrk="0" hangingPunct="1">
              <a:defRPr sz="2400" kern="1200">
                <a:solidFill>
                  <a:schemeClr val="lt1"/>
                </a:solidFill>
              </a:defRPr>
            </a:lvl2pPr>
            <a:lvl3pPr marL="1219170" algn="l" defTabSz="609585" rtl="0" eaLnBrk="1" latinLnBrk="0" hangingPunct="1">
              <a:defRPr sz="2400" kern="1200">
                <a:solidFill>
                  <a:schemeClr val="lt1"/>
                </a:solidFill>
              </a:defRPr>
            </a:lvl3pPr>
            <a:lvl4pPr marL="1828754" algn="l" defTabSz="609585" rtl="0" eaLnBrk="1" latinLnBrk="0" hangingPunct="1">
              <a:defRPr sz="2400" kern="1200">
                <a:solidFill>
                  <a:schemeClr val="lt1"/>
                </a:solidFill>
              </a:defRPr>
            </a:lvl4pPr>
            <a:lvl5pPr marL="2438339" algn="l" defTabSz="609585" rtl="0" eaLnBrk="1" latinLnBrk="0" hangingPunct="1">
              <a:defRPr sz="2400" kern="1200">
                <a:solidFill>
                  <a:schemeClr val="lt1"/>
                </a:solidFill>
              </a:defRPr>
            </a:lvl5pPr>
            <a:lvl6pPr marL="3047924" algn="l" defTabSz="609585" rtl="0" eaLnBrk="1" latinLnBrk="0" hangingPunct="1">
              <a:defRPr sz="2400" kern="1200">
                <a:solidFill>
                  <a:schemeClr val="lt1"/>
                </a:solidFill>
              </a:defRPr>
            </a:lvl6pPr>
            <a:lvl7pPr marL="3657509" algn="l" defTabSz="609585" rtl="0" eaLnBrk="1" latinLnBrk="0" hangingPunct="1">
              <a:defRPr sz="2400" kern="1200">
                <a:solidFill>
                  <a:schemeClr val="lt1"/>
                </a:solidFill>
              </a:defRPr>
            </a:lvl7pPr>
            <a:lvl8pPr marL="4267093" algn="l" defTabSz="609585" rtl="0" eaLnBrk="1" latinLnBrk="0" hangingPunct="1">
              <a:defRPr sz="2400" kern="1200">
                <a:solidFill>
                  <a:schemeClr val="lt1"/>
                </a:solidFill>
              </a:defRPr>
            </a:lvl8pPr>
            <a:lvl9pPr marL="4876678" algn="l" defTabSz="609585" rtl="0" eaLnBrk="1" latinLnBrk="0" hangingPunct="1">
              <a:defRPr sz="2400" kern="1200">
                <a:solidFill>
                  <a:schemeClr val="lt1"/>
                </a:solidFill>
              </a:defRPr>
            </a:lvl9pPr>
          </a:lstStyle>
          <a:p>
            <a:pPr algn="ctr" defTabSz="457189">
              <a:lnSpc>
                <a:spcPct val="120000"/>
              </a:lnSpc>
            </a:pPr>
            <a:r>
              <a:rPr lang="zh-CN" altLang="en-US" sz="1600" dirty="0">
                <a:solidFill>
                  <a:srgbClr val="2B2B2B">
                    <a:lumMod val="90000"/>
                    <a:lumOff val="10000"/>
                  </a:srgbClr>
                </a:solidFill>
                <a:latin typeface="微软雅黑"/>
                <a:ea typeface="微软雅黑"/>
                <a:cs typeface="+mn-ea"/>
                <a:sym typeface="+mn-lt"/>
              </a:rPr>
              <a:t>地图符号</a:t>
            </a:r>
          </a:p>
        </p:txBody>
      </p:sp>
      <p:sp>
        <p:nvSpPr>
          <p:cNvPr id="67" name="îsḻïdé">
            <a:extLst>
              <a:ext uri="{FF2B5EF4-FFF2-40B4-BE49-F238E27FC236}">
                <a16:creationId xmlns:a16="http://schemas.microsoft.com/office/drawing/2014/main" id="{B6F81760-27FF-4447-A298-DF3B9ECBB718}"/>
              </a:ext>
            </a:extLst>
          </p:cNvPr>
          <p:cNvSpPr/>
          <p:nvPr/>
        </p:nvSpPr>
        <p:spPr>
          <a:xfrm>
            <a:off x="6156176" y="3569873"/>
            <a:ext cx="1930193" cy="432048"/>
          </a:xfrm>
          <a:prstGeom prst="rect">
            <a:avLst/>
          </a:prstGeom>
          <a:noFill/>
          <a:ln w="6350">
            <a:solidFill>
              <a:srgbClr val="01637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defPPr>
              <a:defRPr lang="en-US"/>
            </a:defPPr>
            <a:lvl1pPr marL="0" algn="l" defTabSz="609585" rtl="0" eaLnBrk="1" latinLnBrk="0" hangingPunct="1">
              <a:defRPr sz="2400" kern="1200">
                <a:solidFill>
                  <a:schemeClr val="lt1"/>
                </a:solidFill>
              </a:defRPr>
            </a:lvl1pPr>
            <a:lvl2pPr marL="609585" algn="l" defTabSz="609585" rtl="0" eaLnBrk="1" latinLnBrk="0" hangingPunct="1">
              <a:defRPr sz="2400" kern="1200">
                <a:solidFill>
                  <a:schemeClr val="lt1"/>
                </a:solidFill>
              </a:defRPr>
            </a:lvl2pPr>
            <a:lvl3pPr marL="1219170" algn="l" defTabSz="609585" rtl="0" eaLnBrk="1" latinLnBrk="0" hangingPunct="1">
              <a:defRPr sz="2400" kern="1200">
                <a:solidFill>
                  <a:schemeClr val="lt1"/>
                </a:solidFill>
              </a:defRPr>
            </a:lvl3pPr>
            <a:lvl4pPr marL="1828754" algn="l" defTabSz="609585" rtl="0" eaLnBrk="1" latinLnBrk="0" hangingPunct="1">
              <a:defRPr sz="2400" kern="1200">
                <a:solidFill>
                  <a:schemeClr val="lt1"/>
                </a:solidFill>
              </a:defRPr>
            </a:lvl4pPr>
            <a:lvl5pPr marL="2438339" algn="l" defTabSz="609585" rtl="0" eaLnBrk="1" latinLnBrk="0" hangingPunct="1">
              <a:defRPr sz="2400" kern="1200">
                <a:solidFill>
                  <a:schemeClr val="lt1"/>
                </a:solidFill>
              </a:defRPr>
            </a:lvl5pPr>
            <a:lvl6pPr marL="3047924" algn="l" defTabSz="609585" rtl="0" eaLnBrk="1" latinLnBrk="0" hangingPunct="1">
              <a:defRPr sz="2400" kern="1200">
                <a:solidFill>
                  <a:schemeClr val="lt1"/>
                </a:solidFill>
              </a:defRPr>
            </a:lvl6pPr>
            <a:lvl7pPr marL="3657509" algn="l" defTabSz="609585" rtl="0" eaLnBrk="1" latinLnBrk="0" hangingPunct="1">
              <a:defRPr sz="2400" kern="1200">
                <a:solidFill>
                  <a:schemeClr val="lt1"/>
                </a:solidFill>
              </a:defRPr>
            </a:lvl7pPr>
            <a:lvl8pPr marL="4267093" algn="l" defTabSz="609585" rtl="0" eaLnBrk="1" latinLnBrk="0" hangingPunct="1">
              <a:defRPr sz="2400" kern="1200">
                <a:solidFill>
                  <a:schemeClr val="lt1"/>
                </a:solidFill>
              </a:defRPr>
            </a:lvl8pPr>
            <a:lvl9pPr marL="4876678" algn="l" defTabSz="609585" rtl="0" eaLnBrk="1" latinLnBrk="0" hangingPunct="1">
              <a:defRPr sz="2400" kern="1200">
                <a:solidFill>
                  <a:schemeClr val="lt1"/>
                </a:solidFill>
              </a:defRPr>
            </a:lvl9pPr>
          </a:lstStyle>
          <a:p>
            <a:pPr algn="ctr" defTabSz="457189">
              <a:lnSpc>
                <a:spcPct val="120000"/>
              </a:lnSpc>
            </a:pPr>
            <a:r>
              <a:rPr lang="zh-CN" altLang="en-US" sz="1600" dirty="0">
                <a:solidFill>
                  <a:srgbClr val="2B2B2B">
                    <a:lumMod val="90000"/>
                    <a:lumOff val="10000"/>
                  </a:srgbClr>
                </a:solidFill>
                <a:latin typeface="微软雅黑"/>
                <a:ea typeface="微软雅黑"/>
                <a:cs typeface="+mn-ea"/>
                <a:sym typeface="+mn-lt"/>
              </a:rPr>
              <a:t>地图投影</a:t>
            </a:r>
          </a:p>
        </p:txBody>
      </p:sp>
      <p:cxnSp>
        <p:nvCxnSpPr>
          <p:cNvPr id="165" name="íṥļïḑé">
            <a:extLst>
              <a:ext uri="{FF2B5EF4-FFF2-40B4-BE49-F238E27FC236}">
                <a16:creationId xmlns:a16="http://schemas.microsoft.com/office/drawing/2014/main" id="{6B0F58A8-FA41-464D-8711-C73DB34875DF}"/>
              </a:ext>
            </a:extLst>
          </p:cNvPr>
          <p:cNvCxnSpPr>
            <a:cxnSpLocks/>
            <a:stCxn id="69" idx="1"/>
            <a:endCxn id="73" idx="3"/>
          </p:cNvCxnSpPr>
          <p:nvPr/>
        </p:nvCxnSpPr>
        <p:spPr>
          <a:xfrm rot="10800000" flipV="1">
            <a:off x="5478594" y="2426909"/>
            <a:ext cx="677583" cy="715248"/>
          </a:xfrm>
          <a:prstGeom prst="bentConnector3">
            <a:avLst>
              <a:gd name="adj1" fmla="val 50000"/>
            </a:avLst>
          </a:prstGeom>
          <a:ln w="9525" cap="rnd">
            <a:solidFill>
              <a:schemeClr val="tx1"/>
            </a:solidFill>
            <a:prstDash val="dash"/>
            <a:round/>
          </a:ln>
        </p:spPr>
        <p:style>
          <a:lnRef idx="1">
            <a:schemeClr val="accent1"/>
          </a:lnRef>
          <a:fillRef idx="0">
            <a:schemeClr val="accent1"/>
          </a:fillRef>
          <a:effectRef idx="0">
            <a:schemeClr val="accent1"/>
          </a:effectRef>
          <a:fontRef idx="minor">
            <a:schemeClr val="tx1"/>
          </a:fontRef>
        </p:style>
      </p:cxnSp>
      <p:cxnSp>
        <p:nvCxnSpPr>
          <p:cNvPr id="168" name="íṥļïḑé">
            <a:extLst>
              <a:ext uri="{FF2B5EF4-FFF2-40B4-BE49-F238E27FC236}">
                <a16:creationId xmlns:a16="http://schemas.microsoft.com/office/drawing/2014/main" id="{65CB83D6-6FDC-48F7-A746-ECB6FC6DC943}"/>
              </a:ext>
            </a:extLst>
          </p:cNvPr>
          <p:cNvCxnSpPr>
            <a:cxnSpLocks/>
            <a:stCxn id="67" idx="1"/>
            <a:endCxn id="73" idx="3"/>
          </p:cNvCxnSpPr>
          <p:nvPr/>
        </p:nvCxnSpPr>
        <p:spPr>
          <a:xfrm rot="10800000">
            <a:off x="5478594" y="3142157"/>
            <a:ext cx="677583" cy="643740"/>
          </a:xfrm>
          <a:prstGeom prst="bentConnector3">
            <a:avLst>
              <a:gd name="adj1" fmla="val 50000"/>
            </a:avLst>
          </a:prstGeom>
          <a:ln w="9525" cap="rnd">
            <a:solidFill>
              <a:schemeClr val="tx1"/>
            </a:solidFill>
            <a:prstDash val="dash"/>
            <a:round/>
          </a:ln>
        </p:spPr>
        <p:style>
          <a:lnRef idx="1">
            <a:schemeClr val="accent1"/>
          </a:lnRef>
          <a:fillRef idx="0">
            <a:schemeClr val="accent1"/>
          </a:fillRef>
          <a:effectRef idx="0">
            <a:schemeClr val="accent1"/>
          </a:effectRef>
          <a:fontRef idx="minor">
            <a:schemeClr val="tx1"/>
          </a:fontRef>
        </p:style>
      </p:cxnSp>
      <p:sp>
        <p:nvSpPr>
          <p:cNvPr id="64" name="îsḻïdé">
            <a:extLst>
              <a:ext uri="{FF2B5EF4-FFF2-40B4-BE49-F238E27FC236}">
                <a16:creationId xmlns:a16="http://schemas.microsoft.com/office/drawing/2014/main" id="{66856BD8-F366-435B-8D0C-5DF85838959B}"/>
              </a:ext>
            </a:extLst>
          </p:cNvPr>
          <p:cNvSpPr/>
          <p:nvPr/>
        </p:nvSpPr>
        <p:spPr>
          <a:xfrm>
            <a:off x="6156176" y="4249366"/>
            <a:ext cx="1930193" cy="432048"/>
          </a:xfrm>
          <a:prstGeom prst="rect">
            <a:avLst/>
          </a:prstGeom>
          <a:noFill/>
          <a:ln w="6350">
            <a:solidFill>
              <a:srgbClr val="01637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defPPr>
              <a:defRPr lang="en-US"/>
            </a:defPPr>
            <a:lvl1pPr marL="0" algn="l" defTabSz="609585" rtl="0" eaLnBrk="1" latinLnBrk="0" hangingPunct="1">
              <a:defRPr sz="2400" kern="1200">
                <a:solidFill>
                  <a:schemeClr val="lt1"/>
                </a:solidFill>
              </a:defRPr>
            </a:lvl1pPr>
            <a:lvl2pPr marL="609585" algn="l" defTabSz="609585" rtl="0" eaLnBrk="1" latinLnBrk="0" hangingPunct="1">
              <a:defRPr sz="2400" kern="1200">
                <a:solidFill>
                  <a:schemeClr val="lt1"/>
                </a:solidFill>
              </a:defRPr>
            </a:lvl2pPr>
            <a:lvl3pPr marL="1219170" algn="l" defTabSz="609585" rtl="0" eaLnBrk="1" latinLnBrk="0" hangingPunct="1">
              <a:defRPr sz="2400" kern="1200">
                <a:solidFill>
                  <a:schemeClr val="lt1"/>
                </a:solidFill>
              </a:defRPr>
            </a:lvl3pPr>
            <a:lvl4pPr marL="1828754" algn="l" defTabSz="609585" rtl="0" eaLnBrk="1" latinLnBrk="0" hangingPunct="1">
              <a:defRPr sz="2400" kern="1200">
                <a:solidFill>
                  <a:schemeClr val="lt1"/>
                </a:solidFill>
              </a:defRPr>
            </a:lvl4pPr>
            <a:lvl5pPr marL="2438339" algn="l" defTabSz="609585" rtl="0" eaLnBrk="1" latinLnBrk="0" hangingPunct="1">
              <a:defRPr sz="2400" kern="1200">
                <a:solidFill>
                  <a:schemeClr val="lt1"/>
                </a:solidFill>
              </a:defRPr>
            </a:lvl5pPr>
            <a:lvl6pPr marL="3047924" algn="l" defTabSz="609585" rtl="0" eaLnBrk="1" latinLnBrk="0" hangingPunct="1">
              <a:defRPr sz="2400" kern="1200">
                <a:solidFill>
                  <a:schemeClr val="lt1"/>
                </a:solidFill>
              </a:defRPr>
            </a:lvl6pPr>
            <a:lvl7pPr marL="3657509" algn="l" defTabSz="609585" rtl="0" eaLnBrk="1" latinLnBrk="0" hangingPunct="1">
              <a:defRPr sz="2400" kern="1200">
                <a:solidFill>
                  <a:schemeClr val="lt1"/>
                </a:solidFill>
              </a:defRPr>
            </a:lvl7pPr>
            <a:lvl8pPr marL="4267093" algn="l" defTabSz="609585" rtl="0" eaLnBrk="1" latinLnBrk="0" hangingPunct="1">
              <a:defRPr sz="2400" kern="1200">
                <a:solidFill>
                  <a:schemeClr val="lt1"/>
                </a:solidFill>
              </a:defRPr>
            </a:lvl8pPr>
            <a:lvl9pPr marL="4876678" algn="l" defTabSz="609585" rtl="0" eaLnBrk="1" latinLnBrk="0" hangingPunct="1">
              <a:defRPr sz="2400" kern="1200">
                <a:solidFill>
                  <a:schemeClr val="lt1"/>
                </a:solidFill>
              </a:defRPr>
            </a:lvl9pPr>
          </a:lstStyle>
          <a:p>
            <a:pPr algn="ctr" defTabSz="457189">
              <a:lnSpc>
                <a:spcPct val="120000"/>
              </a:lnSpc>
            </a:pPr>
            <a:r>
              <a:rPr lang="zh-CN" altLang="en-US" sz="1600" dirty="0">
                <a:solidFill>
                  <a:srgbClr val="2B2B2B">
                    <a:lumMod val="90000"/>
                    <a:lumOff val="10000"/>
                  </a:srgbClr>
                </a:solidFill>
                <a:latin typeface="微软雅黑"/>
                <a:ea typeface="微软雅黑"/>
                <a:cs typeface="+mn-ea"/>
                <a:sym typeface="+mn-lt"/>
              </a:rPr>
              <a:t>制图影响因素</a:t>
            </a:r>
          </a:p>
        </p:txBody>
      </p:sp>
      <p:sp>
        <p:nvSpPr>
          <p:cNvPr id="66" name="iṣliďê">
            <a:extLst>
              <a:ext uri="{FF2B5EF4-FFF2-40B4-BE49-F238E27FC236}">
                <a16:creationId xmlns:a16="http://schemas.microsoft.com/office/drawing/2014/main" id="{4E19817A-4CF5-4E8F-AE21-C472CCA9D553}"/>
              </a:ext>
            </a:extLst>
          </p:cNvPr>
          <p:cNvSpPr/>
          <p:nvPr/>
        </p:nvSpPr>
        <p:spPr>
          <a:xfrm>
            <a:off x="6156176" y="2890379"/>
            <a:ext cx="1930193" cy="432048"/>
          </a:xfrm>
          <a:prstGeom prst="rect">
            <a:avLst/>
          </a:prstGeom>
          <a:noFill/>
          <a:ln w="6350">
            <a:solidFill>
              <a:srgbClr val="01637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defPPr>
              <a:defRPr lang="en-US"/>
            </a:defPPr>
            <a:lvl1pPr marL="0" algn="l" defTabSz="609585" rtl="0" eaLnBrk="1" latinLnBrk="0" hangingPunct="1">
              <a:defRPr sz="2400" kern="1200">
                <a:solidFill>
                  <a:schemeClr val="lt1"/>
                </a:solidFill>
              </a:defRPr>
            </a:lvl1pPr>
            <a:lvl2pPr marL="609585" algn="l" defTabSz="609585" rtl="0" eaLnBrk="1" latinLnBrk="0" hangingPunct="1">
              <a:defRPr sz="2400" kern="1200">
                <a:solidFill>
                  <a:schemeClr val="lt1"/>
                </a:solidFill>
              </a:defRPr>
            </a:lvl2pPr>
            <a:lvl3pPr marL="1219170" algn="l" defTabSz="609585" rtl="0" eaLnBrk="1" latinLnBrk="0" hangingPunct="1">
              <a:defRPr sz="2400" kern="1200">
                <a:solidFill>
                  <a:schemeClr val="lt1"/>
                </a:solidFill>
              </a:defRPr>
            </a:lvl3pPr>
            <a:lvl4pPr marL="1828754" algn="l" defTabSz="609585" rtl="0" eaLnBrk="1" latinLnBrk="0" hangingPunct="1">
              <a:defRPr sz="2400" kern="1200">
                <a:solidFill>
                  <a:schemeClr val="lt1"/>
                </a:solidFill>
              </a:defRPr>
            </a:lvl4pPr>
            <a:lvl5pPr marL="2438339" algn="l" defTabSz="609585" rtl="0" eaLnBrk="1" latinLnBrk="0" hangingPunct="1">
              <a:defRPr sz="2400" kern="1200">
                <a:solidFill>
                  <a:schemeClr val="lt1"/>
                </a:solidFill>
              </a:defRPr>
            </a:lvl5pPr>
            <a:lvl6pPr marL="3047924" algn="l" defTabSz="609585" rtl="0" eaLnBrk="1" latinLnBrk="0" hangingPunct="1">
              <a:defRPr sz="2400" kern="1200">
                <a:solidFill>
                  <a:schemeClr val="lt1"/>
                </a:solidFill>
              </a:defRPr>
            </a:lvl6pPr>
            <a:lvl7pPr marL="3657509" algn="l" defTabSz="609585" rtl="0" eaLnBrk="1" latinLnBrk="0" hangingPunct="1">
              <a:defRPr sz="2400" kern="1200">
                <a:solidFill>
                  <a:schemeClr val="lt1"/>
                </a:solidFill>
              </a:defRPr>
            </a:lvl7pPr>
            <a:lvl8pPr marL="4267093" algn="l" defTabSz="609585" rtl="0" eaLnBrk="1" latinLnBrk="0" hangingPunct="1">
              <a:defRPr sz="2400" kern="1200">
                <a:solidFill>
                  <a:schemeClr val="lt1"/>
                </a:solidFill>
              </a:defRPr>
            </a:lvl8pPr>
            <a:lvl9pPr marL="4876678" algn="l" defTabSz="609585" rtl="0" eaLnBrk="1" latinLnBrk="0" hangingPunct="1">
              <a:defRPr sz="2400" kern="1200">
                <a:solidFill>
                  <a:schemeClr val="lt1"/>
                </a:solidFill>
              </a:defRPr>
            </a:lvl9pPr>
          </a:lstStyle>
          <a:p>
            <a:pPr algn="ctr" defTabSz="457189">
              <a:lnSpc>
                <a:spcPct val="120000"/>
              </a:lnSpc>
            </a:pPr>
            <a:r>
              <a:rPr lang="zh-CN" altLang="en-US" sz="1600" dirty="0">
                <a:solidFill>
                  <a:srgbClr val="2B2B2B">
                    <a:lumMod val="90000"/>
                    <a:lumOff val="10000"/>
                  </a:srgbClr>
                </a:solidFill>
                <a:latin typeface="微软雅黑"/>
                <a:ea typeface="微软雅黑"/>
                <a:cs typeface="+mn-ea"/>
                <a:sym typeface="+mn-lt"/>
              </a:rPr>
              <a:t>地图数据</a:t>
            </a:r>
          </a:p>
        </p:txBody>
      </p:sp>
      <p:cxnSp>
        <p:nvCxnSpPr>
          <p:cNvPr id="11" name="连接符: 肘形 10">
            <a:extLst>
              <a:ext uri="{FF2B5EF4-FFF2-40B4-BE49-F238E27FC236}">
                <a16:creationId xmlns:a16="http://schemas.microsoft.com/office/drawing/2014/main" id="{4B00AFB7-5BC1-4B83-BC06-A41A5585AB45}"/>
              </a:ext>
            </a:extLst>
          </p:cNvPr>
          <p:cNvCxnSpPr>
            <a:cxnSpLocks/>
            <a:stCxn id="73" idx="3"/>
            <a:endCxn id="64" idx="1"/>
          </p:cNvCxnSpPr>
          <p:nvPr/>
        </p:nvCxnSpPr>
        <p:spPr>
          <a:xfrm>
            <a:off x="5478593" y="3142157"/>
            <a:ext cx="677583" cy="1323233"/>
          </a:xfrm>
          <a:prstGeom prst="bentConnector3">
            <a:avLst/>
          </a:prstGeom>
          <a:ln w="9525" cap="rnd">
            <a:solidFill>
              <a:schemeClr val="tx1"/>
            </a:solidFill>
            <a:prstDash val="dash"/>
            <a:round/>
          </a:ln>
        </p:spPr>
        <p:style>
          <a:lnRef idx="1">
            <a:schemeClr val="accent1"/>
          </a:lnRef>
          <a:fillRef idx="0">
            <a:schemeClr val="accent1"/>
          </a:fillRef>
          <a:effectRef idx="0">
            <a:schemeClr val="accent1"/>
          </a:effectRef>
          <a:fontRef idx="minor">
            <a:schemeClr val="tx1"/>
          </a:fontRef>
        </p:style>
      </p:cxnSp>
      <p:sp>
        <p:nvSpPr>
          <p:cNvPr id="72" name="文本框 71">
            <a:extLst>
              <a:ext uri="{FF2B5EF4-FFF2-40B4-BE49-F238E27FC236}">
                <a16:creationId xmlns:a16="http://schemas.microsoft.com/office/drawing/2014/main" id="{38137EB9-3198-4982-8956-C1CF1C43B5F6}"/>
              </a:ext>
            </a:extLst>
          </p:cNvPr>
          <p:cNvSpPr txBox="1"/>
          <p:nvPr/>
        </p:nvSpPr>
        <p:spPr>
          <a:xfrm>
            <a:off x="611560" y="1541165"/>
            <a:ext cx="3167924" cy="3372846"/>
          </a:xfrm>
          <a:prstGeom prst="rect">
            <a:avLst/>
          </a:prstGeom>
          <a:noFill/>
        </p:spPr>
        <p:txBody>
          <a:bodyPr wrap="square">
            <a:spAutoFit/>
          </a:bodyPr>
          <a:lstStyle/>
          <a:p>
            <a:pPr marL="171450" lvl="0" indent="-171450" algn="just">
              <a:lnSpc>
                <a:spcPct val="150000"/>
              </a:lnSpc>
              <a:buFont typeface="Wingdings" panose="05000000000000000000" pitchFamily="2" charset="2"/>
              <a:buChar char="Ø"/>
            </a:pPr>
            <a:r>
              <a:rPr lang="zh-CN" altLang="zh-CN" sz="1600" kern="100" dirty="0">
                <a:effectLst/>
                <a:latin typeface="微软雅黑" panose="020B0503020204020204" pitchFamily="34" charset="-122"/>
                <a:ea typeface="微软雅黑" panose="020B0503020204020204" pitchFamily="34" charset="-122"/>
                <a:cs typeface="Times New Roman" panose="02020603050405020304" pitchFamily="18" charset="0"/>
              </a:rPr>
              <a:t>绘制武汉市交通地图时，需要哪些数据？</a:t>
            </a:r>
          </a:p>
          <a:p>
            <a:pPr marL="171450" lvl="0" indent="-171450" algn="just">
              <a:lnSpc>
                <a:spcPct val="150000"/>
              </a:lnSpc>
              <a:buFont typeface="Wingdings" panose="05000000000000000000" pitchFamily="2" charset="2"/>
              <a:buChar char="Ø"/>
            </a:pPr>
            <a:r>
              <a:rPr lang="zh-CN" altLang="zh-CN" sz="1600" kern="100" dirty="0">
                <a:effectLst/>
                <a:latin typeface="微软雅黑" panose="020B0503020204020204" pitchFamily="34" charset="-122"/>
                <a:ea typeface="微软雅黑" panose="020B0503020204020204" pitchFamily="34" charset="-122"/>
                <a:cs typeface="Times New Roman" panose="02020603050405020304" pitchFamily="18" charset="0"/>
              </a:rPr>
              <a:t>绘制武汉市交通地图时，铁路的符号化方式是怎样的？</a:t>
            </a:r>
          </a:p>
          <a:p>
            <a:pPr marL="171450" lvl="0" indent="-171450" algn="just">
              <a:lnSpc>
                <a:spcPct val="150000"/>
              </a:lnSpc>
              <a:buFont typeface="Wingdings" panose="05000000000000000000" pitchFamily="2" charset="2"/>
              <a:buChar char="Ø"/>
            </a:pPr>
            <a:r>
              <a:rPr lang="zh-CN" altLang="zh-CN" sz="1600" kern="100" dirty="0">
                <a:effectLst/>
                <a:latin typeface="微软雅黑" panose="020B0503020204020204" pitchFamily="34" charset="-122"/>
                <a:ea typeface="微软雅黑" panose="020B0503020204020204" pitchFamily="34" charset="-122"/>
                <a:cs typeface="Times New Roman" panose="02020603050405020304" pitchFamily="18" charset="0"/>
              </a:rPr>
              <a:t>绘制武汉市交通地图时，地图投影应该选择哪一种？</a:t>
            </a:r>
          </a:p>
          <a:p>
            <a:pPr marL="171450" lvl="0" indent="-171450" algn="just">
              <a:lnSpc>
                <a:spcPct val="150000"/>
              </a:lnSpc>
              <a:buFont typeface="Wingdings" panose="05000000000000000000" pitchFamily="2" charset="2"/>
              <a:buChar char="Ø"/>
            </a:pPr>
            <a:r>
              <a:rPr lang="zh-CN" altLang="zh-CN" sz="1600" kern="100" dirty="0">
                <a:effectLst/>
                <a:latin typeface="微软雅黑" panose="020B0503020204020204" pitchFamily="34" charset="-122"/>
                <a:ea typeface="微软雅黑" panose="020B0503020204020204" pitchFamily="34" charset="-122"/>
                <a:cs typeface="Times New Roman" panose="02020603050405020304" pitchFamily="18" charset="0"/>
              </a:rPr>
              <a:t>绘制武汉市交通地图时，水系和道路的层级关系应该是怎样的？</a:t>
            </a:r>
          </a:p>
        </p:txBody>
      </p:sp>
      <p:cxnSp>
        <p:nvCxnSpPr>
          <p:cNvPr id="14" name="连接符: 肘形 13">
            <a:extLst>
              <a:ext uri="{FF2B5EF4-FFF2-40B4-BE49-F238E27FC236}">
                <a16:creationId xmlns:a16="http://schemas.microsoft.com/office/drawing/2014/main" id="{F3E8C477-766D-4BBF-AE5B-0ECDDDDC638C}"/>
              </a:ext>
            </a:extLst>
          </p:cNvPr>
          <p:cNvCxnSpPr>
            <a:cxnSpLocks/>
            <a:stCxn id="73" idx="3"/>
            <a:endCxn id="66" idx="1"/>
          </p:cNvCxnSpPr>
          <p:nvPr/>
        </p:nvCxnSpPr>
        <p:spPr>
          <a:xfrm flipV="1">
            <a:off x="5478593" y="3106403"/>
            <a:ext cx="677583" cy="35754"/>
          </a:xfrm>
          <a:prstGeom prst="bentConnector3">
            <a:avLst/>
          </a:prstGeom>
          <a:ln w="9525" cap="rnd">
            <a:solidFill>
              <a:schemeClr val="tx1"/>
            </a:solidFill>
            <a:prstDash val="dash"/>
            <a:round/>
          </a:ln>
        </p:spPr>
        <p:style>
          <a:lnRef idx="1">
            <a:schemeClr val="accent1"/>
          </a:lnRef>
          <a:fillRef idx="0">
            <a:schemeClr val="accent1"/>
          </a:fillRef>
          <a:effectRef idx="0">
            <a:schemeClr val="accent1"/>
          </a:effectRef>
          <a:fontRef idx="minor">
            <a:schemeClr val="tx1"/>
          </a:fontRef>
        </p:style>
      </p:cxnSp>
      <p:grpSp>
        <p:nvGrpSpPr>
          <p:cNvPr id="20" name="组合 19">
            <a:extLst>
              <a:ext uri="{FF2B5EF4-FFF2-40B4-BE49-F238E27FC236}">
                <a16:creationId xmlns:a16="http://schemas.microsoft.com/office/drawing/2014/main" id="{423BB093-2119-4E4C-8B34-833FF81D234F}"/>
              </a:ext>
            </a:extLst>
          </p:cNvPr>
          <p:cNvGrpSpPr/>
          <p:nvPr/>
        </p:nvGrpSpPr>
        <p:grpSpPr>
          <a:xfrm>
            <a:off x="539552" y="935281"/>
            <a:ext cx="3531344" cy="400110"/>
            <a:chOff x="539552" y="987574"/>
            <a:chExt cx="3531344" cy="400110"/>
          </a:xfrm>
        </p:grpSpPr>
        <p:grpSp>
          <p:nvGrpSpPr>
            <p:cNvPr id="86" name="组合 85">
              <a:extLst>
                <a:ext uri="{FF2B5EF4-FFF2-40B4-BE49-F238E27FC236}">
                  <a16:creationId xmlns:a16="http://schemas.microsoft.com/office/drawing/2014/main" id="{73C1634B-8EF0-431F-9A2A-10D72F408591}"/>
                </a:ext>
              </a:extLst>
            </p:cNvPr>
            <p:cNvGrpSpPr/>
            <p:nvPr/>
          </p:nvGrpSpPr>
          <p:grpSpPr>
            <a:xfrm>
              <a:off x="539552" y="1162909"/>
              <a:ext cx="3531344" cy="52489"/>
              <a:chOff x="2739916" y="1443571"/>
              <a:chExt cx="4066578" cy="67754"/>
            </a:xfrm>
          </p:grpSpPr>
          <p:cxnSp>
            <p:nvCxnSpPr>
              <p:cNvPr id="88" name="直接连接符 87">
                <a:extLst>
                  <a:ext uri="{FF2B5EF4-FFF2-40B4-BE49-F238E27FC236}">
                    <a16:creationId xmlns:a16="http://schemas.microsoft.com/office/drawing/2014/main" id="{E201EBC3-2490-42AC-B725-A3914BEE504E}"/>
                  </a:ext>
                </a:extLst>
              </p:cNvPr>
              <p:cNvCxnSpPr>
                <a:cxnSpLocks/>
              </p:cNvCxnSpPr>
              <p:nvPr/>
            </p:nvCxnSpPr>
            <p:spPr>
              <a:xfrm>
                <a:off x="2739916" y="1511325"/>
                <a:ext cx="4066578" cy="0"/>
              </a:xfrm>
              <a:prstGeom prst="line">
                <a:avLst/>
              </a:prstGeom>
              <a:noFill/>
              <a:ln w="6350" cap="flat" cmpd="sng" algn="ctr">
                <a:solidFill>
                  <a:srgbClr val="016371"/>
                </a:solidFill>
                <a:prstDash val="solid"/>
                <a:miter lim="800000"/>
              </a:ln>
              <a:effectLst/>
            </p:spPr>
          </p:cxnSp>
          <p:cxnSp>
            <p:nvCxnSpPr>
              <p:cNvPr id="89" name="直接连接符 88">
                <a:extLst>
                  <a:ext uri="{FF2B5EF4-FFF2-40B4-BE49-F238E27FC236}">
                    <a16:creationId xmlns:a16="http://schemas.microsoft.com/office/drawing/2014/main" id="{F5E95DD2-4F0A-48A7-A212-41D9E7DCFCA0}"/>
                  </a:ext>
                </a:extLst>
              </p:cNvPr>
              <p:cNvCxnSpPr>
                <a:cxnSpLocks/>
              </p:cNvCxnSpPr>
              <p:nvPr/>
            </p:nvCxnSpPr>
            <p:spPr>
              <a:xfrm>
                <a:off x="2739916" y="1443571"/>
                <a:ext cx="4066578" cy="0"/>
              </a:xfrm>
              <a:prstGeom prst="line">
                <a:avLst/>
              </a:prstGeom>
              <a:noFill/>
              <a:ln w="6350" cap="flat" cmpd="sng" algn="ctr">
                <a:solidFill>
                  <a:srgbClr val="016371"/>
                </a:solidFill>
                <a:prstDash val="solid"/>
                <a:miter lim="800000"/>
              </a:ln>
              <a:effectLst/>
            </p:spPr>
          </p:cxnSp>
        </p:grpSp>
        <p:sp>
          <p:nvSpPr>
            <p:cNvPr id="87" name="文本框 86">
              <a:extLst>
                <a:ext uri="{FF2B5EF4-FFF2-40B4-BE49-F238E27FC236}">
                  <a16:creationId xmlns:a16="http://schemas.microsoft.com/office/drawing/2014/main" id="{91128BBA-D045-4739-97AB-93D3A6D03A54}"/>
                </a:ext>
              </a:extLst>
            </p:cNvPr>
            <p:cNvSpPr txBox="1"/>
            <p:nvPr/>
          </p:nvSpPr>
          <p:spPr>
            <a:xfrm>
              <a:off x="1228811" y="987574"/>
              <a:ext cx="2152826" cy="400110"/>
            </a:xfrm>
            <a:prstGeom prst="rect">
              <a:avLst/>
            </a:prstGeom>
            <a:solidFill>
              <a:srgbClr val="016371"/>
            </a:solidFill>
            <a:ln>
              <a:noFill/>
            </a:ln>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zh-CN" altLang="en-US" sz="2000" kern="0" dirty="0">
                  <a:solidFill>
                    <a:prstClr val="white"/>
                  </a:solidFill>
                  <a:latin typeface="等线"/>
                  <a:ea typeface="等线"/>
                </a:rPr>
                <a:t>本体约束问题</a:t>
              </a:r>
              <a:endParaRPr kumimoji="0" lang="zh-CN" altLang="en-US" sz="2000" b="0" i="0" u="none" strike="noStrike" kern="0" cap="none" spc="0" normalizeH="0" baseline="0" noProof="0" dirty="0">
                <a:ln>
                  <a:noFill/>
                </a:ln>
                <a:solidFill>
                  <a:prstClr val="white"/>
                </a:solidFill>
                <a:effectLst/>
                <a:uLnTx/>
                <a:uFillTx/>
                <a:latin typeface="等线"/>
                <a:ea typeface="等线"/>
              </a:endParaRPr>
            </a:p>
          </p:txBody>
        </p:sp>
      </p:grpSp>
      <p:grpSp>
        <p:nvGrpSpPr>
          <p:cNvPr id="21" name="组合 20">
            <a:extLst>
              <a:ext uri="{FF2B5EF4-FFF2-40B4-BE49-F238E27FC236}">
                <a16:creationId xmlns:a16="http://schemas.microsoft.com/office/drawing/2014/main" id="{817698E6-9380-4FFC-B4AB-44764A2398D9}"/>
              </a:ext>
            </a:extLst>
          </p:cNvPr>
          <p:cNvGrpSpPr/>
          <p:nvPr/>
        </p:nvGrpSpPr>
        <p:grpSpPr>
          <a:xfrm>
            <a:off x="4784402" y="935281"/>
            <a:ext cx="3531344" cy="400110"/>
            <a:chOff x="4784402" y="935281"/>
            <a:chExt cx="3531344" cy="400110"/>
          </a:xfrm>
        </p:grpSpPr>
        <p:grpSp>
          <p:nvGrpSpPr>
            <p:cNvPr id="91" name="组合 90">
              <a:extLst>
                <a:ext uri="{FF2B5EF4-FFF2-40B4-BE49-F238E27FC236}">
                  <a16:creationId xmlns:a16="http://schemas.microsoft.com/office/drawing/2014/main" id="{AE4EA41F-1686-4EA1-A876-AFFA65120A52}"/>
                </a:ext>
              </a:extLst>
            </p:cNvPr>
            <p:cNvGrpSpPr/>
            <p:nvPr/>
          </p:nvGrpSpPr>
          <p:grpSpPr>
            <a:xfrm>
              <a:off x="4784402" y="1110616"/>
              <a:ext cx="3531344" cy="52489"/>
              <a:chOff x="2739916" y="1443571"/>
              <a:chExt cx="4066578" cy="67754"/>
            </a:xfrm>
          </p:grpSpPr>
          <p:cxnSp>
            <p:nvCxnSpPr>
              <p:cNvPr id="92" name="直接连接符 91">
                <a:extLst>
                  <a:ext uri="{FF2B5EF4-FFF2-40B4-BE49-F238E27FC236}">
                    <a16:creationId xmlns:a16="http://schemas.microsoft.com/office/drawing/2014/main" id="{D4DB5CDA-47E2-4099-BBD5-744FE6A9A588}"/>
                  </a:ext>
                </a:extLst>
              </p:cNvPr>
              <p:cNvCxnSpPr>
                <a:cxnSpLocks/>
              </p:cNvCxnSpPr>
              <p:nvPr/>
            </p:nvCxnSpPr>
            <p:spPr>
              <a:xfrm>
                <a:off x="2739916" y="1511325"/>
                <a:ext cx="4066578" cy="0"/>
              </a:xfrm>
              <a:prstGeom prst="line">
                <a:avLst/>
              </a:prstGeom>
              <a:noFill/>
              <a:ln w="6350" cap="flat" cmpd="sng" algn="ctr">
                <a:solidFill>
                  <a:srgbClr val="016371"/>
                </a:solidFill>
                <a:prstDash val="solid"/>
                <a:miter lim="800000"/>
              </a:ln>
              <a:effectLst/>
            </p:spPr>
          </p:cxnSp>
          <p:cxnSp>
            <p:nvCxnSpPr>
              <p:cNvPr id="93" name="直接连接符 92">
                <a:extLst>
                  <a:ext uri="{FF2B5EF4-FFF2-40B4-BE49-F238E27FC236}">
                    <a16:creationId xmlns:a16="http://schemas.microsoft.com/office/drawing/2014/main" id="{0C6FF59B-B1E9-4F76-A82B-630FE58A212D}"/>
                  </a:ext>
                </a:extLst>
              </p:cNvPr>
              <p:cNvCxnSpPr>
                <a:cxnSpLocks/>
              </p:cNvCxnSpPr>
              <p:nvPr/>
            </p:nvCxnSpPr>
            <p:spPr>
              <a:xfrm>
                <a:off x="2739916" y="1443571"/>
                <a:ext cx="4066578" cy="0"/>
              </a:xfrm>
              <a:prstGeom prst="line">
                <a:avLst/>
              </a:prstGeom>
              <a:noFill/>
              <a:ln w="6350" cap="flat" cmpd="sng" algn="ctr">
                <a:solidFill>
                  <a:srgbClr val="016371"/>
                </a:solidFill>
                <a:prstDash val="solid"/>
                <a:miter lim="800000"/>
              </a:ln>
              <a:effectLst/>
            </p:spPr>
          </p:cxnSp>
        </p:grpSp>
        <p:sp>
          <p:nvSpPr>
            <p:cNvPr id="94" name="文本框 93">
              <a:extLst>
                <a:ext uri="{FF2B5EF4-FFF2-40B4-BE49-F238E27FC236}">
                  <a16:creationId xmlns:a16="http://schemas.microsoft.com/office/drawing/2014/main" id="{FECF3319-AF0B-4A3B-819A-CE33AD6EAE6C}"/>
                </a:ext>
              </a:extLst>
            </p:cNvPr>
            <p:cNvSpPr txBox="1"/>
            <p:nvPr/>
          </p:nvSpPr>
          <p:spPr>
            <a:xfrm>
              <a:off x="5473661" y="935281"/>
              <a:ext cx="2152826" cy="400110"/>
            </a:xfrm>
            <a:prstGeom prst="rect">
              <a:avLst/>
            </a:prstGeom>
            <a:solidFill>
              <a:srgbClr val="016371"/>
            </a:solidFill>
            <a:ln>
              <a:noFill/>
            </a:ln>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zh-CN" altLang="en-US" sz="2000" kern="0" dirty="0">
                  <a:solidFill>
                    <a:prstClr val="white"/>
                  </a:solidFill>
                  <a:latin typeface="等线"/>
                  <a:ea typeface="等线"/>
                </a:rPr>
                <a:t>顶层概念体系</a:t>
              </a:r>
              <a:endParaRPr kumimoji="0" lang="zh-CN" altLang="en-US" sz="2000" b="0" i="0" u="none" strike="noStrike" kern="0" cap="none" spc="0" normalizeH="0" baseline="0" noProof="0" dirty="0">
                <a:ln>
                  <a:noFill/>
                </a:ln>
                <a:solidFill>
                  <a:prstClr val="white"/>
                </a:solidFill>
                <a:effectLst/>
                <a:uLnTx/>
                <a:uFillTx/>
                <a:latin typeface="等线"/>
                <a:ea typeface="等线"/>
              </a:endParaRPr>
            </a:p>
          </p:txBody>
        </p:sp>
      </p:grpSp>
      <p:grpSp>
        <p:nvGrpSpPr>
          <p:cNvPr id="28" name="组合 27">
            <a:extLst>
              <a:ext uri="{FF2B5EF4-FFF2-40B4-BE49-F238E27FC236}">
                <a16:creationId xmlns:a16="http://schemas.microsoft.com/office/drawing/2014/main" id="{2E37A49F-6CE4-45B0-B589-6AA490BC29C8}"/>
              </a:ext>
            </a:extLst>
          </p:cNvPr>
          <p:cNvGrpSpPr/>
          <p:nvPr/>
        </p:nvGrpSpPr>
        <p:grpSpPr>
          <a:xfrm>
            <a:off x="-3" y="85172"/>
            <a:ext cx="4211963" cy="447238"/>
            <a:chOff x="-10956" y="85171"/>
            <a:chExt cx="2940485" cy="447238"/>
          </a:xfrm>
        </p:grpSpPr>
        <p:sp>
          <p:nvSpPr>
            <p:cNvPr id="29" name="矩形 1">
              <a:extLst>
                <a:ext uri="{FF2B5EF4-FFF2-40B4-BE49-F238E27FC236}">
                  <a16:creationId xmlns:a16="http://schemas.microsoft.com/office/drawing/2014/main" id="{FD706A72-9F20-4924-98E6-AA7B35A9AC8E}"/>
                </a:ext>
              </a:extLst>
            </p:cNvPr>
            <p:cNvSpPr/>
            <p:nvPr/>
          </p:nvSpPr>
          <p:spPr>
            <a:xfrm>
              <a:off x="-10956" y="123478"/>
              <a:ext cx="2900474" cy="408931"/>
            </a:xfrm>
            <a:custGeom>
              <a:avLst/>
              <a:gdLst>
                <a:gd name="connsiteX0" fmla="*/ 0 w 4211960"/>
                <a:gd name="connsiteY0" fmla="*/ 0 h 2088232"/>
                <a:gd name="connsiteX1" fmla="*/ 4211960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101133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281963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319192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712023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11960" h="2088232">
                  <a:moveTo>
                    <a:pt x="0" y="0"/>
                  </a:moveTo>
                  <a:lnTo>
                    <a:pt x="3712023" y="0"/>
                  </a:lnTo>
                  <a:lnTo>
                    <a:pt x="4211960" y="2088232"/>
                  </a:lnTo>
                  <a:lnTo>
                    <a:pt x="0" y="2088232"/>
                  </a:lnTo>
                  <a:lnTo>
                    <a:pt x="0" y="0"/>
                  </a:lnTo>
                  <a:close/>
                </a:path>
              </a:pathLst>
            </a:custGeom>
            <a:solidFill>
              <a:srgbClr val="0163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8">
                <a:lnSpc>
                  <a:spcPct val="120000"/>
                </a:lnSpc>
              </a:pPr>
              <a:endParaRPr lang="zh-CN" altLang="en-US" sz="2400">
                <a:solidFill>
                  <a:srgbClr val="FFFFFF"/>
                </a:solidFill>
                <a:latin typeface="微软雅黑"/>
                <a:ea typeface="微软雅黑"/>
                <a:cs typeface="+mn-ea"/>
                <a:sym typeface="+mn-lt"/>
              </a:endParaRPr>
            </a:p>
          </p:txBody>
        </p:sp>
        <p:sp>
          <p:nvSpPr>
            <p:cNvPr id="30" name="文本框 29">
              <a:extLst>
                <a:ext uri="{FF2B5EF4-FFF2-40B4-BE49-F238E27FC236}">
                  <a16:creationId xmlns:a16="http://schemas.microsoft.com/office/drawing/2014/main" id="{D0AAC74D-31D5-465B-92C8-E633E96BC52E}"/>
                </a:ext>
              </a:extLst>
            </p:cNvPr>
            <p:cNvSpPr txBox="1"/>
            <p:nvPr/>
          </p:nvSpPr>
          <p:spPr>
            <a:xfrm>
              <a:off x="-10955" y="85171"/>
              <a:ext cx="2940484" cy="447238"/>
            </a:xfrm>
            <a:prstGeom prst="rect">
              <a:avLst/>
            </a:prstGeom>
            <a:noFill/>
          </p:spPr>
          <p:txBody>
            <a:bodyPr wrap="square" rtlCol="0">
              <a:spAutoFit/>
            </a:bodyPr>
            <a:lstStyle/>
            <a:p>
              <a:pPr defTabSz="914378">
                <a:lnSpc>
                  <a:spcPct val="120000"/>
                </a:lnSpc>
              </a:pPr>
              <a:r>
                <a:rPr lang="en-US" altLang="zh-CN" sz="2100" dirty="0">
                  <a:solidFill>
                    <a:srgbClr val="FFFFFF"/>
                  </a:solidFill>
                  <a:latin typeface="微软雅黑"/>
                  <a:ea typeface="微软雅黑"/>
                  <a:cs typeface="+mn-ea"/>
                  <a:sym typeface="+mn-lt"/>
                </a:rPr>
                <a:t>2.2 </a:t>
              </a:r>
              <a:r>
                <a:rPr lang="zh-CN" altLang="en-US" sz="2100" dirty="0">
                  <a:solidFill>
                    <a:srgbClr val="FFFFFF"/>
                  </a:solidFill>
                  <a:cs typeface="+mn-ea"/>
                  <a:sym typeface="+mn-lt"/>
                </a:rPr>
                <a:t>地图知识图谱构建与应用</a:t>
              </a:r>
              <a:endParaRPr lang="en-US" altLang="zh-CN" sz="2100" dirty="0">
                <a:solidFill>
                  <a:srgbClr val="FFFFFF"/>
                </a:solidFill>
                <a:cs typeface="+mn-ea"/>
                <a:sym typeface="+mn-lt"/>
              </a:endParaRPr>
            </a:p>
          </p:txBody>
        </p:sp>
      </p:grpSp>
    </p:spTree>
    <p:extLst>
      <p:ext uri="{BB962C8B-B14F-4D97-AF65-F5344CB8AC3E}">
        <p14:creationId xmlns:p14="http://schemas.microsoft.com/office/powerpoint/2010/main" val="137476414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 name="图片 28">
            <a:extLst>
              <a:ext uri="{FF2B5EF4-FFF2-40B4-BE49-F238E27FC236}">
                <a16:creationId xmlns:a16="http://schemas.microsoft.com/office/drawing/2014/main" id="{98E7CD69-A8DE-4ED2-A5BF-DE30A677ADEC}"/>
              </a:ext>
            </a:extLst>
          </p:cNvPr>
          <p:cNvPicPr/>
          <p:nvPr/>
        </p:nvPicPr>
        <p:blipFill rotWithShape="1">
          <a:blip r:embed="rId3"/>
          <a:srcRect t="2722" r="2114" b="5260"/>
          <a:stretch/>
        </p:blipFill>
        <p:spPr>
          <a:xfrm>
            <a:off x="170919" y="1622542"/>
            <a:ext cx="4398216" cy="2824155"/>
          </a:xfrm>
          <a:prstGeom prst="rect">
            <a:avLst/>
          </a:prstGeom>
          <a:ln>
            <a:solidFill>
              <a:schemeClr val="tx1"/>
            </a:solidFill>
          </a:ln>
        </p:spPr>
      </p:pic>
      <p:grpSp>
        <p:nvGrpSpPr>
          <p:cNvPr id="30" name="组合 29">
            <a:extLst>
              <a:ext uri="{FF2B5EF4-FFF2-40B4-BE49-F238E27FC236}">
                <a16:creationId xmlns:a16="http://schemas.microsoft.com/office/drawing/2014/main" id="{F4DC642D-74EE-4984-8D9C-2399044012C3}"/>
              </a:ext>
            </a:extLst>
          </p:cNvPr>
          <p:cNvGrpSpPr/>
          <p:nvPr/>
        </p:nvGrpSpPr>
        <p:grpSpPr>
          <a:xfrm>
            <a:off x="539552" y="935281"/>
            <a:ext cx="3531344" cy="400110"/>
            <a:chOff x="539552" y="987574"/>
            <a:chExt cx="3531344" cy="400110"/>
          </a:xfrm>
        </p:grpSpPr>
        <p:grpSp>
          <p:nvGrpSpPr>
            <p:cNvPr id="31" name="组合 30">
              <a:extLst>
                <a:ext uri="{FF2B5EF4-FFF2-40B4-BE49-F238E27FC236}">
                  <a16:creationId xmlns:a16="http://schemas.microsoft.com/office/drawing/2014/main" id="{184BD4AA-70E7-4E0E-8689-398B012A8742}"/>
                </a:ext>
              </a:extLst>
            </p:cNvPr>
            <p:cNvGrpSpPr/>
            <p:nvPr/>
          </p:nvGrpSpPr>
          <p:grpSpPr>
            <a:xfrm>
              <a:off x="539552" y="1162909"/>
              <a:ext cx="3531344" cy="52489"/>
              <a:chOff x="2739916" y="1443571"/>
              <a:chExt cx="4066578" cy="67754"/>
            </a:xfrm>
          </p:grpSpPr>
          <p:cxnSp>
            <p:nvCxnSpPr>
              <p:cNvPr id="33" name="直接连接符 32">
                <a:extLst>
                  <a:ext uri="{FF2B5EF4-FFF2-40B4-BE49-F238E27FC236}">
                    <a16:creationId xmlns:a16="http://schemas.microsoft.com/office/drawing/2014/main" id="{3B954946-E331-4C09-BE2C-9841A3FE5120}"/>
                  </a:ext>
                </a:extLst>
              </p:cNvPr>
              <p:cNvCxnSpPr>
                <a:cxnSpLocks/>
              </p:cNvCxnSpPr>
              <p:nvPr/>
            </p:nvCxnSpPr>
            <p:spPr>
              <a:xfrm>
                <a:off x="2739916" y="1511325"/>
                <a:ext cx="4066578" cy="0"/>
              </a:xfrm>
              <a:prstGeom prst="line">
                <a:avLst/>
              </a:prstGeom>
              <a:noFill/>
              <a:ln w="6350" cap="flat" cmpd="sng" algn="ctr">
                <a:solidFill>
                  <a:srgbClr val="016371"/>
                </a:solidFill>
                <a:prstDash val="solid"/>
                <a:miter lim="800000"/>
              </a:ln>
              <a:effectLst/>
            </p:spPr>
          </p:cxnSp>
          <p:cxnSp>
            <p:nvCxnSpPr>
              <p:cNvPr id="34" name="直接连接符 33">
                <a:extLst>
                  <a:ext uri="{FF2B5EF4-FFF2-40B4-BE49-F238E27FC236}">
                    <a16:creationId xmlns:a16="http://schemas.microsoft.com/office/drawing/2014/main" id="{E47B2997-F3AF-4CE2-AA67-6886D504EA7F}"/>
                  </a:ext>
                </a:extLst>
              </p:cNvPr>
              <p:cNvCxnSpPr>
                <a:cxnSpLocks/>
              </p:cNvCxnSpPr>
              <p:nvPr/>
            </p:nvCxnSpPr>
            <p:spPr>
              <a:xfrm>
                <a:off x="2739916" y="1443571"/>
                <a:ext cx="4066578" cy="0"/>
              </a:xfrm>
              <a:prstGeom prst="line">
                <a:avLst/>
              </a:prstGeom>
              <a:noFill/>
              <a:ln w="6350" cap="flat" cmpd="sng" algn="ctr">
                <a:solidFill>
                  <a:srgbClr val="016371"/>
                </a:solidFill>
                <a:prstDash val="solid"/>
                <a:miter lim="800000"/>
              </a:ln>
              <a:effectLst/>
            </p:spPr>
          </p:cxnSp>
        </p:grpSp>
        <p:sp>
          <p:nvSpPr>
            <p:cNvPr id="32" name="文本框 31">
              <a:extLst>
                <a:ext uri="{FF2B5EF4-FFF2-40B4-BE49-F238E27FC236}">
                  <a16:creationId xmlns:a16="http://schemas.microsoft.com/office/drawing/2014/main" id="{F07A84AE-FE2F-4218-B773-618FCFB08C78}"/>
                </a:ext>
              </a:extLst>
            </p:cNvPr>
            <p:cNvSpPr txBox="1"/>
            <p:nvPr/>
          </p:nvSpPr>
          <p:spPr>
            <a:xfrm>
              <a:off x="1228811" y="987574"/>
              <a:ext cx="2152826" cy="400110"/>
            </a:xfrm>
            <a:prstGeom prst="rect">
              <a:avLst/>
            </a:prstGeom>
            <a:solidFill>
              <a:srgbClr val="016371"/>
            </a:solidFill>
            <a:ln>
              <a:noFill/>
            </a:ln>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zh-CN" altLang="en-US" sz="2000" kern="0" dirty="0">
                  <a:solidFill>
                    <a:prstClr val="white"/>
                  </a:solidFill>
                  <a:latin typeface="等线"/>
                  <a:ea typeface="等线"/>
                </a:rPr>
                <a:t>地图元素</a:t>
              </a:r>
              <a:endParaRPr kumimoji="0" lang="zh-CN" altLang="en-US" sz="2000" b="0" i="0" u="none" strike="noStrike" kern="0" cap="none" spc="0" normalizeH="0" baseline="0" noProof="0" dirty="0">
                <a:ln>
                  <a:noFill/>
                </a:ln>
                <a:solidFill>
                  <a:prstClr val="white"/>
                </a:solidFill>
                <a:effectLst/>
                <a:uLnTx/>
                <a:uFillTx/>
                <a:latin typeface="等线"/>
                <a:ea typeface="等线"/>
              </a:endParaRPr>
            </a:p>
          </p:txBody>
        </p:sp>
      </p:grpSp>
      <p:sp>
        <p:nvSpPr>
          <p:cNvPr id="18" name="ïšḷíḍé">
            <a:extLst>
              <a:ext uri="{FF2B5EF4-FFF2-40B4-BE49-F238E27FC236}">
                <a16:creationId xmlns:a16="http://schemas.microsoft.com/office/drawing/2014/main" id="{287702EB-E72E-4865-A176-5AE30BB4EB08}"/>
              </a:ext>
            </a:extLst>
          </p:cNvPr>
          <p:cNvSpPr/>
          <p:nvPr/>
        </p:nvSpPr>
        <p:spPr>
          <a:xfrm>
            <a:off x="4876418" y="1467971"/>
            <a:ext cx="415662" cy="3341230"/>
          </a:xfrm>
          <a:prstGeom prst="rect">
            <a:avLst/>
          </a:prstGeom>
          <a:noFill/>
          <a:ln w="6350">
            <a:solidFill>
              <a:srgbClr val="01637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defPPr>
              <a:defRPr lang="en-US"/>
            </a:defPPr>
            <a:lvl1pPr marL="0" algn="l" defTabSz="609585" rtl="0" eaLnBrk="1" latinLnBrk="0" hangingPunct="1">
              <a:defRPr sz="2400" kern="1200">
                <a:solidFill>
                  <a:schemeClr val="lt1"/>
                </a:solidFill>
              </a:defRPr>
            </a:lvl1pPr>
            <a:lvl2pPr marL="609585" algn="l" defTabSz="609585" rtl="0" eaLnBrk="1" latinLnBrk="0" hangingPunct="1">
              <a:defRPr sz="2400" kern="1200">
                <a:solidFill>
                  <a:schemeClr val="lt1"/>
                </a:solidFill>
              </a:defRPr>
            </a:lvl2pPr>
            <a:lvl3pPr marL="1219170" algn="l" defTabSz="609585" rtl="0" eaLnBrk="1" latinLnBrk="0" hangingPunct="1">
              <a:defRPr sz="2400" kern="1200">
                <a:solidFill>
                  <a:schemeClr val="lt1"/>
                </a:solidFill>
              </a:defRPr>
            </a:lvl3pPr>
            <a:lvl4pPr marL="1828754" algn="l" defTabSz="609585" rtl="0" eaLnBrk="1" latinLnBrk="0" hangingPunct="1">
              <a:defRPr sz="2400" kern="1200">
                <a:solidFill>
                  <a:schemeClr val="lt1"/>
                </a:solidFill>
              </a:defRPr>
            </a:lvl4pPr>
            <a:lvl5pPr marL="2438339" algn="l" defTabSz="609585" rtl="0" eaLnBrk="1" latinLnBrk="0" hangingPunct="1">
              <a:defRPr sz="2400" kern="1200">
                <a:solidFill>
                  <a:schemeClr val="lt1"/>
                </a:solidFill>
              </a:defRPr>
            </a:lvl5pPr>
            <a:lvl6pPr marL="3047924" algn="l" defTabSz="609585" rtl="0" eaLnBrk="1" latinLnBrk="0" hangingPunct="1">
              <a:defRPr sz="2400" kern="1200">
                <a:solidFill>
                  <a:schemeClr val="lt1"/>
                </a:solidFill>
              </a:defRPr>
            </a:lvl6pPr>
            <a:lvl7pPr marL="3657509" algn="l" defTabSz="609585" rtl="0" eaLnBrk="1" latinLnBrk="0" hangingPunct="1">
              <a:defRPr sz="2400" kern="1200">
                <a:solidFill>
                  <a:schemeClr val="lt1"/>
                </a:solidFill>
              </a:defRPr>
            </a:lvl7pPr>
            <a:lvl8pPr marL="4267093" algn="l" defTabSz="609585" rtl="0" eaLnBrk="1" latinLnBrk="0" hangingPunct="1">
              <a:defRPr sz="2400" kern="1200">
                <a:solidFill>
                  <a:schemeClr val="lt1"/>
                </a:solidFill>
              </a:defRPr>
            </a:lvl8pPr>
            <a:lvl9pPr marL="4876678" algn="l" defTabSz="609585" rtl="0" eaLnBrk="1" latinLnBrk="0" hangingPunct="1">
              <a:defRPr sz="2400" kern="1200">
                <a:solidFill>
                  <a:schemeClr val="lt1"/>
                </a:solidFill>
              </a:defRPr>
            </a:lvl9pPr>
          </a:lstStyle>
          <a:p>
            <a:pPr algn="ctr" defTabSz="457189">
              <a:lnSpc>
                <a:spcPct val="120000"/>
              </a:lnSpc>
            </a:pPr>
            <a:r>
              <a:rPr lang="zh-CN" altLang="en-US" sz="1400" dirty="0">
                <a:solidFill>
                  <a:srgbClr val="2B2B2B">
                    <a:lumMod val="90000"/>
                    <a:lumOff val="10000"/>
                  </a:srgbClr>
                </a:solidFill>
                <a:latin typeface="微软雅黑"/>
                <a:ea typeface="微软雅黑"/>
                <a:cs typeface="+mn-ea"/>
                <a:sym typeface="+mn-lt"/>
              </a:rPr>
              <a:t>地图元素</a:t>
            </a:r>
          </a:p>
        </p:txBody>
      </p:sp>
      <p:cxnSp>
        <p:nvCxnSpPr>
          <p:cNvPr id="19" name="íṥļïḑé">
            <a:extLst>
              <a:ext uri="{FF2B5EF4-FFF2-40B4-BE49-F238E27FC236}">
                <a16:creationId xmlns:a16="http://schemas.microsoft.com/office/drawing/2014/main" id="{DFE92B85-95D7-421F-A0BC-1BA7993B26AC}"/>
              </a:ext>
            </a:extLst>
          </p:cNvPr>
          <p:cNvCxnSpPr>
            <a:cxnSpLocks/>
            <a:stCxn id="23" idx="1"/>
            <a:endCxn id="18" idx="3"/>
          </p:cNvCxnSpPr>
          <p:nvPr/>
        </p:nvCxnSpPr>
        <p:spPr>
          <a:xfrm rot="10800000" flipV="1">
            <a:off x="5292081" y="1697944"/>
            <a:ext cx="390815" cy="1440642"/>
          </a:xfrm>
          <a:prstGeom prst="bentConnector3">
            <a:avLst>
              <a:gd name="adj1" fmla="val 50000"/>
            </a:avLst>
          </a:prstGeom>
          <a:ln>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23" name="îṧlïḑê">
            <a:extLst>
              <a:ext uri="{FF2B5EF4-FFF2-40B4-BE49-F238E27FC236}">
                <a16:creationId xmlns:a16="http://schemas.microsoft.com/office/drawing/2014/main" id="{F1A273A9-2DA9-4E1D-A51E-A21D541780E6}"/>
              </a:ext>
            </a:extLst>
          </p:cNvPr>
          <p:cNvSpPr/>
          <p:nvPr/>
        </p:nvSpPr>
        <p:spPr>
          <a:xfrm>
            <a:off x="5682895" y="1543422"/>
            <a:ext cx="1265368" cy="309043"/>
          </a:xfrm>
          <a:prstGeom prst="rect">
            <a:avLst/>
          </a:prstGeom>
          <a:noFill/>
          <a:ln w="6350">
            <a:solidFill>
              <a:srgbClr val="01637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defPPr>
              <a:defRPr lang="en-US"/>
            </a:defPPr>
            <a:lvl1pPr marL="0" algn="l" defTabSz="609585" rtl="0" eaLnBrk="1" latinLnBrk="0" hangingPunct="1">
              <a:defRPr sz="2400" kern="1200">
                <a:solidFill>
                  <a:schemeClr val="lt1"/>
                </a:solidFill>
              </a:defRPr>
            </a:lvl1pPr>
            <a:lvl2pPr marL="609585" algn="l" defTabSz="609585" rtl="0" eaLnBrk="1" latinLnBrk="0" hangingPunct="1">
              <a:defRPr sz="2400" kern="1200">
                <a:solidFill>
                  <a:schemeClr val="lt1"/>
                </a:solidFill>
              </a:defRPr>
            </a:lvl2pPr>
            <a:lvl3pPr marL="1219170" algn="l" defTabSz="609585" rtl="0" eaLnBrk="1" latinLnBrk="0" hangingPunct="1">
              <a:defRPr sz="2400" kern="1200">
                <a:solidFill>
                  <a:schemeClr val="lt1"/>
                </a:solidFill>
              </a:defRPr>
            </a:lvl3pPr>
            <a:lvl4pPr marL="1828754" algn="l" defTabSz="609585" rtl="0" eaLnBrk="1" latinLnBrk="0" hangingPunct="1">
              <a:defRPr sz="2400" kern="1200">
                <a:solidFill>
                  <a:schemeClr val="lt1"/>
                </a:solidFill>
              </a:defRPr>
            </a:lvl4pPr>
            <a:lvl5pPr marL="2438339" algn="l" defTabSz="609585" rtl="0" eaLnBrk="1" latinLnBrk="0" hangingPunct="1">
              <a:defRPr sz="2400" kern="1200">
                <a:solidFill>
                  <a:schemeClr val="lt1"/>
                </a:solidFill>
              </a:defRPr>
            </a:lvl5pPr>
            <a:lvl6pPr marL="3047924" algn="l" defTabSz="609585" rtl="0" eaLnBrk="1" latinLnBrk="0" hangingPunct="1">
              <a:defRPr sz="2400" kern="1200">
                <a:solidFill>
                  <a:schemeClr val="lt1"/>
                </a:solidFill>
              </a:defRPr>
            </a:lvl6pPr>
            <a:lvl7pPr marL="3657509" algn="l" defTabSz="609585" rtl="0" eaLnBrk="1" latinLnBrk="0" hangingPunct="1">
              <a:defRPr sz="2400" kern="1200">
                <a:solidFill>
                  <a:schemeClr val="lt1"/>
                </a:solidFill>
              </a:defRPr>
            </a:lvl7pPr>
            <a:lvl8pPr marL="4267093" algn="l" defTabSz="609585" rtl="0" eaLnBrk="1" latinLnBrk="0" hangingPunct="1">
              <a:defRPr sz="2400" kern="1200">
                <a:solidFill>
                  <a:schemeClr val="lt1"/>
                </a:solidFill>
              </a:defRPr>
            </a:lvl8pPr>
            <a:lvl9pPr marL="4876678" algn="l" defTabSz="609585" rtl="0" eaLnBrk="1" latinLnBrk="0" hangingPunct="1">
              <a:defRPr sz="2400" kern="1200">
                <a:solidFill>
                  <a:schemeClr val="lt1"/>
                </a:solidFill>
              </a:defRPr>
            </a:lvl9pPr>
          </a:lstStyle>
          <a:p>
            <a:pPr algn="ctr" defTabSz="457189">
              <a:lnSpc>
                <a:spcPct val="120000"/>
              </a:lnSpc>
            </a:pPr>
            <a:r>
              <a:rPr lang="zh-CN" altLang="en-US" sz="1400" dirty="0">
                <a:solidFill>
                  <a:srgbClr val="2B2B2B">
                    <a:lumMod val="90000"/>
                    <a:lumOff val="10000"/>
                  </a:srgbClr>
                </a:solidFill>
                <a:latin typeface="微软雅黑"/>
                <a:ea typeface="微软雅黑"/>
                <a:cs typeface="+mn-ea"/>
                <a:sym typeface="+mn-lt"/>
              </a:rPr>
              <a:t>主图</a:t>
            </a:r>
          </a:p>
        </p:txBody>
      </p:sp>
      <p:sp>
        <p:nvSpPr>
          <p:cNvPr id="24" name="iṣliďê">
            <a:extLst>
              <a:ext uri="{FF2B5EF4-FFF2-40B4-BE49-F238E27FC236}">
                <a16:creationId xmlns:a16="http://schemas.microsoft.com/office/drawing/2014/main" id="{29F4BEE0-AEE9-40EC-B471-60632FA7BE84}"/>
              </a:ext>
            </a:extLst>
          </p:cNvPr>
          <p:cNvSpPr/>
          <p:nvPr/>
        </p:nvSpPr>
        <p:spPr>
          <a:xfrm>
            <a:off x="5682896" y="2476083"/>
            <a:ext cx="1265368" cy="309043"/>
          </a:xfrm>
          <a:prstGeom prst="rect">
            <a:avLst/>
          </a:prstGeom>
          <a:noFill/>
          <a:ln w="6350">
            <a:solidFill>
              <a:srgbClr val="01637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defPPr>
              <a:defRPr lang="en-US"/>
            </a:defPPr>
            <a:lvl1pPr marL="0" algn="l" defTabSz="609585" rtl="0" eaLnBrk="1" latinLnBrk="0" hangingPunct="1">
              <a:defRPr sz="2400" kern="1200">
                <a:solidFill>
                  <a:schemeClr val="lt1"/>
                </a:solidFill>
              </a:defRPr>
            </a:lvl1pPr>
            <a:lvl2pPr marL="609585" algn="l" defTabSz="609585" rtl="0" eaLnBrk="1" latinLnBrk="0" hangingPunct="1">
              <a:defRPr sz="2400" kern="1200">
                <a:solidFill>
                  <a:schemeClr val="lt1"/>
                </a:solidFill>
              </a:defRPr>
            </a:lvl2pPr>
            <a:lvl3pPr marL="1219170" algn="l" defTabSz="609585" rtl="0" eaLnBrk="1" latinLnBrk="0" hangingPunct="1">
              <a:defRPr sz="2400" kern="1200">
                <a:solidFill>
                  <a:schemeClr val="lt1"/>
                </a:solidFill>
              </a:defRPr>
            </a:lvl3pPr>
            <a:lvl4pPr marL="1828754" algn="l" defTabSz="609585" rtl="0" eaLnBrk="1" latinLnBrk="0" hangingPunct="1">
              <a:defRPr sz="2400" kern="1200">
                <a:solidFill>
                  <a:schemeClr val="lt1"/>
                </a:solidFill>
              </a:defRPr>
            </a:lvl4pPr>
            <a:lvl5pPr marL="2438339" algn="l" defTabSz="609585" rtl="0" eaLnBrk="1" latinLnBrk="0" hangingPunct="1">
              <a:defRPr sz="2400" kern="1200">
                <a:solidFill>
                  <a:schemeClr val="lt1"/>
                </a:solidFill>
              </a:defRPr>
            </a:lvl5pPr>
            <a:lvl6pPr marL="3047924" algn="l" defTabSz="609585" rtl="0" eaLnBrk="1" latinLnBrk="0" hangingPunct="1">
              <a:defRPr sz="2400" kern="1200">
                <a:solidFill>
                  <a:schemeClr val="lt1"/>
                </a:solidFill>
              </a:defRPr>
            </a:lvl6pPr>
            <a:lvl7pPr marL="3657509" algn="l" defTabSz="609585" rtl="0" eaLnBrk="1" latinLnBrk="0" hangingPunct="1">
              <a:defRPr sz="2400" kern="1200">
                <a:solidFill>
                  <a:schemeClr val="lt1"/>
                </a:solidFill>
              </a:defRPr>
            </a:lvl7pPr>
            <a:lvl8pPr marL="4267093" algn="l" defTabSz="609585" rtl="0" eaLnBrk="1" latinLnBrk="0" hangingPunct="1">
              <a:defRPr sz="2400" kern="1200">
                <a:solidFill>
                  <a:schemeClr val="lt1"/>
                </a:solidFill>
              </a:defRPr>
            </a:lvl8pPr>
            <a:lvl9pPr marL="4876678" algn="l" defTabSz="609585" rtl="0" eaLnBrk="1" latinLnBrk="0" hangingPunct="1">
              <a:defRPr sz="2400" kern="1200">
                <a:solidFill>
                  <a:schemeClr val="lt1"/>
                </a:solidFill>
              </a:defRPr>
            </a:lvl9pPr>
          </a:lstStyle>
          <a:p>
            <a:pPr algn="ctr" defTabSz="457189">
              <a:lnSpc>
                <a:spcPct val="120000"/>
              </a:lnSpc>
            </a:pPr>
            <a:r>
              <a:rPr lang="zh-CN" altLang="en-US" sz="1400" dirty="0">
                <a:solidFill>
                  <a:srgbClr val="2B2B2B">
                    <a:lumMod val="90000"/>
                    <a:lumOff val="10000"/>
                  </a:srgbClr>
                </a:solidFill>
                <a:latin typeface="微软雅黑"/>
                <a:ea typeface="微软雅黑"/>
                <a:cs typeface="+mn-ea"/>
                <a:sym typeface="+mn-lt"/>
              </a:rPr>
              <a:t>附图</a:t>
            </a:r>
          </a:p>
        </p:txBody>
      </p:sp>
      <p:sp>
        <p:nvSpPr>
          <p:cNvPr id="25" name="îsḻïdé">
            <a:extLst>
              <a:ext uri="{FF2B5EF4-FFF2-40B4-BE49-F238E27FC236}">
                <a16:creationId xmlns:a16="http://schemas.microsoft.com/office/drawing/2014/main" id="{EE6245D8-96AE-4B9C-8015-41321D21FE94}"/>
              </a:ext>
            </a:extLst>
          </p:cNvPr>
          <p:cNvSpPr/>
          <p:nvPr/>
        </p:nvSpPr>
        <p:spPr>
          <a:xfrm>
            <a:off x="5682896" y="3916243"/>
            <a:ext cx="1265368" cy="309043"/>
          </a:xfrm>
          <a:prstGeom prst="rect">
            <a:avLst/>
          </a:prstGeom>
          <a:noFill/>
          <a:ln w="6350">
            <a:solidFill>
              <a:srgbClr val="01637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defPPr>
              <a:defRPr lang="en-US"/>
            </a:defPPr>
            <a:lvl1pPr marL="0" algn="l" defTabSz="609585" rtl="0" eaLnBrk="1" latinLnBrk="0" hangingPunct="1">
              <a:defRPr sz="2400" kern="1200">
                <a:solidFill>
                  <a:schemeClr val="lt1"/>
                </a:solidFill>
              </a:defRPr>
            </a:lvl1pPr>
            <a:lvl2pPr marL="609585" algn="l" defTabSz="609585" rtl="0" eaLnBrk="1" latinLnBrk="0" hangingPunct="1">
              <a:defRPr sz="2400" kern="1200">
                <a:solidFill>
                  <a:schemeClr val="lt1"/>
                </a:solidFill>
              </a:defRPr>
            </a:lvl2pPr>
            <a:lvl3pPr marL="1219170" algn="l" defTabSz="609585" rtl="0" eaLnBrk="1" latinLnBrk="0" hangingPunct="1">
              <a:defRPr sz="2400" kern="1200">
                <a:solidFill>
                  <a:schemeClr val="lt1"/>
                </a:solidFill>
              </a:defRPr>
            </a:lvl3pPr>
            <a:lvl4pPr marL="1828754" algn="l" defTabSz="609585" rtl="0" eaLnBrk="1" latinLnBrk="0" hangingPunct="1">
              <a:defRPr sz="2400" kern="1200">
                <a:solidFill>
                  <a:schemeClr val="lt1"/>
                </a:solidFill>
              </a:defRPr>
            </a:lvl4pPr>
            <a:lvl5pPr marL="2438339" algn="l" defTabSz="609585" rtl="0" eaLnBrk="1" latinLnBrk="0" hangingPunct="1">
              <a:defRPr sz="2400" kern="1200">
                <a:solidFill>
                  <a:schemeClr val="lt1"/>
                </a:solidFill>
              </a:defRPr>
            </a:lvl5pPr>
            <a:lvl6pPr marL="3047924" algn="l" defTabSz="609585" rtl="0" eaLnBrk="1" latinLnBrk="0" hangingPunct="1">
              <a:defRPr sz="2400" kern="1200">
                <a:solidFill>
                  <a:schemeClr val="lt1"/>
                </a:solidFill>
              </a:defRPr>
            </a:lvl6pPr>
            <a:lvl7pPr marL="3657509" algn="l" defTabSz="609585" rtl="0" eaLnBrk="1" latinLnBrk="0" hangingPunct="1">
              <a:defRPr sz="2400" kern="1200">
                <a:solidFill>
                  <a:schemeClr val="lt1"/>
                </a:solidFill>
              </a:defRPr>
            </a:lvl7pPr>
            <a:lvl8pPr marL="4267093" algn="l" defTabSz="609585" rtl="0" eaLnBrk="1" latinLnBrk="0" hangingPunct="1">
              <a:defRPr sz="2400" kern="1200">
                <a:solidFill>
                  <a:schemeClr val="lt1"/>
                </a:solidFill>
              </a:defRPr>
            </a:lvl8pPr>
            <a:lvl9pPr marL="4876678" algn="l" defTabSz="609585" rtl="0" eaLnBrk="1" latinLnBrk="0" hangingPunct="1">
              <a:defRPr sz="2400" kern="1200">
                <a:solidFill>
                  <a:schemeClr val="lt1"/>
                </a:solidFill>
              </a:defRPr>
            </a:lvl9pPr>
          </a:lstStyle>
          <a:p>
            <a:pPr algn="ctr" defTabSz="457189">
              <a:lnSpc>
                <a:spcPct val="120000"/>
              </a:lnSpc>
            </a:pPr>
            <a:r>
              <a:rPr lang="zh-CN" altLang="en-US" sz="1400" dirty="0">
                <a:solidFill>
                  <a:srgbClr val="2B2B2B">
                    <a:lumMod val="90000"/>
                    <a:lumOff val="10000"/>
                  </a:srgbClr>
                </a:solidFill>
                <a:latin typeface="微软雅黑"/>
                <a:ea typeface="微软雅黑"/>
                <a:cs typeface="+mn-ea"/>
                <a:sym typeface="+mn-lt"/>
              </a:rPr>
              <a:t>地图整饰</a:t>
            </a:r>
          </a:p>
        </p:txBody>
      </p:sp>
      <p:sp>
        <p:nvSpPr>
          <p:cNvPr id="27" name="iś1ïḋe">
            <a:extLst>
              <a:ext uri="{FF2B5EF4-FFF2-40B4-BE49-F238E27FC236}">
                <a16:creationId xmlns:a16="http://schemas.microsoft.com/office/drawing/2014/main" id="{AD42726F-87F6-4A4E-8528-EE6CA0CD9EDA}"/>
              </a:ext>
            </a:extLst>
          </p:cNvPr>
          <p:cNvSpPr/>
          <p:nvPr/>
        </p:nvSpPr>
        <p:spPr>
          <a:xfrm>
            <a:off x="7308304" y="1131590"/>
            <a:ext cx="1368152" cy="309043"/>
          </a:xfrm>
          <a:prstGeom prst="rect">
            <a:avLst/>
          </a:prstGeom>
          <a:no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defPPr>
              <a:defRPr lang="en-US"/>
            </a:defPPr>
            <a:lvl1pPr marL="0" algn="l" defTabSz="609585" rtl="0" eaLnBrk="1" latinLnBrk="0" hangingPunct="1">
              <a:defRPr sz="2400" kern="1200">
                <a:solidFill>
                  <a:schemeClr val="lt1"/>
                </a:solidFill>
              </a:defRPr>
            </a:lvl1pPr>
            <a:lvl2pPr marL="609585" algn="l" defTabSz="609585" rtl="0" eaLnBrk="1" latinLnBrk="0" hangingPunct="1">
              <a:defRPr sz="2400" kern="1200">
                <a:solidFill>
                  <a:schemeClr val="lt1"/>
                </a:solidFill>
              </a:defRPr>
            </a:lvl2pPr>
            <a:lvl3pPr marL="1219170" algn="l" defTabSz="609585" rtl="0" eaLnBrk="1" latinLnBrk="0" hangingPunct="1">
              <a:defRPr sz="2400" kern="1200">
                <a:solidFill>
                  <a:schemeClr val="lt1"/>
                </a:solidFill>
              </a:defRPr>
            </a:lvl3pPr>
            <a:lvl4pPr marL="1828754" algn="l" defTabSz="609585" rtl="0" eaLnBrk="1" latinLnBrk="0" hangingPunct="1">
              <a:defRPr sz="2400" kern="1200">
                <a:solidFill>
                  <a:schemeClr val="lt1"/>
                </a:solidFill>
              </a:defRPr>
            </a:lvl4pPr>
            <a:lvl5pPr marL="2438339" algn="l" defTabSz="609585" rtl="0" eaLnBrk="1" latinLnBrk="0" hangingPunct="1">
              <a:defRPr sz="2400" kern="1200">
                <a:solidFill>
                  <a:schemeClr val="lt1"/>
                </a:solidFill>
              </a:defRPr>
            </a:lvl5pPr>
            <a:lvl6pPr marL="3047924" algn="l" defTabSz="609585" rtl="0" eaLnBrk="1" latinLnBrk="0" hangingPunct="1">
              <a:defRPr sz="2400" kern="1200">
                <a:solidFill>
                  <a:schemeClr val="lt1"/>
                </a:solidFill>
              </a:defRPr>
            </a:lvl6pPr>
            <a:lvl7pPr marL="3657509" algn="l" defTabSz="609585" rtl="0" eaLnBrk="1" latinLnBrk="0" hangingPunct="1">
              <a:defRPr sz="2400" kern="1200">
                <a:solidFill>
                  <a:schemeClr val="lt1"/>
                </a:solidFill>
              </a:defRPr>
            </a:lvl7pPr>
            <a:lvl8pPr marL="4267093" algn="l" defTabSz="609585" rtl="0" eaLnBrk="1" latinLnBrk="0" hangingPunct="1">
              <a:defRPr sz="2400" kern="1200">
                <a:solidFill>
                  <a:schemeClr val="lt1"/>
                </a:solidFill>
              </a:defRPr>
            </a:lvl8pPr>
            <a:lvl9pPr marL="4876678" algn="l" defTabSz="609585" rtl="0" eaLnBrk="1" latinLnBrk="0" hangingPunct="1">
              <a:defRPr sz="2400" kern="1200">
                <a:solidFill>
                  <a:schemeClr val="lt1"/>
                </a:solidFill>
              </a:defRPr>
            </a:lvl9pPr>
          </a:lstStyle>
          <a:p>
            <a:pPr algn="ctr" defTabSz="457189">
              <a:lnSpc>
                <a:spcPct val="120000"/>
              </a:lnSpc>
            </a:pPr>
            <a:r>
              <a:rPr lang="zh-CN" altLang="en-US" sz="1400" dirty="0">
                <a:solidFill>
                  <a:srgbClr val="2B2B2B">
                    <a:lumMod val="90000"/>
                    <a:lumOff val="10000"/>
                  </a:srgbClr>
                </a:solidFill>
                <a:latin typeface="微软雅黑"/>
                <a:ea typeface="微软雅黑"/>
                <a:cs typeface="+mn-ea"/>
                <a:sym typeface="+mn-lt"/>
              </a:rPr>
              <a:t>基础图层</a:t>
            </a:r>
          </a:p>
        </p:txBody>
      </p:sp>
      <p:sp>
        <p:nvSpPr>
          <p:cNvPr id="37" name="iś1ïḋe">
            <a:extLst>
              <a:ext uri="{FF2B5EF4-FFF2-40B4-BE49-F238E27FC236}">
                <a16:creationId xmlns:a16="http://schemas.microsoft.com/office/drawing/2014/main" id="{ED4AF252-7B9A-41E2-9D11-5D53F1C5FAF8}"/>
              </a:ext>
            </a:extLst>
          </p:cNvPr>
          <p:cNvSpPr/>
          <p:nvPr/>
        </p:nvSpPr>
        <p:spPr>
          <a:xfrm>
            <a:off x="7308304" y="1543422"/>
            <a:ext cx="1368152" cy="309043"/>
          </a:xfrm>
          <a:prstGeom prst="rect">
            <a:avLst/>
          </a:prstGeom>
          <a:no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defPPr>
              <a:defRPr lang="en-US"/>
            </a:defPPr>
            <a:lvl1pPr marL="0" algn="l" defTabSz="609585" rtl="0" eaLnBrk="1" latinLnBrk="0" hangingPunct="1">
              <a:defRPr sz="2400" kern="1200">
                <a:solidFill>
                  <a:schemeClr val="lt1"/>
                </a:solidFill>
              </a:defRPr>
            </a:lvl1pPr>
            <a:lvl2pPr marL="609585" algn="l" defTabSz="609585" rtl="0" eaLnBrk="1" latinLnBrk="0" hangingPunct="1">
              <a:defRPr sz="2400" kern="1200">
                <a:solidFill>
                  <a:schemeClr val="lt1"/>
                </a:solidFill>
              </a:defRPr>
            </a:lvl2pPr>
            <a:lvl3pPr marL="1219170" algn="l" defTabSz="609585" rtl="0" eaLnBrk="1" latinLnBrk="0" hangingPunct="1">
              <a:defRPr sz="2400" kern="1200">
                <a:solidFill>
                  <a:schemeClr val="lt1"/>
                </a:solidFill>
              </a:defRPr>
            </a:lvl3pPr>
            <a:lvl4pPr marL="1828754" algn="l" defTabSz="609585" rtl="0" eaLnBrk="1" latinLnBrk="0" hangingPunct="1">
              <a:defRPr sz="2400" kern="1200">
                <a:solidFill>
                  <a:schemeClr val="lt1"/>
                </a:solidFill>
              </a:defRPr>
            </a:lvl4pPr>
            <a:lvl5pPr marL="2438339" algn="l" defTabSz="609585" rtl="0" eaLnBrk="1" latinLnBrk="0" hangingPunct="1">
              <a:defRPr sz="2400" kern="1200">
                <a:solidFill>
                  <a:schemeClr val="lt1"/>
                </a:solidFill>
              </a:defRPr>
            </a:lvl5pPr>
            <a:lvl6pPr marL="3047924" algn="l" defTabSz="609585" rtl="0" eaLnBrk="1" latinLnBrk="0" hangingPunct="1">
              <a:defRPr sz="2400" kern="1200">
                <a:solidFill>
                  <a:schemeClr val="lt1"/>
                </a:solidFill>
              </a:defRPr>
            </a:lvl6pPr>
            <a:lvl7pPr marL="3657509" algn="l" defTabSz="609585" rtl="0" eaLnBrk="1" latinLnBrk="0" hangingPunct="1">
              <a:defRPr sz="2400" kern="1200">
                <a:solidFill>
                  <a:schemeClr val="lt1"/>
                </a:solidFill>
              </a:defRPr>
            </a:lvl7pPr>
            <a:lvl8pPr marL="4267093" algn="l" defTabSz="609585" rtl="0" eaLnBrk="1" latinLnBrk="0" hangingPunct="1">
              <a:defRPr sz="2400" kern="1200">
                <a:solidFill>
                  <a:schemeClr val="lt1"/>
                </a:solidFill>
              </a:defRPr>
            </a:lvl8pPr>
            <a:lvl9pPr marL="4876678" algn="l" defTabSz="609585" rtl="0" eaLnBrk="1" latinLnBrk="0" hangingPunct="1">
              <a:defRPr sz="2400" kern="1200">
                <a:solidFill>
                  <a:schemeClr val="lt1"/>
                </a:solidFill>
              </a:defRPr>
            </a:lvl9pPr>
          </a:lstStyle>
          <a:p>
            <a:pPr algn="ctr" defTabSz="457189">
              <a:lnSpc>
                <a:spcPct val="120000"/>
              </a:lnSpc>
            </a:pPr>
            <a:r>
              <a:rPr lang="zh-CN" altLang="en-US" sz="1400" dirty="0">
                <a:solidFill>
                  <a:srgbClr val="2B2B2B">
                    <a:lumMod val="90000"/>
                    <a:lumOff val="10000"/>
                  </a:srgbClr>
                </a:solidFill>
                <a:latin typeface="微软雅黑"/>
                <a:ea typeface="微软雅黑"/>
                <a:cs typeface="+mn-ea"/>
                <a:sym typeface="+mn-lt"/>
              </a:rPr>
              <a:t>影像图层</a:t>
            </a:r>
          </a:p>
        </p:txBody>
      </p:sp>
      <p:cxnSp>
        <p:nvCxnSpPr>
          <p:cNvPr id="42" name="íṥļïḑé">
            <a:extLst>
              <a:ext uri="{FF2B5EF4-FFF2-40B4-BE49-F238E27FC236}">
                <a16:creationId xmlns:a16="http://schemas.microsoft.com/office/drawing/2014/main" id="{1B766E07-DCD4-4748-A4FA-6C50FC9F6803}"/>
              </a:ext>
            </a:extLst>
          </p:cNvPr>
          <p:cNvCxnSpPr>
            <a:cxnSpLocks/>
            <a:stCxn id="24" idx="1"/>
            <a:endCxn id="18" idx="3"/>
          </p:cNvCxnSpPr>
          <p:nvPr/>
        </p:nvCxnSpPr>
        <p:spPr>
          <a:xfrm rot="10800000" flipV="1">
            <a:off x="5292080" y="2630604"/>
            <a:ext cx="390816" cy="507981"/>
          </a:xfrm>
          <a:prstGeom prst="bentConnector3">
            <a:avLst>
              <a:gd name="adj1" fmla="val 50000"/>
            </a:avLst>
          </a:prstGeom>
          <a:ln>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3" name="íṥļïḑé">
            <a:extLst>
              <a:ext uri="{FF2B5EF4-FFF2-40B4-BE49-F238E27FC236}">
                <a16:creationId xmlns:a16="http://schemas.microsoft.com/office/drawing/2014/main" id="{0156ACA9-7BEC-407C-862F-E278980917E7}"/>
              </a:ext>
            </a:extLst>
          </p:cNvPr>
          <p:cNvCxnSpPr>
            <a:cxnSpLocks/>
            <a:stCxn id="25" idx="1"/>
            <a:endCxn id="18" idx="3"/>
          </p:cNvCxnSpPr>
          <p:nvPr/>
        </p:nvCxnSpPr>
        <p:spPr>
          <a:xfrm rot="10800000">
            <a:off x="5292080" y="3138587"/>
            <a:ext cx="390816" cy="932179"/>
          </a:xfrm>
          <a:prstGeom prst="bentConnector3">
            <a:avLst>
              <a:gd name="adj1" fmla="val 50000"/>
            </a:avLst>
          </a:prstGeom>
          <a:ln>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52" name="íṩļíḍe">
            <a:extLst>
              <a:ext uri="{FF2B5EF4-FFF2-40B4-BE49-F238E27FC236}">
                <a16:creationId xmlns:a16="http://schemas.microsoft.com/office/drawing/2014/main" id="{4A9788FC-81ED-46F1-AF99-D95D54955D4A}"/>
              </a:ext>
            </a:extLst>
          </p:cNvPr>
          <p:cNvSpPr/>
          <p:nvPr/>
        </p:nvSpPr>
        <p:spPr>
          <a:xfrm>
            <a:off x="7308304" y="2548091"/>
            <a:ext cx="1368152" cy="309043"/>
          </a:xfrm>
          <a:prstGeom prst="rect">
            <a:avLst/>
          </a:prstGeom>
          <a:no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defPPr>
              <a:defRPr lang="en-US"/>
            </a:defPPr>
            <a:lvl1pPr marL="0" algn="l" defTabSz="609585" rtl="0" eaLnBrk="1" latinLnBrk="0" hangingPunct="1">
              <a:defRPr sz="2400" kern="1200">
                <a:solidFill>
                  <a:schemeClr val="lt1"/>
                </a:solidFill>
              </a:defRPr>
            </a:lvl1pPr>
            <a:lvl2pPr marL="609585" algn="l" defTabSz="609585" rtl="0" eaLnBrk="1" latinLnBrk="0" hangingPunct="1">
              <a:defRPr sz="2400" kern="1200">
                <a:solidFill>
                  <a:schemeClr val="lt1"/>
                </a:solidFill>
              </a:defRPr>
            </a:lvl2pPr>
            <a:lvl3pPr marL="1219170" algn="l" defTabSz="609585" rtl="0" eaLnBrk="1" latinLnBrk="0" hangingPunct="1">
              <a:defRPr sz="2400" kern="1200">
                <a:solidFill>
                  <a:schemeClr val="lt1"/>
                </a:solidFill>
              </a:defRPr>
            </a:lvl3pPr>
            <a:lvl4pPr marL="1828754" algn="l" defTabSz="609585" rtl="0" eaLnBrk="1" latinLnBrk="0" hangingPunct="1">
              <a:defRPr sz="2400" kern="1200">
                <a:solidFill>
                  <a:schemeClr val="lt1"/>
                </a:solidFill>
              </a:defRPr>
            </a:lvl4pPr>
            <a:lvl5pPr marL="2438339" algn="l" defTabSz="609585" rtl="0" eaLnBrk="1" latinLnBrk="0" hangingPunct="1">
              <a:defRPr sz="2400" kern="1200">
                <a:solidFill>
                  <a:schemeClr val="lt1"/>
                </a:solidFill>
              </a:defRPr>
            </a:lvl5pPr>
            <a:lvl6pPr marL="3047924" algn="l" defTabSz="609585" rtl="0" eaLnBrk="1" latinLnBrk="0" hangingPunct="1">
              <a:defRPr sz="2400" kern="1200">
                <a:solidFill>
                  <a:schemeClr val="lt1"/>
                </a:solidFill>
              </a:defRPr>
            </a:lvl6pPr>
            <a:lvl7pPr marL="3657509" algn="l" defTabSz="609585" rtl="0" eaLnBrk="1" latinLnBrk="0" hangingPunct="1">
              <a:defRPr sz="2400" kern="1200">
                <a:solidFill>
                  <a:schemeClr val="lt1"/>
                </a:solidFill>
              </a:defRPr>
            </a:lvl7pPr>
            <a:lvl8pPr marL="4267093" algn="l" defTabSz="609585" rtl="0" eaLnBrk="1" latinLnBrk="0" hangingPunct="1">
              <a:defRPr sz="2400" kern="1200">
                <a:solidFill>
                  <a:schemeClr val="lt1"/>
                </a:solidFill>
              </a:defRPr>
            </a:lvl8pPr>
            <a:lvl9pPr marL="4876678" algn="l" defTabSz="609585" rtl="0" eaLnBrk="1" latinLnBrk="0" hangingPunct="1">
              <a:defRPr sz="2400" kern="1200">
                <a:solidFill>
                  <a:schemeClr val="lt1"/>
                </a:solidFill>
              </a:defRPr>
            </a:lvl9pPr>
          </a:lstStyle>
          <a:p>
            <a:pPr algn="ctr" defTabSz="457189">
              <a:lnSpc>
                <a:spcPct val="120000"/>
              </a:lnSpc>
            </a:pPr>
            <a:r>
              <a:rPr lang="zh-CN" altLang="en-US" sz="1400" dirty="0">
                <a:solidFill>
                  <a:srgbClr val="2B2B2B">
                    <a:lumMod val="90000"/>
                    <a:lumOff val="10000"/>
                  </a:srgbClr>
                </a:solidFill>
                <a:latin typeface="微软雅黑"/>
                <a:ea typeface="微软雅黑"/>
                <a:cs typeface="+mn-ea"/>
                <a:sym typeface="+mn-lt"/>
              </a:rPr>
              <a:t>图名</a:t>
            </a:r>
          </a:p>
        </p:txBody>
      </p:sp>
      <p:sp>
        <p:nvSpPr>
          <p:cNvPr id="53" name="íṩļíḍe">
            <a:extLst>
              <a:ext uri="{FF2B5EF4-FFF2-40B4-BE49-F238E27FC236}">
                <a16:creationId xmlns:a16="http://schemas.microsoft.com/office/drawing/2014/main" id="{D8002933-A594-44BB-B9D4-516790E1A569}"/>
              </a:ext>
            </a:extLst>
          </p:cNvPr>
          <p:cNvSpPr/>
          <p:nvPr/>
        </p:nvSpPr>
        <p:spPr>
          <a:xfrm>
            <a:off x="7308304" y="2969409"/>
            <a:ext cx="1368152" cy="309043"/>
          </a:xfrm>
          <a:prstGeom prst="rect">
            <a:avLst/>
          </a:prstGeom>
          <a:no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defPPr>
              <a:defRPr lang="en-US"/>
            </a:defPPr>
            <a:lvl1pPr marL="0" algn="l" defTabSz="609585" rtl="0" eaLnBrk="1" latinLnBrk="0" hangingPunct="1">
              <a:defRPr sz="2400" kern="1200">
                <a:solidFill>
                  <a:schemeClr val="lt1"/>
                </a:solidFill>
              </a:defRPr>
            </a:lvl1pPr>
            <a:lvl2pPr marL="609585" algn="l" defTabSz="609585" rtl="0" eaLnBrk="1" latinLnBrk="0" hangingPunct="1">
              <a:defRPr sz="2400" kern="1200">
                <a:solidFill>
                  <a:schemeClr val="lt1"/>
                </a:solidFill>
              </a:defRPr>
            </a:lvl2pPr>
            <a:lvl3pPr marL="1219170" algn="l" defTabSz="609585" rtl="0" eaLnBrk="1" latinLnBrk="0" hangingPunct="1">
              <a:defRPr sz="2400" kern="1200">
                <a:solidFill>
                  <a:schemeClr val="lt1"/>
                </a:solidFill>
              </a:defRPr>
            </a:lvl3pPr>
            <a:lvl4pPr marL="1828754" algn="l" defTabSz="609585" rtl="0" eaLnBrk="1" latinLnBrk="0" hangingPunct="1">
              <a:defRPr sz="2400" kern="1200">
                <a:solidFill>
                  <a:schemeClr val="lt1"/>
                </a:solidFill>
              </a:defRPr>
            </a:lvl4pPr>
            <a:lvl5pPr marL="2438339" algn="l" defTabSz="609585" rtl="0" eaLnBrk="1" latinLnBrk="0" hangingPunct="1">
              <a:defRPr sz="2400" kern="1200">
                <a:solidFill>
                  <a:schemeClr val="lt1"/>
                </a:solidFill>
              </a:defRPr>
            </a:lvl5pPr>
            <a:lvl6pPr marL="3047924" algn="l" defTabSz="609585" rtl="0" eaLnBrk="1" latinLnBrk="0" hangingPunct="1">
              <a:defRPr sz="2400" kern="1200">
                <a:solidFill>
                  <a:schemeClr val="lt1"/>
                </a:solidFill>
              </a:defRPr>
            </a:lvl6pPr>
            <a:lvl7pPr marL="3657509" algn="l" defTabSz="609585" rtl="0" eaLnBrk="1" latinLnBrk="0" hangingPunct="1">
              <a:defRPr sz="2400" kern="1200">
                <a:solidFill>
                  <a:schemeClr val="lt1"/>
                </a:solidFill>
              </a:defRPr>
            </a:lvl7pPr>
            <a:lvl8pPr marL="4267093" algn="l" defTabSz="609585" rtl="0" eaLnBrk="1" latinLnBrk="0" hangingPunct="1">
              <a:defRPr sz="2400" kern="1200">
                <a:solidFill>
                  <a:schemeClr val="lt1"/>
                </a:solidFill>
              </a:defRPr>
            </a:lvl8pPr>
            <a:lvl9pPr marL="4876678" algn="l" defTabSz="609585" rtl="0" eaLnBrk="1" latinLnBrk="0" hangingPunct="1">
              <a:defRPr sz="2400" kern="1200">
                <a:solidFill>
                  <a:schemeClr val="lt1"/>
                </a:solidFill>
              </a:defRPr>
            </a:lvl9pPr>
          </a:lstStyle>
          <a:p>
            <a:pPr algn="ctr" defTabSz="457189">
              <a:lnSpc>
                <a:spcPct val="120000"/>
              </a:lnSpc>
            </a:pPr>
            <a:r>
              <a:rPr lang="zh-CN" altLang="en-US" sz="1400" dirty="0">
                <a:solidFill>
                  <a:srgbClr val="2B2B2B">
                    <a:lumMod val="90000"/>
                    <a:lumOff val="10000"/>
                  </a:srgbClr>
                </a:solidFill>
                <a:latin typeface="微软雅黑"/>
                <a:ea typeface="微软雅黑"/>
                <a:cs typeface="+mn-ea"/>
                <a:sym typeface="+mn-lt"/>
              </a:rPr>
              <a:t>图例</a:t>
            </a:r>
          </a:p>
        </p:txBody>
      </p:sp>
      <p:sp>
        <p:nvSpPr>
          <p:cNvPr id="54" name="íṩļíḍe">
            <a:extLst>
              <a:ext uri="{FF2B5EF4-FFF2-40B4-BE49-F238E27FC236}">
                <a16:creationId xmlns:a16="http://schemas.microsoft.com/office/drawing/2014/main" id="{BC44780F-4399-4236-B8C5-B0C15D5789F7}"/>
              </a:ext>
            </a:extLst>
          </p:cNvPr>
          <p:cNvSpPr/>
          <p:nvPr/>
        </p:nvSpPr>
        <p:spPr>
          <a:xfrm>
            <a:off x="7308304" y="3390727"/>
            <a:ext cx="1368152" cy="309043"/>
          </a:xfrm>
          <a:prstGeom prst="rect">
            <a:avLst/>
          </a:prstGeom>
          <a:no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defPPr>
              <a:defRPr lang="en-US"/>
            </a:defPPr>
            <a:lvl1pPr marL="0" algn="l" defTabSz="609585" rtl="0" eaLnBrk="1" latinLnBrk="0" hangingPunct="1">
              <a:defRPr sz="2400" kern="1200">
                <a:solidFill>
                  <a:schemeClr val="lt1"/>
                </a:solidFill>
              </a:defRPr>
            </a:lvl1pPr>
            <a:lvl2pPr marL="609585" algn="l" defTabSz="609585" rtl="0" eaLnBrk="1" latinLnBrk="0" hangingPunct="1">
              <a:defRPr sz="2400" kern="1200">
                <a:solidFill>
                  <a:schemeClr val="lt1"/>
                </a:solidFill>
              </a:defRPr>
            </a:lvl2pPr>
            <a:lvl3pPr marL="1219170" algn="l" defTabSz="609585" rtl="0" eaLnBrk="1" latinLnBrk="0" hangingPunct="1">
              <a:defRPr sz="2400" kern="1200">
                <a:solidFill>
                  <a:schemeClr val="lt1"/>
                </a:solidFill>
              </a:defRPr>
            </a:lvl3pPr>
            <a:lvl4pPr marL="1828754" algn="l" defTabSz="609585" rtl="0" eaLnBrk="1" latinLnBrk="0" hangingPunct="1">
              <a:defRPr sz="2400" kern="1200">
                <a:solidFill>
                  <a:schemeClr val="lt1"/>
                </a:solidFill>
              </a:defRPr>
            </a:lvl4pPr>
            <a:lvl5pPr marL="2438339" algn="l" defTabSz="609585" rtl="0" eaLnBrk="1" latinLnBrk="0" hangingPunct="1">
              <a:defRPr sz="2400" kern="1200">
                <a:solidFill>
                  <a:schemeClr val="lt1"/>
                </a:solidFill>
              </a:defRPr>
            </a:lvl5pPr>
            <a:lvl6pPr marL="3047924" algn="l" defTabSz="609585" rtl="0" eaLnBrk="1" latinLnBrk="0" hangingPunct="1">
              <a:defRPr sz="2400" kern="1200">
                <a:solidFill>
                  <a:schemeClr val="lt1"/>
                </a:solidFill>
              </a:defRPr>
            </a:lvl6pPr>
            <a:lvl7pPr marL="3657509" algn="l" defTabSz="609585" rtl="0" eaLnBrk="1" latinLnBrk="0" hangingPunct="1">
              <a:defRPr sz="2400" kern="1200">
                <a:solidFill>
                  <a:schemeClr val="lt1"/>
                </a:solidFill>
              </a:defRPr>
            </a:lvl7pPr>
            <a:lvl8pPr marL="4267093" algn="l" defTabSz="609585" rtl="0" eaLnBrk="1" latinLnBrk="0" hangingPunct="1">
              <a:defRPr sz="2400" kern="1200">
                <a:solidFill>
                  <a:schemeClr val="lt1"/>
                </a:solidFill>
              </a:defRPr>
            </a:lvl8pPr>
            <a:lvl9pPr marL="4876678" algn="l" defTabSz="609585" rtl="0" eaLnBrk="1" latinLnBrk="0" hangingPunct="1">
              <a:defRPr sz="2400" kern="1200">
                <a:solidFill>
                  <a:schemeClr val="lt1"/>
                </a:solidFill>
              </a:defRPr>
            </a:lvl9pPr>
          </a:lstStyle>
          <a:p>
            <a:pPr algn="ctr" defTabSz="457189">
              <a:lnSpc>
                <a:spcPct val="120000"/>
              </a:lnSpc>
            </a:pPr>
            <a:r>
              <a:rPr lang="zh-CN" altLang="en-US" sz="1400" dirty="0">
                <a:solidFill>
                  <a:srgbClr val="2B2B2B">
                    <a:lumMod val="90000"/>
                    <a:lumOff val="10000"/>
                  </a:srgbClr>
                </a:solidFill>
                <a:latin typeface="微软雅黑"/>
                <a:ea typeface="微软雅黑"/>
                <a:cs typeface="+mn-ea"/>
                <a:sym typeface="+mn-lt"/>
              </a:rPr>
              <a:t>比例尺</a:t>
            </a:r>
          </a:p>
        </p:txBody>
      </p:sp>
      <p:cxnSp>
        <p:nvCxnSpPr>
          <p:cNvPr id="57" name="连接符: 肘形 56">
            <a:extLst>
              <a:ext uri="{FF2B5EF4-FFF2-40B4-BE49-F238E27FC236}">
                <a16:creationId xmlns:a16="http://schemas.microsoft.com/office/drawing/2014/main" id="{685BE7CD-BFBB-40D8-A293-DF34434C1D04}"/>
              </a:ext>
            </a:extLst>
          </p:cNvPr>
          <p:cNvCxnSpPr>
            <a:cxnSpLocks/>
            <a:stCxn id="25" idx="3"/>
            <a:endCxn id="52" idx="1"/>
          </p:cNvCxnSpPr>
          <p:nvPr/>
        </p:nvCxnSpPr>
        <p:spPr>
          <a:xfrm flipV="1">
            <a:off x="6948264" y="2702613"/>
            <a:ext cx="360040" cy="1368152"/>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连接符: 肘形 57">
            <a:extLst>
              <a:ext uri="{FF2B5EF4-FFF2-40B4-BE49-F238E27FC236}">
                <a16:creationId xmlns:a16="http://schemas.microsoft.com/office/drawing/2014/main" id="{247D2E5F-F78E-4CE4-A079-1109CCE38A04}"/>
              </a:ext>
            </a:extLst>
          </p:cNvPr>
          <p:cNvCxnSpPr>
            <a:cxnSpLocks/>
            <a:stCxn id="25" idx="3"/>
            <a:endCxn id="53" idx="1"/>
          </p:cNvCxnSpPr>
          <p:nvPr/>
        </p:nvCxnSpPr>
        <p:spPr>
          <a:xfrm flipV="1">
            <a:off x="6948264" y="3123931"/>
            <a:ext cx="360040" cy="946834"/>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59" name="íṩļíḍe">
            <a:extLst>
              <a:ext uri="{FF2B5EF4-FFF2-40B4-BE49-F238E27FC236}">
                <a16:creationId xmlns:a16="http://schemas.microsoft.com/office/drawing/2014/main" id="{85CB0C43-8B1D-4E68-8F0A-0538531620AF}"/>
              </a:ext>
            </a:extLst>
          </p:cNvPr>
          <p:cNvSpPr/>
          <p:nvPr/>
        </p:nvSpPr>
        <p:spPr>
          <a:xfrm>
            <a:off x="7308304" y="3812045"/>
            <a:ext cx="1368152" cy="309043"/>
          </a:xfrm>
          <a:prstGeom prst="rect">
            <a:avLst/>
          </a:prstGeom>
          <a:no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defPPr>
              <a:defRPr lang="en-US"/>
            </a:defPPr>
            <a:lvl1pPr marL="0" algn="l" defTabSz="609585" rtl="0" eaLnBrk="1" latinLnBrk="0" hangingPunct="1">
              <a:defRPr sz="2400" kern="1200">
                <a:solidFill>
                  <a:schemeClr val="lt1"/>
                </a:solidFill>
              </a:defRPr>
            </a:lvl1pPr>
            <a:lvl2pPr marL="609585" algn="l" defTabSz="609585" rtl="0" eaLnBrk="1" latinLnBrk="0" hangingPunct="1">
              <a:defRPr sz="2400" kern="1200">
                <a:solidFill>
                  <a:schemeClr val="lt1"/>
                </a:solidFill>
              </a:defRPr>
            </a:lvl2pPr>
            <a:lvl3pPr marL="1219170" algn="l" defTabSz="609585" rtl="0" eaLnBrk="1" latinLnBrk="0" hangingPunct="1">
              <a:defRPr sz="2400" kern="1200">
                <a:solidFill>
                  <a:schemeClr val="lt1"/>
                </a:solidFill>
              </a:defRPr>
            </a:lvl3pPr>
            <a:lvl4pPr marL="1828754" algn="l" defTabSz="609585" rtl="0" eaLnBrk="1" latinLnBrk="0" hangingPunct="1">
              <a:defRPr sz="2400" kern="1200">
                <a:solidFill>
                  <a:schemeClr val="lt1"/>
                </a:solidFill>
              </a:defRPr>
            </a:lvl4pPr>
            <a:lvl5pPr marL="2438339" algn="l" defTabSz="609585" rtl="0" eaLnBrk="1" latinLnBrk="0" hangingPunct="1">
              <a:defRPr sz="2400" kern="1200">
                <a:solidFill>
                  <a:schemeClr val="lt1"/>
                </a:solidFill>
              </a:defRPr>
            </a:lvl5pPr>
            <a:lvl6pPr marL="3047924" algn="l" defTabSz="609585" rtl="0" eaLnBrk="1" latinLnBrk="0" hangingPunct="1">
              <a:defRPr sz="2400" kern="1200">
                <a:solidFill>
                  <a:schemeClr val="lt1"/>
                </a:solidFill>
              </a:defRPr>
            </a:lvl6pPr>
            <a:lvl7pPr marL="3657509" algn="l" defTabSz="609585" rtl="0" eaLnBrk="1" latinLnBrk="0" hangingPunct="1">
              <a:defRPr sz="2400" kern="1200">
                <a:solidFill>
                  <a:schemeClr val="lt1"/>
                </a:solidFill>
              </a:defRPr>
            </a:lvl7pPr>
            <a:lvl8pPr marL="4267093" algn="l" defTabSz="609585" rtl="0" eaLnBrk="1" latinLnBrk="0" hangingPunct="1">
              <a:defRPr sz="2400" kern="1200">
                <a:solidFill>
                  <a:schemeClr val="lt1"/>
                </a:solidFill>
              </a:defRPr>
            </a:lvl8pPr>
            <a:lvl9pPr marL="4876678" algn="l" defTabSz="609585" rtl="0" eaLnBrk="1" latinLnBrk="0" hangingPunct="1">
              <a:defRPr sz="2400" kern="1200">
                <a:solidFill>
                  <a:schemeClr val="lt1"/>
                </a:solidFill>
              </a:defRPr>
            </a:lvl9pPr>
          </a:lstStyle>
          <a:p>
            <a:pPr algn="ctr" defTabSz="457189">
              <a:lnSpc>
                <a:spcPct val="120000"/>
              </a:lnSpc>
            </a:pPr>
            <a:r>
              <a:rPr lang="zh-CN" altLang="en-US" sz="1400" dirty="0">
                <a:solidFill>
                  <a:srgbClr val="2B2B2B">
                    <a:lumMod val="90000"/>
                    <a:lumOff val="10000"/>
                  </a:srgbClr>
                </a:solidFill>
                <a:latin typeface="微软雅黑"/>
                <a:ea typeface="微软雅黑"/>
                <a:cs typeface="+mn-ea"/>
                <a:sym typeface="+mn-lt"/>
              </a:rPr>
              <a:t>指北针</a:t>
            </a:r>
          </a:p>
        </p:txBody>
      </p:sp>
      <p:sp>
        <p:nvSpPr>
          <p:cNvPr id="96" name="iś1ïḋe">
            <a:extLst>
              <a:ext uri="{FF2B5EF4-FFF2-40B4-BE49-F238E27FC236}">
                <a16:creationId xmlns:a16="http://schemas.microsoft.com/office/drawing/2014/main" id="{C6EF588F-4CF8-4F13-8F93-2674B4804DF8}"/>
              </a:ext>
            </a:extLst>
          </p:cNvPr>
          <p:cNvSpPr/>
          <p:nvPr/>
        </p:nvSpPr>
        <p:spPr>
          <a:xfrm>
            <a:off x="7308304" y="1962140"/>
            <a:ext cx="1368152" cy="309043"/>
          </a:xfrm>
          <a:prstGeom prst="rect">
            <a:avLst/>
          </a:prstGeom>
          <a:no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defPPr>
              <a:defRPr lang="en-US"/>
            </a:defPPr>
            <a:lvl1pPr marL="0" algn="l" defTabSz="609585" rtl="0" eaLnBrk="1" latinLnBrk="0" hangingPunct="1">
              <a:defRPr sz="2400" kern="1200">
                <a:solidFill>
                  <a:schemeClr val="lt1"/>
                </a:solidFill>
              </a:defRPr>
            </a:lvl1pPr>
            <a:lvl2pPr marL="609585" algn="l" defTabSz="609585" rtl="0" eaLnBrk="1" latinLnBrk="0" hangingPunct="1">
              <a:defRPr sz="2400" kern="1200">
                <a:solidFill>
                  <a:schemeClr val="lt1"/>
                </a:solidFill>
              </a:defRPr>
            </a:lvl2pPr>
            <a:lvl3pPr marL="1219170" algn="l" defTabSz="609585" rtl="0" eaLnBrk="1" latinLnBrk="0" hangingPunct="1">
              <a:defRPr sz="2400" kern="1200">
                <a:solidFill>
                  <a:schemeClr val="lt1"/>
                </a:solidFill>
              </a:defRPr>
            </a:lvl3pPr>
            <a:lvl4pPr marL="1828754" algn="l" defTabSz="609585" rtl="0" eaLnBrk="1" latinLnBrk="0" hangingPunct="1">
              <a:defRPr sz="2400" kern="1200">
                <a:solidFill>
                  <a:schemeClr val="lt1"/>
                </a:solidFill>
              </a:defRPr>
            </a:lvl4pPr>
            <a:lvl5pPr marL="2438339" algn="l" defTabSz="609585" rtl="0" eaLnBrk="1" latinLnBrk="0" hangingPunct="1">
              <a:defRPr sz="2400" kern="1200">
                <a:solidFill>
                  <a:schemeClr val="lt1"/>
                </a:solidFill>
              </a:defRPr>
            </a:lvl5pPr>
            <a:lvl6pPr marL="3047924" algn="l" defTabSz="609585" rtl="0" eaLnBrk="1" latinLnBrk="0" hangingPunct="1">
              <a:defRPr sz="2400" kern="1200">
                <a:solidFill>
                  <a:schemeClr val="lt1"/>
                </a:solidFill>
              </a:defRPr>
            </a:lvl6pPr>
            <a:lvl7pPr marL="3657509" algn="l" defTabSz="609585" rtl="0" eaLnBrk="1" latinLnBrk="0" hangingPunct="1">
              <a:defRPr sz="2400" kern="1200">
                <a:solidFill>
                  <a:schemeClr val="lt1"/>
                </a:solidFill>
              </a:defRPr>
            </a:lvl7pPr>
            <a:lvl8pPr marL="4267093" algn="l" defTabSz="609585" rtl="0" eaLnBrk="1" latinLnBrk="0" hangingPunct="1">
              <a:defRPr sz="2400" kern="1200">
                <a:solidFill>
                  <a:schemeClr val="lt1"/>
                </a:solidFill>
              </a:defRPr>
            </a:lvl8pPr>
            <a:lvl9pPr marL="4876678" algn="l" defTabSz="609585" rtl="0" eaLnBrk="1" latinLnBrk="0" hangingPunct="1">
              <a:defRPr sz="2400" kern="1200">
                <a:solidFill>
                  <a:schemeClr val="lt1"/>
                </a:solidFill>
              </a:defRPr>
            </a:lvl9pPr>
          </a:lstStyle>
          <a:p>
            <a:pPr algn="ctr" defTabSz="457189">
              <a:lnSpc>
                <a:spcPct val="120000"/>
              </a:lnSpc>
            </a:pPr>
            <a:r>
              <a:rPr lang="zh-CN" altLang="en-US" sz="1400" dirty="0">
                <a:solidFill>
                  <a:srgbClr val="2B2B2B">
                    <a:lumMod val="90000"/>
                    <a:lumOff val="10000"/>
                  </a:srgbClr>
                </a:solidFill>
                <a:latin typeface="微软雅黑"/>
                <a:ea typeface="微软雅黑"/>
                <a:cs typeface="+mn-ea"/>
                <a:sym typeface="+mn-lt"/>
              </a:rPr>
              <a:t>地形图层</a:t>
            </a:r>
          </a:p>
        </p:txBody>
      </p:sp>
      <p:cxnSp>
        <p:nvCxnSpPr>
          <p:cNvPr id="99" name="连接符: 肘形 98">
            <a:extLst>
              <a:ext uri="{FF2B5EF4-FFF2-40B4-BE49-F238E27FC236}">
                <a16:creationId xmlns:a16="http://schemas.microsoft.com/office/drawing/2014/main" id="{B8197125-5375-41BF-8D34-1D1712280AD0}"/>
              </a:ext>
            </a:extLst>
          </p:cNvPr>
          <p:cNvCxnSpPr>
            <a:cxnSpLocks/>
            <a:stCxn id="23" idx="3"/>
            <a:endCxn id="27" idx="1"/>
          </p:cNvCxnSpPr>
          <p:nvPr/>
        </p:nvCxnSpPr>
        <p:spPr>
          <a:xfrm flipV="1">
            <a:off x="6948263" y="1286112"/>
            <a:ext cx="360041" cy="411832"/>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1" name="连接符: 肘形 100">
            <a:extLst>
              <a:ext uri="{FF2B5EF4-FFF2-40B4-BE49-F238E27FC236}">
                <a16:creationId xmlns:a16="http://schemas.microsoft.com/office/drawing/2014/main" id="{DFA376A5-5473-4512-8DE7-45D9B0D6B9E8}"/>
              </a:ext>
            </a:extLst>
          </p:cNvPr>
          <p:cNvCxnSpPr>
            <a:cxnSpLocks/>
            <a:stCxn id="23" idx="3"/>
            <a:endCxn id="37" idx="1"/>
          </p:cNvCxnSpPr>
          <p:nvPr/>
        </p:nvCxnSpPr>
        <p:spPr>
          <a:xfrm>
            <a:off x="6948263" y="1697944"/>
            <a:ext cx="360041" cy="12700"/>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3" name="连接符: 肘形 102">
            <a:extLst>
              <a:ext uri="{FF2B5EF4-FFF2-40B4-BE49-F238E27FC236}">
                <a16:creationId xmlns:a16="http://schemas.microsoft.com/office/drawing/2014/main" id="{A547C11F-1B98-45EA-ADF9-746B9C42EB49}"/>
              </a:ext>
            </a:extLst>
          </p:cNvPr>
          <p:cNvCxnSpPr>
            <a:cxnSpLocks/>
            <a:stCxn id="23" idx="3"/>
            <a:endCxn id="96" idx="1"/>
          </p:cNvCxnSpPr>
          <p:nvPr/>
        </p:nvCxnSpPr>
        <p:spPr>
          <a:xfrm>
            <a:off x="6948263" y="1697944"/>
            <a:ext cx="360041" cy="418718"/>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5" name="连接符: 肘形 104">
            <a:extLst>
              <a:ext uri="{FF2B5EF4-FFF2-40B4-BE49-F238E27FC236}">
                <a16:creationId xmlns:a16="http://schemas.microsoft.com/office/drawing/2014/main" id="{C556FC82-A65A-41EC-9DAB-25BC3E205FBA}"/>
              </a:ext>
            </a:extLst>
          </p:cNvPr>
          <p:cNvCxnSpPr>
            <a:cxnSpLocks/>
            <a:stCxn id="25" idx="3"/>
            <a:endCxn id="54" idx="1"/>
          </p:cNvCxnSpPr>
          <p:nvPr/>
        </p:nvCxnSpPr>
        <p:spPr>
          <a:xfrm flipV="1">
            <a:off x="6948264" y="3545249"/>
            <a:ext cx="360040" cy="525516"/>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7" name="连接符: 肘形 106">
            <a:extLst>
              <a:ext uri="{FF2B5EF4-FFF2-40B4-BE49-F238E27FC236}">
                <a16:creationId xmlns:a16="http://schemas.microsoft.com/office/drawing/2014/main" id="{5F28CE87-9D97-4948-9651-8CD1A72C9DD4}"/>
              </a:ext>
            </a:extLst>
          </p:cNvPr>
          <p:cNvCxnSpPr>
            <a:cxnSpLocks/>
            <a:stCxn id="25" idx="3"/>
            <a:endCxn id="59" idx="1"/>
          </p:cNvCxnSpPr>
          <p:nvPr/>
        </p:nvCxnSpPr>
        <p:spPr>
          <a:xfrm flipV="1">
            <a:off x="6948264" y="3966567"/>
            <a:ext cx="360040" cy="104198"/>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156" name="íṩļíḍe">
            <a:extLst>
              <a:ext uri="{FF2B5EF4-FFF2-40B4-BE49-F238E27FC236}">
                <a16:creationId xmlns:a16="http://schemas.microsoft.com/office/drawing/2014/main" id="{E42E292C-5F8E-400D-B8F2-4CFFD0BAE52F}"/>
              </a:ext>
            </a:extLst>
          </p:cNvPr>
          <p:cNvSpPr/>
          <p:nvPr/>
        </p:nvSpPr>
        <p:spPr>
          <a:xfrm>
            <a:off x="7305972" y="4233363"/>
            <a:ext cx="1368152" cy="309043"/>
          </a:xfrm>
          <a:prstGeom prst="rect">
            <a:avLst/>
          </a:prstGeom>
          <a:no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defPPr>
              <a:defRPr lang="en-US"/>
            </a:defPPr>
            <a:lvl1pPr marL="0" algn="l" defTabSz="609585" rtl="0" eaLnBrk="1" latinLnBrk="0" hangingPunct="1">
              <a:defRPr sz="2400" kern="1200">
                <a:solidFill>
                  <a:schemeClr val="lt1"/>
                </a:solidFill>
              </a:defRPr>
            </a:lvl1pPr>
            <a:lvl2pPr marL="609585" algn="l" defTabSz="609585" rtl="0" eaLnBrk="1" latinLnBrk="0" hangingPunct="1">
              <a:defRPr sz="2400" kern="1200">
                <a:solidFill>
                  <a:schemeClr val="lt1"/>
                </a:solidFill>
              </a:defRPr>
            </a:lvl2pPr>
            <a:lvl3pPr marL="1219170" algn="l" defTabSz="609585" rtl="0" eaLnBrk="1" latinLnBrk="0" hangingPunct="1">
              <a:defRPr sz="2400" kern="1200">
                <a:solidFill>
                  <a:schemeClr val="lt1"/>
                </a:solidFill>
              </a:defRPr>
            </a:lvl3pPr>
            <a:lvl4pPr marL="1828754" algn="l" defTabSz="609585" rtl="0" eaLnBrk="1" latinLnBrk="0" hangingPunct="1">
              <a:defRPr sz="2400" kern="1200">
                <a:solidFill>
                  <a:schemeClr val="lt1"/>
                </a:solidFill>
              </a:defRPr>
            </a:lvl4pPr>
            <a:lvl5pPr marL="2438339" algn="l" defTabSz="609585" rtl="0" eaLnBrk="1" latinLnBrk="0" hangingPunct="1">
              <a:defRPr sz="2400" kern="1200">
                <a:solidFill>
                  <a:schemeClr val="lt1"/>
                </a:solidFill>
              </a:defRPr>
            </a:lvl5pPr>
            <a:lvl6pPr marL="3047924" algn="l" defTabSz="609585" rtl="0" eaLnBrk="1" latinLnBrk="0" hangingPunct="1">
              <a:defRPr sz="2400" kern="1200">
                <a:solidFill>
                  <a:schemeClr val="lt1"/>
                </a:solidFill>
              </a:defRPr>
            </a:lvl6pPr>
            <a:lvl7pPr marL="3657509" algn="l" defTabSz="609585" rtl="0" eaLnBrk="1" latinLnBrk="0" hangingPunct="1">
              <a:defRPr sz="2400" kern="1200">
                <a:solidFill>
                  <a:schemeClr val="lt1"/>
                </a:solidFill>
              </a:defRPr>
            </a:lvl7pPr>
            <a:lvl8pPr marL="4267093" algn="l" defTabSz="609585" rtl="0" eaLnBrk="1" latinLnBrk="0" hangingPunct="1">
              <a:defRPr sz="2400" kern="1200">
                <a:solidFill>
                  <a:schemeClr val="lt1"/>
                </a:solidFill>
              </a:defRPr>
            </a:lvl8pPr>
            <a:lvl9pPr marL="4876678" algn="l" defTabSz="609585" rtl="0" eaLnBrk="1" latinLnBrk="0" hangingPunct="1">
              <a:defRPr sz="2400" kern="1200">
                <a:solidFill>
                  <a:schemeClr val="lt1"/>
                </a:solidFill>
              </a:defRPr>
            </a:lvl9pPr>
          </a:lstStyle>
          <a:p>
            <a:pPr algn="ctr" defTabSz="457189">
              <a:lnSpc>
                <a:spcPct val="120000"/>
              </a:lnSpc>
            </a:pPr>
            <a:r>
              <a:rPr lang="zh-CN" altLang="en-US" sz="1400" dirty="0">
                <a:solidFill>
                  <a:srgbClr val="2B2B2B">
                    <a:lumMod val="90000"/>
                    <a:lumOff val="10000"/>
                  </a:srgbClr>
                </a:solidFill>
                <a:latin typeface="微软雅黑"/>
                <a:ea typeface="微软雅黑"/>
                <a:cs typeface="+mn-ea"/>
                <a:sym typeface="+mn-lt"/>
              </a:rPr>
              <a:t>独立图表</a:t>
            </a:r>
          </a:p>
        </p:txBody>
      </p:sp>
      <p:sp>
        <p:nvSpPr>
          <p:cNvPr id="157" name="íṩļíḍe">
            <a:extLst>
              <a:ext uri="{FF2B5EF4-FFF2-40B4-BE49-F238E27FC236}">
                <a16:creationId xmlns:a16="http://schemas.microsoft.com/office/drawing/2014/main" id="{38342E21-5297-4485-925F-ADD071B9C6F8}"/>
              </a:ext>
            </a:extLst>
          </p:cNvPr>
          <p:cNvSpPr/>
          <p:nvPr/>
        </p:nvSpPr>
        <p:spPr>
          <a:xfrm>
            <a:off x="7300212" y="4654679"/>
            <a:ext cx="1368152" cy="309043"/>
          </a:xfrm>
          <a:prstGeom prst="rect">
            <a:avLst/>
          </a:prstGeom>
          <a:no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defPPr>
              <a:defRPr lang="en-US"/>
            </a:defPPr>
            <a:lvl1pPr marL="0" algn="l" defTabSz="609585" rtl="0" eaLnBrk="1" latinLnBrk="0" hangingPunct="1">
              <a:defRPr sz="2400" kern="1200">
                <a:solidFill>
                  <a:schemeClr val="lt1"/>
                </a:solidFill>
              </a:defRPr>
            </a:lvl1pPr>
            <a:lvl2pPr marL="609585" algn="l" defTabSz="609585" rtl="0" eaLnBrk="1" latinLnBrk="0" hangingPunct="1">
              <a:defRPr sz="2400" kern="1200">
                <a:solidFill>
                  <a:schemeClr val="lt1"/>
                </a:solidFill>
              </a:defRPr>
            </a:lvl2pPr>
            <a:lvl3pPr marL="1219170" algn="l" defTabSz="609585" rtl="0" eaLnBrk="1" latinLnBrk="0" hangingPunct="1">
              <a:defRPr sz="2400" kern="1200">
                <a:solidFill>
                  <a:schemeClr val="lt1"/>
                </a:solidFill>
              </a:defRPr>
            </a:lvl3pPr>
            <a:lvl4pPr marL="1828754" algn="l" defTabSz="609585" rtl="0" eaLnBrk="1" latinLnBrk="0" hangingPunct="1">
              <a:defRPr sz="2400" kern="1200">
                <a:solidFill>
                  <a:schemeClr val="lt1"/>
                </a:solidFill>
              </a:defRPr>
            </a:lvl4pPr>
            <a:lvl5pPr marL="2438339" algn="l" defTabSz="609585" rtl="0" eaLnBrk="1" latinLnBrk="0" hangingPunct="1">
              <a:defRPr sz="2400" kern="1200">
                <a:solidFill>
                  <a:schemeClr val="lt1"/>
                </a:solidFill>
              </a:defRPr>
            </a:lvl5pPr>
            <a:lvl6pPr marL="3047924" algn="l" defTabSz="609585" rtl="0" eaLnBrk="1" latinLnBrk="0" hangingPunct="1">
              <a:defRPr sz="2400" kern="1200">
                <a:solidFill>
                  <a:schemeClr val="lt1"/>
                </a:solidFill>
              </a:defRPr>
            </a:lvl6pPr>
            <a:lvl7pPr marL="3657509" algn="l" defTabSz="609585" rtl="0" eaLnBrk="1" latinLnBrk="0" hangingPunct="1">
              <a:defRPr sz="2400" kern="1200">
                <a:solidFill>
                  <a:schemeClr val="lt1"/>
                </a:solidFill>
              </a:defRPr>
            </a:lvl7pPr>
            <a:lvl8pPr marL="4267093" algn="l" defTabSz="609585" rtl="0" eaLnBrk="1" latinLnBrk="0" hangingPunct="1">
              <a:defRPr sz="2400" kern="1200">
                <a:solidFill>
                  <a:schemeClr val="lt1"/>
                </a:solidFill>
              </a:defRPr>
            </a:lvl8pPr>
            <a:lvl9pPr marL="4876678" algn="l" defTabSz="609585" rtl="0" eaLnBrk="1" latinLnBrk="0" hangingPunct="1">
              <a:defRPr sz="2400" kern="1200">
                <a:solidFill>
                  <a:schemeClr val="lt1"/>
                </a:solidFill>
              </a:defRPr>
            </a:lvl9pPr>
          </a:lstStyle>
          <a:p>
            <a:pPr algn="ctr" defTabSz="457189">
              <a:lnSpc>
                <a:spcPct val="120000"/>
              </a:lnSpc>
            </a:pPr>
            <a:r>
              <a:rPr lang="zh-CN" altLang="en-US" sz="1400" dirty="0">
                <a:solidFill>
                  <a:srgbClr val="2B2B2B">
                    <a:lumMod val="90000"/>
                    <a:lumOff val="10000"/>
                  </a:srgbClr>
                </a:solidFill>
                <a:latin typeface="微软雅黑"/>
                <a:ea typeface="微软雅黑"/>
                <a:cs typeface="+mn-ea"/>
                <a:sym typeface="+mn-lt"/>
              </a:rPr>
              <a:t>附加文本</a:t>
            </a:r>
          </a:p>
        </p:txBody>
      </p:sp>
      <p:cxnSp>
        <p:nvCxnSpPr>
          <p:cNvPr id="159" name="连接符: 肘形 158">
            <a:extLst>
              <a:ext uri="{FF2B5EF4-FFF2-40B4-BE49-F238E27FC236}">
                <a16:creationId xmlns:a16="http://schemas.microsoft.com/office/drawing/2014/main" id="{6B4BEAED-4000-46FD-AC1F-20E073CA93A3}"/>
              </a:ext>
            </a:extLst>
          </p:cNvPr>
          <p:cNvCxnSpPr>
            <a:stCxn id="25" idx="3"/>
            <a:endCxn id="156" idx="1"/>
          </p:cNvCxnSpPr>
          <p:nvPr/>
        </p:nvCxnSpPr>
        <p:spPr>
          <a:xfrm>
            <a:off x="6948264" y="4070765"/>
            <a:ext cx="357708" cy="317120"/>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1" name="连接符: 肘形 160">
            <a:extLst>
              <a:ext uri="{FF2B5EF4-FFF2-40B4-BE49-F238E27FC236}">
                <a16:creationId xmlns:a16="http://schemas.microsoft.com/office/drawing/2014/main" id="{7A6F8758-CAE1-45DB-BA76-DD60E0115210}"/>
              </a:ext>
            </a:extLst>
          </p:cNvPr>
          <p:cNvCxnSpPr>
            <a:stCxn id="25" idx="3"/>
            <a:endCxn id="157" idx="1"/>
          </p:cNvCxnSpPr>
          <p:nvPr/>
        </p:nvCxnSpPr>
        <p:spPr>
          <a:xfrm>
            <a:off x="6948264" y="4070765"/>
            <a:ext cx="351948" cy="738436"/>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50" name="组合 49">
            <a:extLst>
              <a:ext uri="{FF2B5EF4-FFF2-40B4-BE49-F238E27FC236}">
                <a16:creationId xmlns:a16="http://schemas.microsoft.com/office/drawing/2014/main" id="{D6096F98-4FD8-4CA5-92AC-B2CB2D3AD52E}"/>
              </a:ext>
            </a:extLst>
          </p:cNvPr>
          <p:cNvGrpSpPr/>
          <p:nvPr/>
        </p:nvGrpSpPr>
        <p:grpSpPr>
          <a:xfrm>
            <a:off x="-3" y="85172"/>
            <a:ext cx="4211963" cy="447238"/>
            <a:chOff x="-10956" y="85171"/>
            <a:chExt cx="2940485" cy="447238"/>
          </a:xfrm>
        </p:grpSpPr>
        <p:sp>
          <p:nvSpPr>
            <p:cNvPr id="51" name="矩形 1">
              <a:extLst>
                <a:ext uri="{FF2B5EF4-FFF2-40B4-BE49-F238E27FC236}">
                  <a16:creationId xmlns:a16="http://schemas.microsoft.com/office/drawing/2014/main" id="{F0C0D5D0-BD41-4230-A42F-C589C13EC666}"/>
                </a:ext>
              </a:extLst>
            </p:cNvPr>
            <p:cNvSpPr/>
            <p:nvPr/>
          </p:nvSpPr>
          <p:spPr>
            <a:xfrm>
              <a:off x="-10956" y="123478"/>
              <a:ext cx="2900474" cy="408931"/>
            </a:xfrm>
            <a:custGeom>
              <a:avLst/>
              <a:gdLst>
                <a:gd name="connsiteX0" fmla="*/ 0 w 4211960"/>
                <a:gd name="connsiteY0" fmla="*/ 0 h 2088232"/>
                <a:gd name="connsiteX1" fmla="*/ 4211960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101133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281963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319192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712023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11960" h="2088232">
                  <a:moveTo>
                    <a:pt x="0" y="0"/>
                  </a:moveTo>
                  <a:lnTo>
                    <a:pt x="3712023" y="0"/>
                  </a:lnTo>
                  <a:lnTo>
                    <a:pt x="4211960" y="2088232"/>
                  </a:lnTo>
                  <a:lnTo>
                    <a:pt x="0" y="2088232"/>
                  </a:lnTo>
                  <a:lnTo>
                    <a:pt x="0" y="0"/>
                  </a:lnTo>
                  <a:close/>
                </a:path>
              </a:pathLst>
            </a:custGeom>
            <a:solidFill>
              <a:srgbClr val="0163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8">
                <a:lnSpc>
                  <a:spcPct val="120000"/>
                </a:lnSpc>
              </a:pPr>
              <a:endParaRPr lang="zh-CN" altLang="en-US" sz="2400">
                <a:solidFill>
                  <a:srgbClr val="FFFFFF"/>
                </a:solidFill>
                <a:latin typeface="微软雅黑"/>
                <a:ea typeface="微软雅黑"/>
                <a:cs typeface="+mn-ea"/>
                <a:sym typeface="+mn-lt"/>
              </a:endParaRPr>
            </a:p>
          </p:txBody>
        </p:sp>
        <p:sp>
          <p:nvSpPr>
            <p:cNvPr id="55" name="文本框 54">
              <a:extLst>
                <a:ext uri="{FF2B5EF4-FFF2-40B4-BE49-F238E27FC236}">
                  <a16:creationId xmlns:a16="http://schemas.microsoft.com/office/drawing/2014/main" id="{94B726C0-44EE-4CC5-B02D-63EE1B1A9EDF}"/>
                </a:ext>
              </a:extLst>
            </p:cNvPr>
            <p:cNvSpPr txBox="1"/>
            <p:nvPr/>
          </p:nvSpPr>
          <p:spPr>
            <a:xfrm>
              <a:off x="-10955" y="85171"/>
              <a:ext cx="2940484" cy="447238"/>
            </a:xfrm>
            <a:prstGeom prst="rect">
              <a:avLst/>
            </a:prstGeom>
            <a:noFill/>
          </p:spPr>
          <p:txBody>
            <a:bodyPr wrap="square" rtlCol="0">
              <a:spAutoFit/>
            </a:bodyPr>
            <a:lstStyle/>
            <a:p>
              <a:pPr defTabSz="914378">
                <a:lnSpc>
                  <a:spcPct val="120000"/>
                </a:lnSpc>
              </a:pPr>
              <a:r>
                <a:rPr lang="en-US" altLang="zh-CN" sz="2100" dirty="0">
                  <a:solidFill>
                    <a:srgbClr val="FFFFFF"/>
                  </a:solidFill>
                  <a:latin typeface="微软雅黑"/>
                  <a:ea typeface="微软雅黑"/>
                  <a:cs typeface="+mn-ea"/>
                  <a:sym typeface="+mn-lt"/>
                </a:rPr>
                <a:t>2.2 </a:t>
              </a:r>
              <a:r>
                <a:rPr lang="zh-CN" altLang="en-US" sz="2100" dirty="0">
                  <a:solidFill>
                    <a:srgbClr val="FFFFFF"/>
                  </a:solidFill>
                  <a:cs typeface="+mn-ea"/>
                  <a:sym typeface="+mn-lt"/>
                </a:rPr>
                <a:t>地图知识图谱构建与应用</a:t>
              </a:r>
              <a:endParaRPr lang="en-US" altLang="zh-CN" sz="2100" dirty="0">
                <a:solidFill>
                  <a:srgbClr val="FFFFFF"/>
                </a:solidFill>
                <a:cs typeface="+mn-ea"/>
                <a:sym typeface="+mn-lt"/>
              </a:endParaRPr>
            </a:p>
          </p:txBody>
        </p:sp>
      </p:grpSp>
    </p:spTree>
    <p:extLst>
      <p:ext uri="{BB962C8B-B14F-4D97-AF65-F5344CB8AC3E}">
        <p14:creationId xmlns:p14="http://schemas.microsoft.com/office/powerpoint/2010/main" val="316011026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 name="组合 29">
            <a:extLst>
              <a:ext uri="{FF2B5EF4-FFF2-40B4-BE49-F238E27FC236}">
                <a16:creationId xmlns:a16="http://schemas.microsoft.com/office/drawing/2014/main" id="{F4DC642D-74EE-4984-8D9C-2399044012C3}"/>
              </a:ext>
            </a:extLst>
          </p:cNvPr>
          <p:cNvGrpSpPr/>
          <p:nvPr/>
        </p:nvGrpSpPr>
        <p:grpSpPr>
          <a:xfrm>
            <a:off x="539552" y="843558"/>
            <a:ext cx="3531344" cy="400110"/>
            <a:chOff x="539552" y="987574"/>
            <a:chExt cx="3531344" cy="400110"/>
          </a:xfrm>
        </p:grpSpPr>
        <p:grpSp>
          <p:nvGrpSpPr>
            <p:cNvPr id="31" name="组合 30">
              <a:extLst>
                <a:ext uri="{FF2B5EF4-FFF2-40B4-BE49-F238E27FC236}">
                  <a16:creationId xmlns:a16="http://schemas.microsoft.com/office/drawing/2014/main" id="{184BD4AA-70E7-4E0E-8689-398B012A8742}"/>
                </a:ext>
              </a:extLst>
            </p:cNvPr>
            <p:cNvGrpSpPr/>
            <p:nvPr/>
          </p:nvGrpSpPr>
          <p:grpSpPr>
            <a:xfrm>
              <a:off x="539552" y="1162909"/>
              <a:ext cx="3531344" cy="52489"/>
              <a:chOff x="2739916" y="1443571"/>
              <a:chExt cx="4066578" cy="67754"/>
            </a:xfrm>
          </p:grpSpPr>
          <p:cxnSp>
            <p:nvCxnSpPr>
              <p:cNvPr id="33" name="直接连接符 32">
                <a:extLst>
                  <a:ext uri="{FF2B5EF4-FFF2-40B4-BE49-F238E27FC236}">
                    <a16:creationId xmlns:a16="http://schemas.microsoft.com/office/drawing/2014/main" id="{3B954946-E331-4C09-BE2C-9841A3FE5120}"/>
                  </a:ext>
                </a:extLst>
              </p:cNvPr>
              <p:cNvCxnSpPr>
                <a:cxnSpLocks/>
              </p:cNvCxnSpPr>
              <p:nvPr/>
            </p:nvCxnSpPr>
            <p:spPr>
              <a:xfrm>
                <a:off x="2739916" y="1511325"/>
                <a:ext cx="4066578" cy="0"/>
              </a:xfrm>
              <a:prstGeom prst="line">
                <a:avLst/>
              </a:prstGeom>
              <a:noFill/>
              <a:ln w="6350" cap="flat" cmpd="sng" algn="ctr">
                <a:solidFill>
                  <a:srgbClr val="016371"/>
                </a:solidFill>
                <a:prstDash val="solid"/>
                <a:miter lim="800000"/>
              </a:ln>
              <a:effectLst/>
            </p:spPr>
          </p:cxnSp>
          <p:cxnSp>
            <p:nvCxnSpPr>
              <p:cNvPr id="34" name="直接连接符 33">
                <a:extLst>
                  <a:ext uri="{FF2B5EF4-FFF2-40B4-BE49-F238E27FC236}">
                    <a16:creationId xmlns:a16="http://schemas.microsoft.com/office/drawing/2014/main" id="{E47B2997-F3AF-4CE2-AA67-6886D504EA7F}"/>
                  </a:ext>
                </a:extLst>
              </p:cNvPr>
              <p:cNvCxnSpPr>
                <a:cxnSpLocks/>
              </p:cNvCxnSpPr>
              <p:nvPr/>
            </p:nvCxnSpPr>
            <p:spPr>
              <a:xfrm>
                <a:off x="2739916" y="1443571"/>
                <a:ext cx="4066578" cy="0"/>
              </a:xfrm>
              <a:prstGeom prst="line">
                <a:avLst/>
              </a:prstGeom>
              <a:noFill/>
              <a:ln w="6350" cap="flat" cmpd="sng" algn="ctr">
                <a:solidFill>
                  <a:srgbClr val="016371"/>
                </a:solidFill>
                <a:prstDash val="solid"/>
                <a:miter lim="800000"/>
              </a:ln>
              <a:effectLst/>
            </p:spPr>
          </p:cxnSp>
        </p:grpSp>
        <p:sp>
          <p:nvSpPr>
            <p:cNvPr id="32" name="文本框 31">
              <a:extLst>
                <a:ext uri="{FF2B5EF4-FFF2-40B4-BE49-F238E27FC236}">
                  <a16:creationId xmlns:a16="http://schemas.microsoft.com/office/drawing/2014/main" id="{F07A84AE-FE2F-4218-B773-618FCFB08C78}"/>
                </a:ext>
              </a:extLst>
            </p:cNvPr>
            <p:cNvSpPr txBox="1"/>
            <p:nvPr/>
          </p:nvSpPr>
          <p:spPr>
            <a:xfrm>
              <a:off x="1228811" y="987574"/>
              <a:ext cx="2152826" cy="400110"/>
            </a:xfrm>
            <a:prstGeom prst="rect">
              <a:avLst/>
            </a:prstGeom>
            <a:solidFill>
              <a:srgbClr val="016371"/>
            </a:solidFill>
            <a:ln>
              <a:noFill/>
            </a:ln>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zh-CN" altLang="en-US" sz="2000" kern="0" dirty="0">
                  <a:solidFill>
                    <a:prstClr val="white"/>
                  </a:solidFill>
                  <a:latin typeface="等线"/>
                  <a:ea typeface="等线"/>
                </a:rPr>
                <a:t>地图符号</a:t>
              </a:r>
              <a:endParaRPr kumimoji="0" lang="zh-CN" altLang="en-US" sz="2000" b="0" i="0" u="none" strike="noStrike" kern="0" cap="none" spc="0" normalizeH="0" baseline="0" noProof="0" dirty="0">
                <a:ln>
                  <a:noFill/>
                </a:ln>
                <a:solidFill>
                  <a:prstClr val="white"/>
                </a:solidFill>
                <a:effectLst/>
                <a:uLnTx/>
                <a:uFillTx/>
                <a:latin typeface="等线"/>
                <a:ea typeface="等线"/>
              </a:endParaRPr>
            </a:p>
          </p:txBody>
        </p:sp>
      </p:grpSp>
      <p:sp>
        <p:nvSpPr>
          <p:cNvPr id="18" name="ïšḷíḍé">
            <a:extLst>
              <a:ext uri="{FF2B5EF4-FFF2-40B4-BE49-F238E27FC236}">
                <a16:creationId xmlns:a16="http://schemas.microsoft.com/office/drawing/2014/main" id="{287702EB-E72E-4865-A176-5AE30BB4EB08}"/>
              </a:ext>
            </a:extLst>
          </p:cNvPr>
          <p:cNvSpPr/>
          <p:nvPr/>
        </p:nvSpPr>
        <p:spPr>
          <a:xfrm>
            <a:off x="4876418" y="1347614"/>
            <a:ext cx="415662" cy="3523089"/>
          </a:xfrm>
          <a:prstGeom prst="rect">
            <a:avLst/>
          </a:prstGeom>
          <a:noFill/>
          <a:ln w="6350">
            <a:solidFill>
              <a:srgbClr val="01637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defPPr>
              <a:defRPr lang="en-US"/>
            </a:defPPr>
            <a:lvl1pPr marL="0" algn="l" defTabSz="609585" rtl="0" eaLnBrk="1" latinLnBrk="0" hangingPunct="1">
              <a:defRPr sz="2400" kern="1200">
                <a:solidFill>
                  <a:schemeClr val="lt1"/>
                </a:solidFill>
              </a:defRPr>
            </a:lvl1pPr>
            <a:lvl2pPr marL="609585" algn="l" defTabSz="609585" rtl="0" eaLnBrk="1" latinLnBrk="0" hangingPunct="1">
              <a:defRPr sz="2400" kern="1200">
                <a:solidFill>
                  <a:schemeClr val="lt1"/>
                </a:solidFill>
              </a:defRPr>
            </a:lvl2pPr>
            <a:lvl3pPr marL="1219170" algn="l" defTabSz="609585" rtl="0" eaLnBrk="1" latinLnBrk="0" hangingPunct="1">
              <a:defRPr sz="2400" kern="1200">
                <a:solidFill>
                  <a:schemeClr val="lt1"/>
                </a:solidFill>
              </a:defRPr>
            </a:lvl3pPr>
            <a:lvl4pPr marL="1828754" algn="l" defTabSz="609585" rtl="0" eaLnBrk="1" latinLnBrk="0" hangingPunct="1">
              <a:defRPr sz="2400" kern="1200">
                <a:solidFill>
                  <a:schemeClr val="lt1"/>
                </a:solidFill>
              </a:defRPr>
            </a:lvl4pPr>
            <a:lvl5pPr marL="2438339" algn="l" defTabSz="609585" rtl="0" eaLnBrk="1" latinLnBrk="0" hangingPunct="1">
              <a:defRPr sz="2400" kern="1200">
                <a:solidFill>
                  <a:schemeClr val="lt1"/>
                </a:solidFill>
              </a:defRPr>
            </a:lvl5pPr>
            <a:lvl6pPr marL="3047924" algn="l" defTabSz="609585" rtl="0" eaLnBrk="1" latinLnBrk="0" hangingPunct="1">
              <a:defRPr sz="2400" kern="1200">
                <a:solidFill>
                  <a:schemeClr val="lt1"/>
                </a:solidFill>
              </a:defRPr>
            </a:lvl6pPr>
            <a:lvl7pPr marL="3657509" algn="l" defTabSz="609585" rtl="0" eaLnBrk="1" latinLnBrk="0" hangingPunct="1">
              <a:defRPr sz="2400" kern="1200">
                <a:solidFill>
                  <a:schemeClr val="lt1"/>
                </a:solidFill>
              </a:defRPr>
            </a:lvl7pPr>
            <a:lvl8pPr marL="4267093" algn="l" defTabSz="609585" rtl="0" eaLnBrk="1" latinLnBrk="0" hangingPunct="1">
              <a:defRPr sz="2400" kern="1200">
                <a:solidFill>
                  <a:schemeClr val="lt1"/>
                </a:solidFill>
              </a:defRPr>
            </a:lvl8pPr>
            <a:lvl9pPr marL="4876678" algn="l" defTabSz="609585" rtl="0" eaLnBrk="1" latinLnBrk="0" hangingPunct="1">
              <a:defRPr sz="2400" kern="1200">
                <a:solidFill>
                  <a:schemeClr val="lt1"/>
                </a:solidFill>
              </a:defRPr>
            </a:lvl9pPr>
          </a:lstStyle>
          <a:p>
            <a:pPr algn="ctr" defTabSz="457189">
              <a:lnSpc>
                <a:spcPct val="120000"/>
              </a:lnSpc>
            </a:pPr>
            <a:r>
              <a:rPr lang="zh-CN" altLang="en-US" sz="1600" dirty="0">
                <a:solidFill>
                  <a:srgbClr val="2B2B2B">
                    <a:lumMod val="90000"/>
                    <a:lumOff val="10000"/>
                  </a:srgbClr>
                </a:solidFill>
                <a:latin typeface="微软雅黑"/>
                <a:ea typeface="微软雅黑"/>
                <a:cs typeface="+mn-ea"/>
                <a:sym typeface="+mn-lt"/>
              </a:rPr>
              <a:t>地图符号</a:t>
            </a:r>
          </a:p>
        </p:txBody>
      </p:sp>
      <p:cxnSp>
        <p:nvCxnSpPr>
          <p:cNvPr id="19" name="íṥļïḑé">
            <a:extLst>
              <a:ext uri="{FF2B5EF4-FFF2-40B4-BE49-F238E27FC236}">
                <a16:creationId xmlns:a16="http://schemas.microsoft.com/office/drawing/2014/main" id="{DFE92B85-95D7-421F-A0BC-1BA7993B26AC}"/>
              </a:ext>
            </a:extLst>
          </p:cNvPr>
          <p:cNvCxnSpPr>
            <a:cxnSpLocks/>
            <a:stCxn id="23" idx="1"/>
            <a:endCxn id="18" idx="3"/>
          </p:cNvCxnSpPr>
          <p:nvPr/>
        </p:nvCxnSpPr>
        <p:spPr>
          <a:xfrm rot="10800000" flipV="1">
            <a:off x="5292081" y="1756003"/>
            <a:ext cx="390815" cy="1353156"/>
          </a:xfrm>
          <a:prstGeom prst="bentConnector3">
            <a:avLst>
              <a:gd name="adj1" fmla="val 50000"/>
            </a:avLst>
          </a:prstGeom>
          <a:ln>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23" name="îṧlïḑê">
            <a:extLst>
              <a:ext uri="{FF2B5EF4-FFF2-40B4-BE49-F238E27FC236}">
                <a16:creationId xmlns:a16="http://schemas.microsoft.com/office/drawing/2014/main" id="{F1A273A9-2DA9-4E1D-A51E-A21D541780E6}"/>
              </a:ext>
            </a:extLst>
          </p:cNvPr>
          <p:cNvSpPr/>
          <p:nvPr/>
        </p:nvSpPr>
        <p:spPr>
          <a:xfrm>
            <a:off x="5682895" y="1601481"/>
            <a:ext cx="1265368" cy="309043"/>
          </a:xfrm>
          <a:prstGeom prst="rect">
            <a:avLst/>
          </a:prstGeom>
          <a:noFill/>
          <a:ln w="6350">
            <a:solidFill>
              <a:srgbClr val="01637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defPPr>
              <a:defRPr lang="en-US"/>
            </a:defPPr>
            <a:lvl1pPr marL="0" algn="l" defTabSz="609585" rtl="0" eaLnBrk="1" latinLnBrk="0" hangingPunct="1">
              <a:defRPr sz="2400" kern="1200">
                <a:solidFill>
                  <a:schemeClr val="lt1"/>
                </a:solidFill>
              </a:defRPr>
            </a:lvl1pPr>
            <a:lvl2pPr marL="609585" algn="l" defTabSz="609585" rtl="0" eaLnBrk="1" latinLnBrk="0" hangingPunct="1">
              <a:defRPr sz="2400" kern="1200">
                <a:solidFill>
                  <a:schemeClr val="lt1"/>
                </a:solidFill>
              </a:defRPr>
            </a:lvl2pPr>
            <a:lvl3pPr marL="1219170" algn="l" defTabSz="609585" rtl="0" eaLnBrk="1" latinLnBrk="0" hangingPunct="1">
              <a:defRPr sz="2400" kern="1200">
                <a:solidFill>
                  <a:schemeClr val="lt1"/>
                </a:solidFill>
              </a:defRPr>
            </a:lvl3pPr>
            <a:lvl4pPr marL="1828754" algn="l" defTabSz="609585" rtl="0" eaLnBrk="1" latinLnBrk="0" hangingPunct="1">
              <a:defRPr sz="2400" kern="1200">
                <a:solidFill>
                  <a:schemeClr val="lt1"/>
                </a:solidFill>
              </a:defRPr>
            </a:lvl4pPr>
            <a:lvl5pPr marL="2438339" algn="l" defTabSz="609585" rtl="0" eaLnBrk="1" latinLnBrk="0" hangingPunct="1">
              <a:defRPr sz="2400" kern="1200">
                <a:solidFill>
                  <a:schemeClr val="lt1"/>
                </a:solidFill>
              </a:defRPr>
            </a:lvl5pPr>
            <a:lvl6pPr marL="3047924" algn="l" defTabSz="609585" rtl="0" eaLnBrk="1" latinLnBrk="0" hangingPunct="1">
              <a:defRPr sz="2400" kern="1200">
                <a:solidFill>
                  <a:schemeClr val="lt1"/>
                </a:solidFill>
              </a:defRPr>
            </a:lvl6pPr>
            <a:lvl7pPr marL="3657509" algn="l" defTabSz="609585" rtl="0" eaLnBrk="1" latinLnBrk="0" hangingPunct="1">
              <a:defRPr sz="2400" kern="1200">
                <a:solidFill>
                  <a:schemeClr val="lt1"/>
                </a:solidFill>
              </a:defRPr>
            </a:lvl7pPr>
            <a:lvl8pPr marL="4267093" algn="l" defTabSz="609585" rtl="0" eaLnBrk="1" latinLnBrk="0" hangingPunct="1">
              <a:defRPr sz="2400" kern="1200">
                <a:solidFill>
                  <a:schemeClr val="lt1"/>
                </a:solidFill>
              </a:defRPr>
            </a:lvl8pPr>
            <a:lvl9pPr marL="4876678" algn="l" defTabSz="609585" rtl="0" eaLnBrk="1" latinLnBrk="0" hangingPunct="1">
              <a:defRPr sz="2400" kern="1200">
                <a:solidFill>
                  <a:schemeClr val="lt1"/>
                </a:solidFill>
              </a:defRPr>
            </a:lvl9pPr>
          </a:lstStyle>
          <a:p>
            <a:pPr algn="ctr" defTabSz="457189">
              <a:lnSpc>
                <a:spcPct val="120000"/>
              </a:lnSpc>
            </a:pPr>
            <a:r>
              <a:rPr lang="zh-CN" altLang="en-US" sz="1400" dirty="0">
                <a:solidFill>
                  <a:srgbClr val="2B2B2B">
                    <a:lumMod val="90000"/>
                    <a:lumOff val="10000"/>
                  </a:srgbClr>
                </a:solidFill>
                <a:latin typeface="微软雅黑"/>
                <a:ea typeface="微软雅黑"/>
                <a:cs typeface="+mn-ea"/>
                <a:sym typeface="+mn-lt"/>
              </a:rPr>
              <a:t>图片符号</a:t>
            </a:r>
          </a:p>
        </p:txBody>
      </p:sp>
      <p:sp>
        <p:nvSpPr>
          <p:cNvPr id="24" name="iṣliďê">
            <a:extLst>
              <a:ext uri="{FF2B5EF4-FFF2-40B4-BE49-F238E27FC236}">
                <a16:creationId xmlns:a16="http://schemas.microsoft.com/office/drawing/2014/main" id="{29F4BEE0-AEE9-40EC-B471-60632FA7BE84}"/>
              </a:ext>
            </a:extLst>
          </p:cNvPr>
          <p:cNvSpPr/>
          <p:nvPr/>
        </p:nvSpPr>
        <p:spPr>
          <a:xfrm>
            <a:off x="5682896" y="2876614"/>
            <a:ext cx="1265368" cy="309043"/>
          </a:xfrm>
          <a:prstGeom prst="rect">
            <a:avLst/>
          </a:prstGeom>
          <a:noFill/>
          <a:ln w="6350">
            <a:solidFill>
              <a:srgbClr val="01637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defPPr>
              <a:defRPr lang="en-US"/>
            </a:defPPr>
            <a:lvl1pPr marL="0" algn="l" defTabSz="609585" rtl="0" eaLnBrk="1" latinLnBrk="0" hangingPunct="1">
              <a:defRPr sz="2400" kern="1200">
                <a:solidFill>
                  <a:schemeClr val="lt1"/>
                </a:solidFill>
              </a:defRPr>
            </a:lvl1pPr>
            <a:lvl2pPr marL="609585" algn="l" defTabSz="609585" rtl="0" eaLnBrk="1" latinLnBrk="0" hangingPunct="1">
              <a:defRPr sz="2400" kern="1200">
                <a:solidFill>
                  <a:schemeClr val="lt1"/>
                </a:solidFill>
              </a:defRPr>
            </a:lvl2pPr>
            <a:lvl3pPr marL="1219170" algn="l" defTabSz="609585" rtl="0" eaLnBrk="1" latinLnBrk="0" hangingPunct="1">
              <a:defRPr sz="2400" kern="1200">
                <a:solidFill>
                  <a:schemeClr val="lt1"/>
                </a:solidFill>
              </a:defRPr>
            </a:lvl3pPr>
            <a:lvl4pPr marL="1828754" algn="l" defTabSz="609585" rtl="0" eaLnBrk="1" latinLnBrk="0" hangingPunct="1">
              <a:defRPr sz="2400" kern="1200">
                <a:solidFill>
                  <a:schemeClr val="lt1"/>
                </a:solidFill>
              </a:defRPr>
            </a:lvl4pPr>
            <a:lvl5pPr marL="2438339" algn="l" defTabSz="609585" rtl="0" eaLnBrk="1" latinLnBrk="0" hangingPunct="1">
              <a:defRPr sz="2400" kern="1200">
                <a:solidFill>
                  <a:schemeClr val="lt1"/>
                </a:solidFill>
              </a:defRPr>
            </a:lvl5pPr>
            <a:lvl6pPr marL="3047924" algn="l" defTabSz="609585" rtl="0" eaLnBrk="1" latinLnBrk="0" hangingPunct="1">
              <a:defRPr sz="2400" kern="1200">
                <a:solidFill>
                  <a:schemeClr val="lt1"/>
                </a:solidFill>
              </a:defRPr>
            </a:lvl6pPr>
            <a:lvl7pPr marL="3657509" algn="l" defTabSz="609585" rtl="0" eaLnBrk="1" latinLnBrk="0" hangingPunct="1">
              <a:defRPr sz="2400" kern="1200">
                <a:solidFill>
                  <a:schemeClr val="lt1"/>
                </a:solidFill>
              </a:defRPr>
            </a:lvl7pPr>
            <a:lvl8pPr marL="4267093" algn="l" defTabSz="609585" rtl="0" eaLnBrk="1" latinLnBrk="0" hangingPunct="1">
              <a:defRPr sz="2400" kern="1200">
                <a:solidFill>
                  <a:schemeClr val="lt1"/>
                </a:solidFill>
              </a:defRPr>
            </a:lvl8pPr>
            <a:lvl9pPr marL="4876678" algn="l" defTabSz="609585" rtl="0" eaLnBrk="1" latinLnBrk="0" hangingPunct="1">
              <a:defRPr sz="2400" kern="1200">
                <a:solidFill>
                  <a:schemeClr val="lt1"/>
                </a:solidFill>
              </a:defRPr>
            </a:lvl9pPr>
          </a:lstStyle>
          <a:p>
            <a:pPr algn="ctr" defTabSz="457189">
              <a:lnSpc>
                <a:spcPct val="120000"/>
              </a:lnSpc>
            </a:pPr>
            <a:r>
              <a:rPr lang="zh-CN" altLang="en-US" sz="1400" dirty="0">
                <a:solidFill>
                  <a:srgbClr val="2B2B2B">
                    <a:lumMod val="90000"/>
                    <a:lumOff val="10000"/>
                  </a:srgbClr>
                </a:solidFill>
                <a:latin typeface="微软雅黑"/>
                <a:ea typeface="微软雅黑"/>
                <a:cs typeface="+mn-ea"/>
                <a:sym typeface="+mn-lt"/>
              </a:rPr>
              <a:t>图形符号</a:t>
            </a:r>
          </a:p>
        </p:txBody>
      </p:sp>
      <p:sp>
        <p:nvSpPr>
          <p:cNvPr id="25" name="îsḻïdé">
            <a:extLst>
              <a:ext uri="{FF2B5EF4-FFF2-40B4-BE49-F238E27FC236}">
                <a16:creationId xmlns:a16="http://schemas.microsoft.com/office/drawing/2014/main" id="{EE6245D8-96AE-4B9C-8015-41321D21FE94}"/>
              </a:ext>
            </a:extLst>
          </p:cNvPr>
          <p:cNvSpPr/>
          <p:nvPr/>
        </p:nvSpPr>
        <p:spPr>
          <a:xfrm>
            <a:off x="5682896" y="4244766"/>
            <a:ext cx="1265368" cy="309043"/>
          </a:xfrm>
          <a:prstGeom prst="rect">
            <a:avLst/>
          </a:prstGeom>
          <a:noFill/>
          <a:ln w="6350">
            <a:solidFill>
              <a:srgbClr val="01637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defPPr>
              <a:defRPr lang="en-US"/>
            </a:defPPr>
            <a:lvl1pPr marL="0" algn="l" defTabSz="609585" rtl="0" eaLnBrk="1" latinLnBrk="0" hangingPunct="1">
              <a:defRPr sz="2400" kern="1200">
                <a:solidFill>
                  <a:schemeClr val="lt1"/>
                </a:solidFill>
              </a:defRPr>
            </a:lvl1pPr>
            <a:lvl2pPr marL="609585" algn="l" defTabSz="609585" rtl="0" eaLnBrk="1" latinLnBrk="0" hangingPunct="1">
              <a:defRPr sz="2400" kern="1200">
                <a:solidFill>
                  <a:schemeClr val="lt1"/>
                </a:solidFill>
              </a:defRPr>
            </a:lvl2pPr>
            <a:lvl3pPr marL="1219170" algn="l" defTabSz="609585" rtl="0" eaLnBrk="1" latinLnBrk="0" hangingPunct="1">
              <a:defRPr sz="2400" kern="1200">
                <a:solidFill>
                  <a:schemeClr val="lt1"/>
                </a:solidFill>
              </a:defRPr>
            </a:lvl3pPr>
            <a:lvl4pPr marL="1828754" algn="l" defTabSz="609585" rtl="0" eaLnBrk="1" latinLnBrk="0" hangingPunct="1">
              <a:defRPr sz="2400" kern="1200">
                <a:solidFill>
                  <a:schemeClr val="lt1"/>
                </a:solidFill>
              </a:defRPr>
            </a:lvl4pPr>
            <a:lvl5pPr marL="2438339" algn="l" defTabSz="609585" rtl="0" eaLnBrk="1" latinLnBrk="0" hangingPunct="1">
              <a:defRPr sz="2400" kern="1200">
                <a:solidFill>
                  <a:schemeClr val="lt1"/>
                </a:solidFill>
              </a:defRPr>
            </a:lvl5pPr>
            <a:lvl6pPr marL="3047924" algn="l" defTabSz="609585" rtl="0" eaLnBrk="1" latinLnBrk="0" hangingPunct="1">
              <a:defRPr sz="2400" kern="1200">
                <a:solidFill>
                  <a:schemeClr val="lt1"/>
                </a:solidFill>
              </a:defRPr>
            </a:lvl6pPr>
            <a:lvl7pPr marL="3657509" algn="l" defTabSz="609585" rtl="0" eaLnBrk="1" latinLnBrk="0" hangingPunct="1">
              <a:defRPr sz="2400" kern="1200">
                <a:solidFill>
                  <a:schemeClr val="lt1"/>
                </a:solidFill>
              </a:defRPr>
            </a:lvl7pPr>
            <a:lvl8pPr marL="4267093" algn="l" defTabSz="609585" rtl="0" eaLnBrk="1" latinLnBrk="0" hangingPunct="1">
              <a:defRPr sz="2400" kern="1200">
                <a:solidFill>
                  <a:schemeClr val="lt1"/>
                </a:solidFill>
              </a:defRPr>
            </a:lvl8pPr>
            <a:lvl9pPr marL="4876678" algn="l" defTabSz="609585" rtl="0" eaLnBrk="1" latinLnBrk="0" hangingPunct="1">
              <a:defRPr sz="2400" kern="1200">
                <a:solidFill>
                  <a:schemeClr val="lt1"/>
                </a:solidFill>
              </a:defRPr>
            </a:lvl9pPr>
          </a:lstStyle>
          <a:p>
            <a:pPr algn="ctr" defTabSz="457189">
              <a:lnSpc>
                <a:spcPct val="120000"/>
              </a:lnSpc>
            </a:pPr>
            <a:r>
              <a:rPr lang="zh-CN" altLang="en-US" sz="1400" dirty="0">
                <a:solidFill>
                  <a:srgbClr val="2B2B2B">
                    <a:lumMod val="90000"/>
                    <a:lumOff val="10000"/>
                  </a:srgbClr>
                </a:solidFill>
                <a:latin typeface="微软雅黑"/>
                <a:ea typeface="微软雅黑"/>
                <a:cs typeface="+mn-ea"/>
                <a:sym typeface="+mn-lt"/>
              </a:rPr>
              <a:t>文本符号</a:t>
            </a:r>
          </a:p>
        </p:txBody>
      </p:sp>
      <p:cxnSp>
        <p:nvCxnSpPr>
          <p:cNvPr id="42" name="íṥļïḑé">
            <a:extLst>
              <a:ext uri="{FF2B5EF4-FFF2-40B4-BE49-F238E27FC236}">
                <a16:creationId xmlns:a16="http://schemas.microsoft.com/office/drawing/2014/main" id="{1B766E07-DCD4-4748-A4FA-6C50FC9F6803}"/>
              </a:ext>
            </a:extLst>
          </p:cNvPr>
          <p:cNvCxnSpPr>
            <a:cxnSpLocks/>
            <a:stCxn id="24" idx="1"/>
            <a:endCxn id="18" idx="3"/>
          </p:cNvCxnSpPr>
          <p:nvPr/>
        </p:nvCxnSpPr>
        <p:spPr>
          <a:xfrm rot="10800000" flipV="1">
            <a:off x="5292080" y="3031135"/>
            <a:ext cx="390816" cy="78023"/>
          </a:xfrm>
          <a:prstGeom prst="bentConnector3">
            <a:avLst>
              <a:gd name="adj1" fmla="val 50000"/>
            </a:avLst>
          </a:prstGeom>
          <a:ln>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3" name="íṥļïḑé">
            <a:extLst>
              <a:ext uri="{FF2B5EF4-FFF2-40B4-BE49-F238E27FC236}">
                <a16:creationId xmlns:a16="http://schemas.microsoft.com/office/drawing/2014/main" id="{0156ACA9-7BEC-407C-862F-E278980917E7}"/>
              </a:ext>
            </a:extLst>
          </p:cNvPr>
          <p:cNvCxnSpPr>
            <a:cxnSpLocks/>
            <a:stCxn id="25" idx="1"/>
            <a:endCxn id="18" idx="3"/>
          </p:cNvCxnSpPr>
          <p:nvPr/>
        </p:nvCxnSpPr>
        <p:spPr>
          <a:xfrm rot="10800000">
            <a:off x="5292080" y="3109160"/>
            <a:ext cx="390816" cy="1290129"/>
          </a:xfrm>
          <a:prstGeom prst="bentConnector3">
            <a:avLst>
              <a:gd name="adj1" fmla="val 50000"/>
            </a:avLst>
          </a:prstGeom>
          <a:ln>
            <a:prstDash val="solid"/>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54" name="íṩļíḍe">
            <a:extLst>
              <a:ext uri="{FF2B5EF4-FFF2-40B4-BE49-F238E27FC236}">
                <a16:creationId xmlns:a16="http://schemas.microsoft.com/office/drawing/2014/main" id="{BC44780F-4399-4236-B8C5-B0C15D5789F7}"/>
              </a:ext>
            </a:extLst>
          </p:cNvPr>
          <p:cNvSpPr/>
          <p:nvPr/>
        </p:nvSpPr>
        <p:spPr>
          <a:xfrm>
            <a:off x="7308304" y="3833729"/>
            <a:ext cx="1368152" cy="309043"/>
          </a:xfrm>
          <a:prstGeom prst="rect">
            <a:avLst/>
          </a:prstGeom>
          <a:no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defPPr>
              <a:defRPr lang="en-US"/>
            </a:defPPr>
            <a:lvl1pPr marL="0" algn="l" defTabSz="609585" rtl="0" eaLnBrk="1" latinLnBrk="0" hangingPunct="1">
              <a:defRPr sz="2400" kern="1200">
                <a:solidFill>
                  <a:schemeClr val="lt1"/>
                </a:solidFill>
              </a:defRPr>
            </a:lvl1pPr>
            <a:lvl2pPr marL="609585" algn="l" defTabSz="609585" rtl="0" eaLnBrk="1" latinLnBrk="0" hangingPunct="1">
              <a:defRPr sz="2400" kern="1200">
                <a:solidFill>
                  <a:schemeClr val="lt1"/>
                </a:solidFill>
              </a:defRPr>
            </a:lvl2pPr>
            <a:lvl3pPr marL="1219170" algn="l" defTabSz="609585" rtl="0" eaLnBrk="1" latinLnBrk="0" hangingPunct="1">
              <a:defRPr sz="2400" kern="1200">
                <a:solidFill>
                  <a:schemeClr val="lt1"/>
                </a:solidFill>
              </a:defRPr>
            </a:lvl3pPr>
            <a:lvl4pPr marL="1828754" algn="l" defTabSz="609585" rtl="0" eaLnBrk="1" latinLnBrk="0" hangingPunct="1">
              <a:defRPr sz="2400" kern="1200">
                <a:solidFill>
                  <a:schemeClr val="lt1"/>
                </a:solidFill>
              </a:defRPr>
            </a:lvl4pPr>
            <a:lvl5pPr marL="2438339" algn="l" defTabSz="609585" rtl="0" eaLnBrk="1" latinLnBrk="0" hangingPunct="1">
              <a:defRPr sz="2400" kern="1200">
                <a:solidFill>
                  <a:schemeClr val="lt1"/>
                </a:solidFill>
              </a:defRPr>
            </a:lvl5pPr>
            <a:lvl6pPr marL="3047924" algn="l" defTabSz="609585" rtl="0" eaLnBrk="1" latinLnBrk="0" hangingPunct="1">
              <a:defRPr sz="2400" kern="1200">
                <a:solidFill>
                  <a:schemeClr val="lt1"/>
                </a:solidFill>
              </a:defRPr>
            </a:lvl6pPr>
            <a:lvl7pPr marL="3657509" algn="l" defTabSz="609585" rtl="0" eaLnBrk="1" latinLnBrk="0" hangingPunct="1">
              <a:defRPr sz="2400" kern="1200">
                <a:solidFill>
                  <a:schemeClr val="lt1"/>
                </a:solidFill>
              </a:defRPr>
            </a:lvl7pPr>
            <a:lvl8pPr marL="4267093" algn="l" defTabSz="609585" rtl="0" eaLnBrk="1" latinLnBrk="0" hangingPunct="1">
              <a:defRPr sz="2400" kern="1200">
                <a:solidFill>
                  <a:schemeClr val="lt1"/>
                </a:solidFill>
              </a:defRPr>
            </a:lvl8pPr>
            <a:lvl9pPr marL="4876678" algn="l" defTabSz="609585" rtl="0" eaLnBrk="1" latinLnBrk="0" hangingPunct="1">
              <a:defRPr sz="2400" kern="1200">
                <a:solidFill>
                  <a:schemeClr val="lt1"/>
                </a:solidFill>
              </a:defRPr>
            </a:lvl9pPr>
          </a:lstStyle>
          <a:p>
            <a:pPr algn="ctr" defTabSz="457189">
              <a:lnSpc>
                <a:spcPct val="120000"/>
              </a:lnSpc>
            </a:pPr>
            <a:r>
              <a:rPr lang="zh-CN" altLang="en-US" sz="1400" dirty="0">
                <a:solidFill>
                  <a:srgbClr val="2B2B2B">
                    <a:lumMod val="90000"/>
                    <a:lumOff val="10000"/>
                  </a:srgbClr>
                </a:solidFill>
                <a:latin typeface="微软雅黑"/>
                <a:ea typeface="微软雅黑"/>
                <a:cs typeface="+mn-ea"/>
                <a:sym typeface="+mn-lt"/>
              </a:rPr>
              <a:t>数字注记</a:t>
            </a:r>
          </a:p>
        </p:txBody>
      </p:sp>
      <p:sp>
        <p:nvSpPr>
          <p:cNvPr id="59" name="íṩļíḍe">
            <a:extLst>
              <a:ext uri="{FF2B5EF4-FFF2-40B4-BE49-F238E27FC236}">
                <a16:creationId xmlns:a16="http://schemas.microsoft.com/office/drawing/2014/main" id="{85CB0C43-8B1D-4E68-8F0A-0538531620AF}"/>
              </a:ext>
            </a:extLst>
          </p:cNvPr>
          <p:cNvSpPr/>
          <p:nvPr/>
        </p:nvSpPr>
        <p:spPr>
          <a:xfrm>
            <a:off x="7308304" y="4219693"/>
            <a:ext cx="1368152" cy="309043"/>
          </a:xfrm>
          <a:prstGeom prst="rect">
            <a:avLst/>
          </a:prstGeom>
          <a:no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defPPr>
              <a:defRPr lang="en-US"/>
            </a:defPPr>
            <a:lvl1pPr marL="0" algn="l" defTabSz="609585" rtl="0" eaLnBrk="1" latinLnBrk="0" hangingPunct="1">
              <a:defRPr sz="2400" kern="1200">
                <a:solidFill>
                  <a:schemeClr val="lt1"/>
                </a:solidFill>
              </a:defRPr>
            </a:lvl1pPr>
            <a:lvl2pPr marL="609585" algn="l" defTabSz="609585" rtl="0" eaLnBrk="1" latinLnBrk="0" hangingPunct="1">
              <a:defRPr sz="2400" kern="1200">
                <a:solidFill>
                  <a:schemeClr val="lt1"/>
                </a:solidFill>
              </a:defRPr>
            </a:lvl2pPr>
            <a:lvl3pPr marL="1219170" algn="l" defTabSz="609585" rtl="0" eaLnBrk="1" latinLnBrk="0" hangingPunct="1">
              <a:defRPr sz="2400" kern="1200">
                <a:solidFill>
                  <a:schemeClr val="lt1"/>
                </a:solidFill>
              </a:defRPr>
            </a:lvl3pPr>
            <a:lvl4pPr marL="1828754" algn="l" defTabSz="609585" rtl="0" eaLnBrk="1" latinLnBrk="0" hangingPunct="1">
              <a:defRPr sz="2400" kern="1200">
                <a:solidFill>
                  <a:schemeClr val="lt1"/>
                </a:solidFill>
              </a:defRPr>
            </a:lvl4pPr>
            <a:lvl5pPr marL="2438339" algn="l" defTabSz="609585" rtl="0" eaLnBrk="1" latinLnBrk="0" hangingPunct="1">
              <a:defRPr sz="2400" kern="1200">
                <a:solidFill>
                  <a:schemeClr val="lt1"/>
                </a:solidFill>
              </a:defRPr>
            </a:lvl5pPr>
            <a:lvl6pPr marL="3047924" algn="l" defTabSz="609585" rtl="0" eaLnBrk="1" latinLnBrk="0" hangingPunct="1">
              <a:defRPr sz="2400" kern="1200">
                <a:solidFill>
                  <a:schemeClr val="lt1"/>
                </a:solidFill>
              </a:defRPr>
            </a:lvl6pPr>
            <a:lvl7pPr marL="3657509" algn="l" defTabSz="609585" rtl="0" eaLnBrk="1" latinLnBrk="0" hangingPunct="1">
              <a:defRPr sz="2400" kern="1200">
                <a:solidFill>
                  <a:schemeClr val="lt1"/>
                </a:solidFill>
              </a:defRPr>
            </a:lvl7pPr>
            <a:lvl8pPr marL="4267093" algn="l" defTabSz="609585" rtl="0" eaLnBrk="1" latinLnBrk="0" hangingPunct="1">
              <a:defRPr sz="2400" kern="1200">
                <a:solidFill>
                  <a:schemeClr val="lt1"/>
                </a:solidFill>
              </a:defRPr>
            </a:lvl8pPr>
            <a:lvl9pPr marL="4876678" algn="l" defTabSz="609585" rtl="0" eaLnBrk="1" latinLnBrk="0" hangingPunct="1">
              <a:defRPr sz="2400" kern="1200">
                <a:solidFill>
                  <a:schemeClr val="lt1"/>
                </a:solidFill>
              </a:defRPr>
            </a:lvl9pPr>
          </a:lstStyle>
          <a:p>
            <a:pPr algn="ctr" defTabSz="457189">
              <a:lnSpc>
                <a:spcPct val="120000"/>
              </a:lnSpc>
            </a:pPr>
            <a:r>
              <a:rPr lang="zh-CN" altLang="en-US" sz="1400" dirty="0">
                <a:solidFill>
                  <a:srgbClr val="2B2B2B">
                    <a:lumMod val="90000"/>
                    <a:lumOff val="10000"/>
                  </a:srgbClr>
                </a:solidFill>
                <a:latin typeface="微软雅黑"/>
                <a:ea typeface="微软雅黑"/>
                <a:cs typeface="+mn-ea"/>
                <a:sym typeface="+mn-lt"/>
              </a:rPr>
              <a:t>名称注记</a:t>
            </a:r>
          </a:p>
        </p:txBody>
      </p:sp>
      <p:cxnSp>
        <p:nvCxnSpPr>
          <p:cNvPr id="105" name="连接符: 肘形 104">
            <a:extLst>
              <a:ext uri="{FF2B5EF4-FFF2-40B4-BE49-F238E27FC236}">
                <a16:creationId xmlns:a16="http://schemas.microsoft.com/office/drawing/2014/main" id="{C556FC82-A65A-41EC-9DAB-25BC3E205FBA}"/>
              </a:ext>
            </a:extLst>
          </p:cNvPr>
          <p:cNvCxnSpPr>
            <a:cxnSpLocks/>
            <a:stCxn id="25" idx="3"/>
            <a:endCxn id="54" idx="1"/>
          </p:cNvCxnSpPr>
          <p:nvPr/>
        </p:nvCxnSpPr>
        <p:spPr>
          <a:xfrm flipV="1">
            <a:off x="6948264" y="3988251"/>
            <a:ext cx="360040" cy="411037"/>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7" name="连接符: 肘形 106">
            <a:extLst>
              <a:ext uri="{FF2B5EF4-FFF2-40B4-BE49-F238E27FC236}">
                <a16:creationId xmlns:a16="http://schemas.microsoft.com/office/drawing/2014/main" id="{5F28CE87-9D97-4948-9651-8CD1A72C9DD4}"/>
              </a:ext>
            </a:extLst>
          </p:cNvPr>
          <p:cNvCxnSpPr>
            <a:cxnSpLocks/>
            <a:stCxn id="25" idx="3"/>
            <a:endCxn id="59" idx="1"/>
          </p:cNvCxnSpPr>
          <p:nvPr/>
        </p:nvCxnSpPr>
        <p:spPr>
          <a:xfrm flipV="1">
            <a:off x="6948264" y="4374215"/>
            <a:ext cx="360040" cy="25073"/>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156" name="íṩļíḍe">
            <a:extLst>
              <a:ext uri="{FF2B5EF4-FFF2-40B4-BE49-F238E27FC236}">
                <a16:creationId xmlns:a16="http://schemas.microsoft.com/office/drawing/2014/main" id="{E42E292C-5F8E-400D-B8F2-4CFFD0BAE52F}"/>
              </a:ext>
            </a:extLst>
          </p:cNvPr>
          <p:cNvSpPr/>
          <p:nvPr/>
        </p:nvSpPr>
        <p:spPr>
          <a:xfrm>
            <a:off x="7305972" y="4605657"/>
            <a:ext cx="1368152" cy="309043"/>
          </a:xfrm>
          <a:prstGeom prst="rect">
            <a:avLst/>
          </a:prstGeom>
          <a:no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defPPr>
              <a:defRPr lang="en-US"/>
            </a:defPPr>
            <a:lvl1pPr marL="0" algn="l" defTabSz="609585" rtl="0" eaLnBrk="1" latinLnBrk="0" hangingPunct="1">
              <a:defRPr sz="2400" kern="1200">
                <a:solidFill>
                  <a:schemeClr val="lt1"/>
                </a:solidFill>
              </a:defRPr>
            </a:lvl1pPr>
            <a:lvl2pPr marL="609585" algn="l" defTabSz="609585" rtl="0" eaLnBrk="1" latinLnBrk="0" hangingPunct="1">
              <a:defRPr sz="2400" kern="1200">
                <a:solidFill>
                  <a:schemeClr val="lt1"/>
                </a:solidFill>
              </a:defRPr>
            </a:lvl2pPr>
            <a:lvl3pPr marL="1219170" algn="l" defTabSz="609585" rtl="0" eaLnBrk="1" latinLnBrk="0" hangingPunct="1">
              <a:defRPr sz="2400" kern="1200">
                <a:solidFill>
                  <a:schemeClr val="lt1"/>
                </a:solidFill>
              </a:defRPr>
            </a:lvl3pPr>
            <a:lvl4pPr marL="1828754" algn="l" defTabSz="609585" rtl="0" eaLnBrk="1" latinLnBrk="0" hangingPunct="1">
              <a:defRPr sz="2400" kern="1200">
                <a:solidFill>
                  <a:schemeClr val="lt1"/>
                </a:solidFill>
              </a:defRPr>
            </a:lvl4pPr>
            <a:lvl5pPr marL="2438339" algn="l" defTabSz="609585" rtl="0" eaLnBrk="1" latinLnBrk="0" hangingPunct="1">
              <a:defRPr sz="2400" kern="1200">
                <a:solidFill>
                  <a:schemeClr val="lt1"/>
                </a:solidFill>
              </a:defRPr>
            </a:lvl5pPr>
            <a:lvl6pPr marL="3047924" algn="l" defTabSz="609585" rtl="0" eaLnBrk="1" latinLnBrk="0" hangingPunct="1">
              <a:defRPr sz="2400" kern="1200">
                <a:solidFill>
                  <a:schemeClr val="lt1"/>
                </a:solidFill>
              </a:defRPr>
            </a:lvl6pPr>
            <a:lvl7pPr marL="3657509" algn="l" defTabSz="609585" rtl="0" eaLnBrk="1" latinLnBrk="0" hangingPunct="1">
              <a:defRPr sz="2400" kern="1200">
                <a:solidFill>
                  <a:schemeClr val="lt1"/>
                </a:solidFill>
              </a:defRPr>
            </a:lvl7pPr>
            <a:lvl8pPr marL="4267093" algn="l" defTabSz="609585" rtl="0" eaLnBrk="1" latinLnBrk="0" hangingPunct="1">
              <a:defRPr sz="2400" kern="1200">
                <a:solidFill>
                  <a:schemeClr val="lt1"/>
                </a:solidFill>
              </a:defRPr>
            </a:lvl8pPr>
            <a:lvl9pPr marL="4876678" algn="l" defTabSz="609585" rtl="0" eaLnBrk="1" latinLnBrk="0" hangingPunct="1">
              <a:defRPr sz="2400" kern="1200">
                <a:solidFill>
                  <a:schemeClr val="lt1"/>
                </a:solidFill>
              </a:defRPr>
            </a:lvl9pPr>
          </a:lstStyle>
          <a:p>
            <a:pPr algn="ctr" defTabSz="457189">
              <a:lnSpc>
                <a:spcPct val="120000"/>
              </a:lnSpc>
            </a:pPr>
            <a:r>
              <a:rPr lang="zh-CN" altLang="en-US" sz="1400" dirty="0">
                <a:solidFill>
                  <a:srgbClr val="2B2B2B">
                    <a:lumMod val="90000"/>
                    <a:lumOff val="10000"/>
                  </a:srgbClr>
                </a:solidFill>
                <a:latin typeface="微软雅黑"/>
                <a:ea typeface="微软雅黑"/>
                <a:cs typeface="+mn-ea"/>
                <a:sym typeface="+mn-lt"/>
              </a:rPr>
              <a:t>说明注记</a:t>
            </a:r>
          </a:p>
        </p:txBody>
      </p:sp>
      <p:cxnSp>
        <p:nvCxnSpPr>
          <p:cNvPr id="159" name="连接符: 肘形 158">
            <a:extLst>
              <a:ext uri="{FF2B5EF4-FFF2-40B4-BE49-F238E27FC236}">
                <a16:creationId xmlns:a16="http://schemas.microsoft.com/office/drawing/2014/main" id="{6B4BEAED-4000-46FD-AC1F-20E073CA93A3}"/>
              </a:ext>
            </a:extLst>
          </p:cNvPr>
          <p:cNvCxnSpPr>
            <a:stCxn id="25" idx="3"/>
            <a:endCxn id="156" idx="1"/>
          </p:cNvCxnSpPr>
          <p:nvPr/>
        </p:nvCxnSpPr>
        <p:spPr>
          <a:xfrm>
            <a:off x="6948264" y="4399288"/>
            <a:ext cx="357708" cy="360891"/>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39" name="iś1ïḋe">
            <a:extLst>
              <a:ext uri="{FF2B5EF4-FFF2-40B4-BE49-F238E27FC236}">
                <a16:creationId xmlns:a16="http://schemas.microsoft.com/office/drawing/2014/main" id="{6CE05D50-5CB4-4962-8866-3D19D8F1DAB6}"/>
              </a:ext>
            </a:extLst>
          </p:cNvPr>
          <p:cNvSpPr/>
          <p:nvPr/>
        </p:nvSpPr>
        <p:spPr>
          <a:xfrm>
            <a:off x="7296276" y="2465577"/>
            <a:ext cx="1368152" cy="309043"/>
          </a:xfrm>
          <a:prstGeom prst="rect">
            <a:avLst/>
          </a:prstGeom>
          <a:no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defPPr>
              <a:defRPr lang="en-US"/>
            </a:defPPr>
            <a:lvl1pPr marL="0" algn="l" defTabSz="609585" rtl="0" eaLnBrk="1" latinLnBrk="0" hangingPunct="1">
              <a:defRPr sz="2400" kern="1200">
                <a:solidFill>
                  <a:schemeClr val="lt1"/>
                </a:solidFill>
              </a:defRPr>
            </a:lvl1pPr>
            <a:lvl2pPr marL="609585" algn="l" defTabSz="609585" rtl="0" eaLnBrk="1" latinLnBrk="0" hangingPunct="1">
              <a:defRPr sz="2400" kern="1200">
                <a:solidFill>
                  <a:schemeClr val="lt1"/>
                </a:solidFill>
              </a:defRPr>
            </a:lvl2pPr>
            <a:lvl3pPr marL="1219170" algn="l" defTabSz="609585" rtl="0" eaLnBrk="1" latinLnBrk="0" hangingPunct="1">
              <a:defRPr sz="2400" kern="1200">
                <a:solidFill>
                  <a:schemeClr val="lt1"/>
                </a:solidFill>
              </a:defRPr>
            </a:lvl3pPr>
            <a:lvl4pPr marL="1828754" algn="l" defTabSz="609585" rtl="0" eaLnBrk="1" latinLnBrk="0" hangingPunct="1">
              <a:defRPr sz="2400" kern="1200">
                <a:solidFill>
                  <a:schemeClr val="lt1"/>
                </a:solidFill>
              </a:defRPr>
            </a:lvl4pPr>
            <a:lvl5pPr marL="2438339" algn="l" defTabSz="609585" rtl="0" eaLnBrk="1" latinLnBrk="0" hangingPunct="1">
              <a:defRPr sz="2400" kern="1200">
                <a:solidFill>
                  <a:schemeClr val="lt1"/>
                </a:solidFill>
              </a:defRPr>
            </a:lvl5pPr>
            <a:lvl6pPr marL="3047924" algn="l" defTabSz="609585" rtl="0" eaLnBrk="1" latinLnBrk="0" hangingPunct="1">
              <a:defRPr sz="2400" kern="1200">
                <a:solidFill>
                  <a:schemeClr val="lt1"/>
                </a:solidFill>
              </a:defRPr>
            </a:lvl6pPr>
            <a:lvl7pPr marL="3657509" algn="l" defTabSz="609585" rtl="0" eaLnBrk="1" latinLnBrk="0" hangingPunct="1">
              <a:defRPr sz="2400" kern="1200">
                <a:solidFill>
                  <a:schemeClr val="lt1"/>
                </a:solidFill>
              </a:defRPr>
            </a:lvl7pPr>
            <a:lvl8pPr marL="4267093" algn="l" defTabSz="609585" rtl="0" eaLnBrk="1" latinLnBrk="0" hangingPunct="1">
              <a:defRPr sz="2400" kern="1200">
                <a:solidFill>
                  <a:schemeClr val="lt1"/>
                </a:solidFill>
              </a:defRPr>
            </a:lvl8pPr>
            <a:lvl9pPr marL="4876678" algn="l" defTabSz="609585" rtl="0" eaLnBrk="1" latinLnBrk="0" hangingPunct="1">
              <a:defRPr sz="2400" kern="1200">
                <a:solidFill>
                  <a:schemeClr val="lt1"/>
                </a:solidFill>
              </a:defRPr>
            </a:lvl9pPr>
          </a:lstStyle>
          <a:p>
            <a:pPr algn="ctr" defTabSz="457189">
              <a:lnSpc>
                <a:spcPct val="120000"/>
              </a:lnSpc>
            </a:pPr>
            <a:r>
              <a:rPr lang="zh-CN" altLang="en-US" sz="1400" dirty="0">
                <a:solidFill>
                  <a:srgbClr val="2B2B2B">
                    <a:lumMod val="90000"/>
                    <a:lumOff val="10000"/>
                  </a:srgbClr>
                </a:solidFill>
                <a:latin typeface="微软雅黑"/>
                <a:ea typeface="微软雅黑"/>
                <a:cs typeface="+mn-ea"/>
                <a:sym typeface="+mn-lt"/>
              </a:rPr>
              <a:t>点符号</a:t>
            </a:r>
          </a:p>
        </p:txBody>
      </p:sp>
      <p:sp>
        <p:nvSpPr>
          <p:cNvPr id="40" name="iś1ïḋe">
            <a:extLst>
              <a:ext uri="{FF2B5EF4-FFF2-40B4-BE49-F238E27FC236}">
                <a16:creationId xmlns:a16="http://schemas.microsoft.com/office/drawing/2014/main" id="{1D776640-0DF8-4F20-AB9F-F9F165A48EB7}"/>
              </a:ext>
            </a:extLst>
          </p:cNvPr>
          <p:cNvSpPr/>
          <p:nvPr/>
        </p:nvSpPr>
        <p:spPr>
          <a:xfrm>
            <a:off x="7296276" y="2850731"/>
            <a:ext cx="1368152" cy="309043"/>
          </a:xfrm>
          <a:prstGeom prst="rect">
            <a:avLst/>
          </a:prstGeom>
          <a:no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defPPr>
              <a:defRPr lang="en-US"/>
            </a:defPPr>
            <a:lvl1pPr marL="0" algn="l" defTabSz="609585" rtl="0" eaLnBrk="1" latinLnBrk="0" hangingPunct="1">
              <a:defRPr sz="2400" kern="1200">
                <a:solidFill>
                  <a:schemeClr val="lt1"/>
                </a:solidFill>
              </a:defRPr>
            </a:lvl1pPr>
            <a:lvl2pPr marL="609585" algn="l" defTabSz="609585" rtl="0" eaLnBrk="1" latinLnBrk="0" hangingPunct="1">
              <a:defRPr sz="2400" kern="1200">
                <a:solidFill>
                  <a:schemeClr val="lt1"/>
                </a:solidFill>
              </a:defRPr>
            </a:lvl2pPr>
            <a:lvl3pPr marL="1219170" algn="l" defTabSz="609585" rtl="0" eaLnBrk="1" latinLnBrk="0" hangingPunct="1">
              <a:defRPr sz="2400" kern="1200">
                <a:solidFill>
                  <a:schemeClr val="lt1"/>
                </a:solidFill>
              </a:defRPr>
            </a:lvl3pPr>
            <a:lvl4pPr marL="1828754" algn="l" defTabSz="609585" rtl="0" eaLnBrk="1" latinLnBrk="0" hangingPunct="1">
              <a:defRPr sz="2400" kern="1200">
                <a:solidFill>
                  <a:schemeClr val="lt1"/>
                </a:solidFill>
              </a:defRPr>
            </a:lvl4pPr>
            <a:lvl5pPr marL="2438339" algn="l" defTabSz="609585" rtl="0" eaLnBrk="1" latinLnBrk="0" hangingPunct="1">
              <a:defRPr sz="2400" kern="1200">
                <a:solidFill>
                  <a:schemeClr val="lt1"/>
                </a:solidFill>
              </a:defRPr>
            </a:lvl5pPr>
            <a:lvl6pPr marL="3047924" algn="l" defTabSz="609585" rtl="0" eaLnBrk="1" latinLnBrk="0" hangingPunct="1">
              <a:defRPr sz="2400" kern="1200">
                <a:solidFill>
                  <a:schemeClr val="lt1"/>
                </a:solidFill>
              </a:defRPr>
            </a:lvl6pPr>
            <a:lvl7pPr marL="3657509" algn="l" defTabSz="609585" rtl="0" eaLnBrk="1" latinLnBrk="0" hangingPunct="1">
              <a:defRPr sz="2400" kern="1200">
                <a:solidFill>
                  <a:schemeClr val="lt1"/>
                </a:solidFill>
              </a:defRPr>
            </a:lvl7pPr>
            <a:lvl8pPr marL="4267093" algn="l" defTabSz="609585" rtl="0" eaLnBrk="1" latinLnBrk="0" hangingPunct="1">
              <a:defRPr sz="2400" kern="1200">
                <a:solidFill>
                  <a:schemeClr val="lt1"/>
                </a:solidFill>
              </a:defRPr>
            </a:lvl8pPr>
            <a:lvl9pPr marL="4876678" algn="l" defTabSz="609585" rtl="0" eaLnBrk="1" latinLnBrk="0" hangingPunct="1">
              <a:defRPr sz="2400" kern="1200">
                <a:solidFill>
                  <a:schemeClr val="lt1"/>
                </a:solidFill>
              </a:defRPr>
            </a:lvl9pPr>
          </a:lstStyle>
          <a:p>
            <a:pPr algn="ctr" defTabSz="457189">
              <a:lnSpc>
                <a:spcPct val="120000"/>
              </a:lnSpc>
            </a:pPr>
            <a:r>
              <a:rPr lang="zh-CN" altLang="en-US" sz="1400" dirty="0">
                <a:solidFill>
                  <a:srgbClr val="2B2B2B">
                    <a:lumMod val="90000"/>
                    <a:lumOff val="10000"/>
                  </a:srgbClr>
                </a:solidFill>
                <a:latin typeface="微软雅黑"/>
                <a:ea typeface="微软雅黑"/>
                <a:cs typeface="+mn-ea"/>
                <a:sym typeface="+mn-lt"/>
              </a:rPr>
              <a:t>线符号</a:t>
            </a:r>
          </a:p>
        </p:txBody>
      </p:sp>
      <p:sp>
        <p:nvSpPr>
          <p:cNvPr id="41" name="iś1ïḋe">
            <a:extLst>
              <a:ext uri="{FF2B5EF4-FFF2-40B4-BE49-F238E27FC236}">
                <a16:creationId xmlns:a16="http://schemas.microsoft.com/office/drawing/2014/main" id="{4271F158-80CE-4393-877A-328AFF69F259}"/>
              </a:ext>
            </a:extLst>
          </p:cNvPr>
          <p:cNvSpPr/>
          <p:nvPr/>
        </p:nvSpPr>
        <p:spPr>
          <a:xfrm>
            <a:off x="7296276" y="3235886"/>
            <a:ext cx="1368152" cy="309043"/>
          </a:xfrm>
          <a:prstGeom prst="rect">
            <a:avLst/>
          </a:prstGeom>
          <a:no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defPPr>
              <a:defRPr lang="en-US"/>
            </a:defPPr>
            <a:lvl1pPr marL="0" algn="l" defTabSz="609585" rtl="0" eaLnBrk="1" latinLnBrk="0" hangingPunct="1">
              <a:defRPr sz="2400" kern="1200">
                <a:solidFill>
                  <a:schemeClr val="lt1"/>
                </a:solidFill>
              </a:defRPr>
            </a:lvl1pPr>
            <a:lvl2pPr marL="609585" algn="l" defTabSz="609585" rtl="0" eaLnBrk="1" latinLnBrk="0" hangingPunct="1">
              <a:defRPr sz="2400" kern="1200">
                <a:solidFill>
                  <a:schemeClr val="lt1"/>
                </a:solidFill>
              </a:defRPr>
            </a:lvl2pPr>
            <a:lvl3pPr marL="1219170" algn="l" defTabSz="609585" rtl="0" eaLnBrk="1" latinLnBrk="0" hangingPunct="1">
              <a:defRPr sz="2400" kern="1200">
                <a:solidFill>
                  <a:schemeClr val="lt1"/>
                </a:solidFill>
              </a:defRPr>
            </a:lvl3pPr>
            <a:lvl4pPr marL="1828754" algn="l" defTabSz="609585" rtl="0" eaLnBrk="1" latinLnBrk="0" hangingPunct="1">
              <a:defRPr sz="2400" kern="1200">
                <a:solidFill>
                  <a:schemeClr val="lt1"/>
                </a:solidFill>
              </a:defRPr>
            </a:lvl4pPr>
            <a:lvl5pPr marL="2438339" algn="l" defTabSz="609585" rtl="0" eaLnBrk="1" latinLnBrk="0" hangingPunct="1">
              <a:defRPr sz="2400" kern="1200">
                <a:solidFill>
                  <a:schemeClr val="lt1"/>
                </a:solidFill>
              </a:defRPr>
            </a:lvl5pPr>
            <a:lvl6pPr marL="3047924" algn="l" defTabSz="609585" rtl="0" eaLnBrk="1" latinLnBrk="0" hangingPunct="1">
              <a:defRPr sz="2400" kern="1200">
                <a:solidFill>
                  <a:schemeClr val="lt1"/>
                </a:solidFill>
              </a:defRPr>
            </a:lvl6pPr>
            <a:lvl7pPr marL="3657509" algn="l" defTabSz="609585" rtl="0" eaLnBrk="1" latinLnBrk="0" hangingPunct="1">
              <a:defRPr sz="2400" kern="1200">
                <a:solidFill>
                  <a:schemeClr val="lt1"/>
                </a:solidFill>
              </a:defRPr>
            </a:lvl7pPr>
            <a:lvl8pPr marL="4267093" algn="l" defTabSz="609585" rtl="0" eaLnBrk="1" latinLnBrk="0" hangingPunct="1">
              <a:defRPr sz="2400" kern="1200">
                <a:solidFill>
                  <a:schemeClr val="lt1"/>
                </a:solidFill>
              </a:defRPr>
            </a:lvl8pPr>
            <a:lvl9pPr marL="4876678" algn="l" defTabSz="609585" rtl="0" eaLnBrk="1" latinLnBrk="0" hangingPunct="1">
              <a:defRPr sz="2400" kern="1200">
                <a:solidFill>
                  <a:schemeClr val="lt1"/>
                </a:solidFill>
              </a:defRPr>
            </a:lvl9pPr>
          </a:lstStyle>
          <a:p>
            <a:pPr algn="ctr" defTabSz="457189">
              <a:lnSpc>
                <a:spcPct val="120000"/>
              </a:lnSpc>
            </a:pPr>
            <a:r>
              <a:rPr lang="zh-CN" altLang="en-US" sz="1400" dirty="0">
                <a:solidFill>
                  <a:srgbClr val="2B2B2B">
                    <a:lumMod val="90000"/>
                    <a:lumOff val="10000"/>
                  </a:srgbClr>
                </a:solidFill>
                <a:latin typeface="微软雅黑"/>
                <a:ea typeface="微软雅黑"/>
                <a:cs typeface="+mn-ea"/>
                <a:sym typeface="+mn-lt"/>
              </a:rPr>
              <a:t>面符号</a:t>
            </a:r>
          </a:p>
        </p:txBody>
      </p:sp>
      <p:cxnSp>
        <p:nvCxnSpPr>
          <p:cNvPr id="10" name="连接符: 肘形 9">
            <a:extLst>
              <a:ext uri="{FF2B5EF4-FFF2-40B4-BE49-F238E27FC236}">
                <a16:creationId xmlns:a16="http://schemas.microsoft.com/office/drawing/2014/main" id="{A6DAFCF9-7594-43D4-8013-55384979EE7A}"/>
              </a:ext>
            </a:extLst>
          </p:cNvPr>
          <p:cNvCxnSpPr>
            <a:stCxn id="24" idx="3"/>
            <a:endCxn id="39" idx="1"/>
          </p:cNvCxnSpPr>
          <p:nvPr/>
        </p:nvCxnSpPr>
        <p:spPr>
          <a:xfrm flipV="1">
            <a:off x="6948264" y="2620099"/>
            <a:ext cx="348012" cy="411037"/>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连接符: 肘形 11">
            <a:extLst>
              <a:ext uri="{FF2B5EF4-FFF2-40B4-BE49-F238E27FC236}">
                <a16:creationId xmlns:a16="http://schemas.microsoft.com/office/drawing/2014/main" id="{1991C330-87D5-46B0-9E16-3DDA416C73E6}"/>
              </a:ext>
            </a:extLst>
          </p:cNvPr>
          <p:cNvCxnSpPr>
            <a:stCxn id="24" idx="3"/>
            <a:endCxn id="40" idx="1"/>
          </p:cNvCxnSpPr>
          <p:nvPr/>
        </p:nvCxnSpPr>
        <p:spPr>
          <a:xfrm flipV="1">
            <a:off x="6948264" y="3005253"/>
            <a:ext cx="348012" cy="25883"/>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连接符: 肘形 13">
            <a:extLst>
              <a:ext uri="{FF2B5EF4-FFF2-40B4-BE49-F238E27FC236}">
                <a16:creationId xmlns:a16="http://schemas.microsoft.com/office/drawing/2014/main" id="{11F8C186-E0A7-4E3A-AEF1-8E57A730118F}"/>
              </a:ext>
            </a:extLst>
          </p:cNvPr>
          <p:cNvCxnSpPr>
            <a:stCxn id="24" idx="3"/>
            <a:endCxn id="41" idx="1"/>
          </p:cNvCxnSpPr>
          <p:nvPr/>
        </p:nvCxnSpPr>
        <p:spPr>
          <a:xfrm>
            <a:off x="6948264" y="3031136"/>
            <a:ext cx="348012" cy="359272"/>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pic>
        <p:nvPicPr>
          <p:cNvPr id="44" name="图片 43">
            <a:extLst>
              <a:ext uri="{FF2B5EF4-FFF2-40B4-BE49-F238E27FC236}">
                <a16:creationId xmlns:a16="http://schemas.microsoft.com/office/drawing/2014/main" id="{378A58BF-C820-4FE7-B7C1-A96F28B385B1}"/>
              </a:ext>
            </a:extLst>
          </p:cNvPr>
          <p:cNvPicPr/>
          <p:nvPr/>
        </p:nvPicPr>
        <p:blipFill rotWithShape="1">
          <a:blip r:embed="rId3"/>
          <a:srcRect l="999" r="-1"/>
          <a:stretch/>
        </p:blipFill>
        <p:spPr>
          <a:xfrm>
            <a:off x="146458" y="1503688"/>
            <a:ext cx="4425542" cy="3371509"/>
          </a:xfrm>
          <a:prstGeom prst="rect">
            <a:avLst/>
          </a:prstGeom>
          <a:ln w="12700">
            <a:solidFill>
              <a:sysClr val="windowText" lastClr="000000"/>
            </a:solidFill>
          </a:ln>
        </p:spPr>
      </p:pic>
      <p:sp>
        <p:nvSpPr>
          <p:cNvPr id="45" name="iś1ïḋe">
            <a:extLst>
              <a:ext uri="{FF2B5EF4-FFF2-40B4-BE49-F238E27FC236}">
                <a16:creationId xmlns:a16="http://schemas.microsoft.com/office/drawing/2014/main" id="{63E34156-A777-4E94-8F89-5ED520BA48D8}"/>
              </a:ext>
            </a:extLst>
          </p:cNvPr>
          <p:cNvSpPr/>
          <p:nvPr/>
        </p:nvSpPr>
        <p:spPr>
          <a:xfrm>
            <a:off x="7275276" y="1601480"/>
            <a:ext cx="1368152" cy="309043"/>
          </a:xfrm>
          <a:prstGeom prst="rect">
            <a:avLst/>
          </a:prstGeom>
          <a:no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defPPr>
              <a:defRPr lang="en-US"/>
            </a:defPPr>
            <a:lvl1pPr marL="0" algn="l" defTabSz="609585" rtl="0" eaLnBrk="1" latinLnBrk="0" hangingPunct="1">
              <a:defRPr sz="2400" kern="1200">
                <a:solidFill>
                  <a:schemeClr val="lt1"/>
                </a:solidFill>
              </a:defRPr>
            </a:lvl1pPr>
            <a:lvl2pPr marL="609585" algn="l" defTabSz="609585" rtl="0" eaLnBrk="1" latinLnBrk="0" hangingPunct="1">
              <a:defRPr sz="2400" kern="1200">
                <a:solidFill>
                  <a:schemeClr val="lt1"/>
                </a:solidFill>
              </a:defRPr>
            </a:lvl2pPr>
            <a:lvl3pPr marL="1219170" algn="l" defTabSz="609585" rtl="0" eaLnBrk="1" latinLnBrk="0" hangingPunct="1">
              <a:defRPr sz="2400" kern="1200">
                <a:solidFill>
                  <a:schemeClr val="lt1"/>
                </a:solidFill>
              </a:defRPr>
            </a:lvl3pPr>
            <a:lvl4pPr marL="1828754" algn="l" defTabSz="609585" rtl="0" eaLnBrk="1" latinLnBrk="0" hangingPunct="1">
              <a:defRPr sz="2400" kern="1200">
                <a:solidFill>
                  <a:schemeClr val="lt1"/>
                </a:solidFill>
              </a:defRPr>
            </a:lvl4pPr>
            <a:lvl5pPr marL="2438339" algn="l" defTabSz="609585" rtl="0" eaLnBrk="1" latinLnBrk="0" hangingPunct="1">
              <a:defRPr sz="2400" kern="1200">
                <a:solidFill>
                  <a:schemeClr val="lt1"/>
                </a:solidFill>
              </a:defRPr>
            </a:lvl5pPr>
            <a:lvl6pPr marL="3047924" algn="l" defTabSz="609585" rtl="0" eaLnBrk="1" latinLnBrk="0" hangingPunct="1">
              <a:defRPr sz="2400" kern="1200">
                <a:solidFill>
                  <a:schemeClr val="lt1"/>
                </a:solidFill>
              </a:defRPr>
            </a:lvl6pPr>
            <a:lvl7pPr marL="3657509" algn="l" defTabSz="609585" rtl="0" eaLnBrk="1" latinLnBrk="0" hangingPunct="1">
              <a:defRPr sz="2400" kern="1200">
                <a:solidFill>
                  <a:schemeClr val="lt1"/>
                </a:solidFill>
              </a:defRPr>
            </a:lvl7pPr>
            <a:lvl8pPr marL="4267093" algn="l" defTabSz="609585" rtl="0" eaLnBrk="1" latinLnBrk="0" hangingPunct="1">
              <a:defRPr sz="2400" kern="1200">
                <a:solidFill>
                  <a:schemeClr val="lt1"/>
                </a:solidFill>
              </a:defRPr>
            </a:lvl8pPr>
            <a:lvl9pPr marL="4876678" algn="l" defTabSz="609585" rtl="0" eaLnBrk="1" latinLnBrk="0" hangingPunct="1">
              <a:defRPr sz="2400" kern="1200">
                <a:solidFill>
                  <a:schemeClr val="lt1"/>
                </a:solidFill>
              </a:defRPr>
            </a:lvl9pPr>
          </a:lstStyle>
          <a:p>
            <a:pPr algn="ctr" defTabSz="457189">
              <a:lnSpc>
                <a:spcPct val="120000"/>
              </a:lnSpc>
            </a:pPr>
            <a:r>
              <a:rPr lang="zh-CN" altLang="en-US" sz="1400" dirty="0">
                <a:solidFill>
                  <a:srgbClr val="2B2B2B">
                    <a:lumMod val="90000"/>
                    <a:lumOff val="10000"/>
                  </a:srgbClr>
                </a:solidFill>
                <a:latin typeface="微软雅黑"/>
                <a:ea typeface="微软雅黑"/>
                <a:cs typeface="+mn-ea"/>
                <a:sym typeface="+mn-lt"/>
              </a:rPr>
              <a:t>图片存储位置</a:t>
            </a:r>
          </a:p>
        </p:txBody>
      </p:sp>
      <p:cxnSp>
        <p:nvCxnSpPr>
          <p:cNvPr id="5" name="连接符: 肘形 4">
            <a:extLst>
              <a:ext uri="{FF2B5EF4-FFF2-40B4-BE49-F238E27FC236}">
                <a16:creationId xmlns:a16="http://schemas.microsoft.com/office/drawing/2014/main" id="{DCA27AA1-4AD0-4EDD-9765-6F153A25CA6C}"/>
              </a:ext>
            </a:extLst>
          </p:cNvPr>
          <p:cNvCxnSpPr>
            <a:stCxn id="23" idx="3"/>
            <a:endCxn id="45" idx="1"/>
          </p:cNvCxnSpPr>
          <p:nvPr/>
        </p:nvCxnSpPr>
        <p:spPr>
          <a:xfrm flipV="1">
            <a:off x="6948263" y="1756002"/>
            <a:ext cx="327013" cy="1"/>
          </a:xfrm>
          <a:prstGeom prst="bentConnector3">
            <a:avLst/>
          </a:prstGeom>
          <a:ln>
            <a:prstDash val="dash"/>
            <a:tailEnd type="triangle"/>
          </a:ln>
        </p:spPr>
        <p:style>
          <a:lnRef idx="1">
            <a:schemeClr val="accent1"/>
          </a:lnRef>
          <a:fillRef idx="0">
            <a:schemeClr val="accent1"/>
          </a:fillRef>
          <a:effectRef idx="0">
            <a:schemeClr val="accent1"/>
          </a:effectRef>
          <a:fontRef idx="minor">
            <a:schemeClr val="tx1"/>
          </a:fontRef>
        </p:style>
      </p:cxnSp>
      <p:grpSp>
        <p:nvGrpSpPr>
          <p:cNvPr id="51" name="组合 50">
            <a:extLst>
              <a:ext uri="{FF2B5EF4-FFF2-40B4-BE49-F238E27FC236}">
                <a16:creationId xmlns:a16="http://schemas.microsoft.com/office/drawing/2014/main" id="{D9419ADA-7DF9-41FC-BBFF-C223B081F61E}"/>
              </a:ext>
            </a:extLst>
          </p:cNvPr>
          <p:cNvGrpSpPr/>
          <p:nvPr/>
        </p:nvGrpSpPr>
        <p:grpSpPr>
          <a:xfrm>
            <a:off x="-3" y="85172"/>
            <a:ext cx="4211963" cy="447238"/>
            <a:chOff x="-10956" y="85171"/>
            <a:chExt cx="2940485" cy="447238"/>
          </a:xfrm>
        </p:grpSpPr>
        <p:sp>
          <p:nvSpPr>
            <p:cNvPr id="52" name="矩形 1">
              <a:extLst>
                <a:ext uri="{FF2B5EF4-FFF2-40B4-BE49-F238E27FC236}">
                  <a16:creationId xmlns:a16="http://schemas.microsoft.com/office/drawing/2014/main" id="{F860ADAD-84A0-43AE-B59D-C56135C10D46}"/>
                </a:ext>
              </a:extLst>
            </p:cNvPr>
            <p:cNvSpPr/>
            <p:nvPr/>
          </p:nvSpPr>
          <p:spPr>
            <a:xfrm>
              <a:off x="-10956" y="123478"/>
              <a:ext cx="2900474" cy="408931"/>
            </a:xfrm>
            <a:custGeom>
              <a:avLst/>
              <a:gdLst>
                <a:gd name="connsiteX0" fmla="*/ 0 w 4211960"/>
                <a:gd name="connsiteY0" fmla="*/ 0 h 2088232"/>
                <a:gd name="connsiteX1" fmla="*/ 4211960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101133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281963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319192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712023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11960" h="2088232">
                  <a:moveTo>
                    <a:pt x="0" y="0"/>
                  </a:moveTo>
                  <a:lnTo>
                    <a:pt x="3712023" y="0"/>
                  </a:lnTo>
                  <a:lnTo>
                    <a:pt x="4211960" y="2088232"/>
                  </a:lnTo>
                  <a:lnTo>
                    <a:pt x="0" y="2088232"/>
                  </a:lnTo>
                  <a:lnTo>
                    <a:pt x="0" y="0"/>
                  </a:lnTo>
                  <a:close/>
                </a:path>
              </a:pathLst>
            </a:custGeom>
            <a:solidFill>
              <a:srgbClr val="0163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8">
                <a:lnSpc>
                  <a:spcPct val="120000"/>
                </a:lnSpc>
              </a:pPr>
              <a:endParaRPr lang="zh-CN" altLang="en-US" sz="2400">
                <a:solidFill>
                  <a:srgbClr val="FFFFFF"/>
                </a:solidFill>
                <a:latin typeface="微软雅黑"/>
                <a:ea typeface="微软雅黑"/>
                <a:cs typeface="+mn-ea"/>
                <a:sym typeface="+mn-lt"/>
              </a:endParaRPr>
            </a:p>
          </p:txBody>
        </p:sp>
        <p:sp>
          <p:nvSpPr>
            <p:cNvPr id="53" name="文本框 52">
              <a:extLst>
                <a:ext uri="{FF2B5EF4-FFF2-40B4-BE49-F238E27FC236}">
                  <a16:creationId xmlns:a16="http://schemas.microsoft.com/office/drawing/2014/main" id="{CB30BEA5-CE71-4845-9823-8EC184C7F017}"/>
                </a:ext>
              </a:extLst>
            </p:cNvPr>
            <p:cNvSpPr txBox="1"/>
            <p:nvPr/>
          </p:nvSpPr>
          <p:spPr>
            <a:xfrm>
              <a:off x="-10955" y="85171"/>
              <a:ext cx="2940484" cy="447238"/>
            </a:xfrm>
            <a:prstGeom prst="rect">
              <a:avLst/>
            </a:prstGeom>
            <a:noFill/>
          </p:spPr>
          <p:txBody>
            <a:bodyPr wrap="square" rtlCol="0">
              <a:spAutoFit/>
            </a:bodyPr>
            <a:lstStyle/>
            <a:p>
              <a:pPr defTabSz="914378">
                <a:lnSpc>
                  <a:spcPct val="120000"/>
                </a:lnSpc>
              </a:pPr>
              <a:r>
                <a:rPr lang="en-US" altLang="zh-CN" sz="2100" dirty="0">
                  <a:solidFill>
                    <a:srgbClr val="FFFFFF"/>
                  </a:solidFill>
                  <a:latin typeface="微软雅黑"/>
                  <a:ea typeface="微软雅黑"/>
                  <a:cs typeface="+mn-ea"/>
                  <a:sym typeface="+mn-lt"/>
                </a:rPr>
                <a:t>2.2 </a:t>
              </a:r>
              <a:r>
                <a:rPr lang="zh-CN" altLang="en-US" sz="2100" dirty="0">
                  <a:solidFill>
                    <a:srgbClr val="FFFFFF"/>
                  </a:solidFill>
                  <a:cs typeface="+mn-ea"/>
                  <a:sym typeface="+mn-lt"/>
                </a:rPr>
                <a:t>地图知识图谱构建与应用</a:t>
              </a:r>
              <a:endParaRPr lang="en-US" altLang="zh-CN" sz="2100" dirty="0">
                <a:solidFill>
                  <a:srgbClr val="FFFFFF"/>
                </a:solidFill>
                <a:cs typeface="+mn-ea"/>
                <a:sym typeface="+mn-lt"/>
              </a:endParaRPr>
            </a:p>
          </p:txBody>
        </p:sp>
      </p:grpSp>
    </p:spTree>
    <p:extLst>
      <p:ext uri="{BB962C8B-B14F-4D97-AF65-F5344CB8AC3E}">
        <p14:creationId xmlns:p14="http://schemas.microsoft.com/office/powerpoint/2010/main" val="361249566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 name="组合 29">
            <a:extLst>
              <a:ext uri="{FF2B5EF4-FFF2-40B4-BE49-F238E27FC236}">
                <a16:creationId xmlns:a16="http://schemas.microsoft.com/office/drawing/2014/main" id="{F4DC642D-74EE-4984-8D9C-2399044012C3}"/>
              </a:ext>
            </a:extLst>
          </p:cNvPr>
          <p:cNvGrpSpPr/>
          <p:nvPr/>
        </p:nvGrpSpPr>
        <p:grpSpPr>
          <a:xfrm>
            <a:off x="539552" y="935281"/>
            <a:ext cx="3531344" cy="400110"/>
            <a:chOff x="539552" y="987574"/>
            <a:chExt cx="3531344" cy="400110"/>
          </a:xfrm>
        </p:grpSpPr>
        <p:grpSp>
          <p:nvGrpSpPr>
            <p:cNvPr id="31" name="组合 30">
              <a:extLst>
                <a:ext uri="{FF2B5EF4-FFF2-40B4-BE49-F238E27FC236}">
                  <a16:creationId xmlns:a16="http://schemas.microsoft.com/office/drawing/2014/main" id="{184BD4AA-70E7-4E0E-8689-398B012A8742}"/>
                </a:ext>
              </a:extLst>
            </p:cNvPr>
            <p:cNvGrpSpPr/>
            <p:nvPr/>
          </p:nvGrpSpPr>
          <p:grpSpPr>
            <a:xfrm>
              <a:off x="539552" y="1162909"/>
              <a:ext cx="3531344" cy="52489"/>
              <a:chOff x="2739916" y="1443571"/>
              <a:chExt cx="4066578" cy="67754"/>
            </a:xfrm>
          </p:grpSpPr>
          <p:cxnSp>
            <p:nvCxnSpPr>
              <p:cNvPr id="33" name="直接连接符 32">
                <a:extLst>
                  <a:ext uri="{FF2B5EF4-FFF2-40B4-BE49-F238E27FC236}">
                    <a16:creationId xmlns:a16="http://schemas.microsoft.com/office/drawing/2014/main" id="{3B954946-E331-4C09-BE2C-9841A3FE5120}"/>
                  </a:ext>
                </a:extLst>
              </p:cNvPr>
              <p:cNvCxnSpPr>
                <a:cxnSpLocks/>
              </p:cNvCxnSpPr>
              <p:nvPr/>
            </p:nvCxnSpPr>
            <p:spPr>
              <a:xfrm>
                <a:off x="2739916" y="1511325"/>
                <a:ext cx="4066578" cy="0"/>
              </a:xfrm>
              <a:prstGeom prst="line">
                <a:avLst/>
              </a:prstGeom>
              <a:noFill/>
              <a:ln w="6350" cap="flat" cmpd="sng" algn="ctr">
                <a:solidFill>
                  <a:srgbClr val="016371"/>
                </a:solidFill>
                <a:prstDash val="solid"/>
                <a:miter lim="800000"/>
              </a:ln>
              <a:effectLst/>
            </p:spPr>
          </p:cxnSp>
          <p:cxnSp>
            <p:nvCxnSpPr>
              <p:cNvPr id="34" name="直接连接符 33">
                <a:extLst>
                  <a:ext uri="{FF2B5EF4-FFF2-40B4-BE49-F238E27FC236}">
                    <a16:creationId xmlns:a16="http://schemas.microsoft.com/office/drawing/2014/main" id="{E47B2997-F3AF-4CE2-AA67-6886D504EA7F}"/>
                  </a:ext>
                </a:extLst>
              </p:cNvPr>
              <p:cNvCxnSpPr>
                <a:cxnSpLocks/>
              </p:cNvCxnSpPr>
              <p:nvPr/>
            </p:nvCxnSpPr>
            <p:spPr>
              <a:xfrm>
                <a:off x="2739916" y="1443571"/>
                <a:ext cx="4066578" cy="0"/>
              </a:xfrm>
              <a:prstGeom prst="line">
                <a:avLst/>
              </a:prstGeom>
              <a:noFill/>
              <a:ln w="6350" cap="flat" cmpd="sng" algn="ctr">
                <a:solidFill>
                  <a:srgbClr val="016371"/>
                </a:solidFill>
                <a:prstDash val="solid"/>
                <a:miter lim="800000"/>
              </a:ln>
              <a:effectLst/>
            </p:spPr>
          </p:cxnSp>
        </p:grpSp>
        <p:sp>
          <p:nvSpPr>
            <p:cNvPr id="32" name="文本框 31">
              <a:extLst>
                <a:ext uri="{FF2B5EF4-FFF2-40B4-BE49-F238E27FC236}">
                  <a16:creationId xmlns:a16="http://schemas.microsoft.com/office/drawing/2014/main" id="{F07A84AE-FE2F-4218-B773-618FCFB08C78}"/>
                </a:ext>
              </a:extLst>
            </p:cNvPr>
            <p:cNvSpPr txBox="1"/>
            <p:nvPr/>
          </p:nvSpPr>
          <p:spPr>
            <a:xfrm>
              <a:off x="1228811" y="987574"/>
              <a:ext cx="2152826" cy="400110"/>
            </a:xfrm>
            <a:prstGeom prst="rect">
              <a:avLst/>
            </a:prstGeom>
            <a:solidFill>
              <a:srgbClr val="016371"/>
            </a:solidFill>
            <a:ln>
              <a:noFill/>
            </a:ln>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zh-CN" altLang="en-US" sz="2000" kern="0" dirty="0">
                  <a:solidFill>
                    <a:prstClr val="white"/>
                  </a:solidFill>
                  <a:latin typeface="等线"/>
                  <a:ea typeface="等线"/>
                </a:rPr>
                <a:t>地图数据</a:t>
              </a:r>
              <a:endParaRPr kumimoji="0" lang="zh-CN" altLang="en-US" sz="2000" b="0" i="0" u="none" strike="noStrike" kern="0" cap="none" spc="0" normalizeH="0" baseline="0" noProof="0" dirty="0">
                <a:ln>
                  <a:noFill/>
                </a:ln>
                <a:solidFill>
                  <a:prstClr val="white"/>
                </a:solidFill>
                <a:effectLst/>
                <a:uLnTx/>
                <a:uFillTx/>
                <a:latin typeface="等线"/>
                <a:ea typeface="等线"/>
              </a:endParaRPr>
            </a:p>
          </p:txBody>
        </p:sp>
      </p:grpSp>
      <p:sp>
        <p:nvSpPr>
          <p:cNvPr id="18" name="ïšḷíḍé">
            <a:extLst>
              <a:ext uri="{FF2B5EF4-FFF2-40B4-BE49-F238E27FC236}">
                <a16:creationId xmlns:a16="http://schemas.microsoft.com/office/drawing/2014/main" id="{287702EB-E72E-4865-A176-5AE30BB4EB08}"/>
              </a:ext>
            </a:extLst>
          </p:cNvPr>
          <p:cNvSpPr/>
          <p:nvPr/>
        </p:nvSpPr>
        <p:spPr>
          <a:xfrm>
            <a:off x="4876418" y="1309771"/>
            <a:ext cx="415662" cy="3523089"/>
          </a:xfrm>
          <a:prstGeom prst="rect">
            <a:avLst/>
          </a:prstGeom>
          <a:noFill/>
          <a:ln w="6350">
            <a:solidFill>
              <a:srgbClr val="01637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defPPr>
              <a:defRPr lang="en-US"/>
            </a:defPPr>
            <a:lvl1pPr marL="0" algn="l" defTabSz="609585" rtl="0" eaLnBrk="1" latinLnBrk="0" hangingPunct="1">
              <a:defRPr sz="2400" kern="1200">
                <a:solidFill>
                  <a:schemeClr val="lt1"/>
                </a:solidFill>
              </a:defRPr>
            </a:lvl1pPr>
            <a:lvl2pPr marL="609585" algn="l" defTabSz="609585" rtl="0" eaLnBrk="1" latinLnBrk="0" hangingPunct="1">
              <a:defRPr sz="2400" kern="1200">
                <a:solidFill>
                  <a:schemeClr val="lt1"/>
                </a:solidFill>
              </a:defRPr>
            </a:lvl2pPr>
            <a:lvl3pPr marL="1219170" algn="l" defTabSz="609585" rtl="0" eaLnBrk="1" latinLnBrk="0" hangingPunct="1">
              <a:defRPr sz="2400" kern="1200">
                <a:solidFill>
                  <a:schemeClr val="lt1"/>
                </a:solidFill>
              </a:defRPr>
            </a:lvl3pPr>
            <a:lvl4pPr marL="1828754" algn="l" defTabSz="609585" rtl="0" eaLnBrk="1" latinLnBrk="0" hangingPunct="1">
              <a:defRPr sz="2400" kern="1200">
                <a:solidFill>
                  <a:schemeClr val="lt1"/>
                </a:solidFill>
              </a:defRPr>
            </a:lvl4pPr>
            <a:lvl5pPr marL="2438339" algn="l" defTabSz="609585" rtl="0" eaLnBrk="1" latinLnBrk="0" hangingPunct="1">
              <a:defRPr sz="2400" kern="1200">
                <a:solidFill>
                  <a:schemeClr val="lt1"/>
                </a:solidFill>
              </a:defRPr>
            </a:lvl5pPr>
            <a:lvl6pPr marL="3047924" algn="l" defTabSz="609585" rtl="0" eaLnBrk="1" latinLnBrk="0" hangingPunct="1">
              <a:defRPr sz="2400" kern="1200">
                <a:solidFill>
                  <a:schemeClr val="lt1"/>
                </a:solidFill>
              </a:defRPr>
            </a:lvl6pPr>
            <a:lvl7pPr marL="3657509" algn="l" defTabSz="609585" rtl="0" eaLnBrk="1" latinLnBrk="0" hangingPunct="1">
              <a:defRPr sz="2400" kern="1200">
                <a:solidFill>
                  <a:schemeClr val="lt1"/>
                </a:solidFill>
              </a:defRPr>
            </a:lvl7pPr>
            <a:lvl8pPr marL="4267093" algn="l" defTabSz="609585" rtl="0" eaLnBrk="1" latinLnBrk="0" hangingPunct="1">
              <a:defRPr sz="2400" kern="1200">
                <a:solidFill>
                  <a:schemeClr val="lt1"/>
                </a:solidFill>
              </a:defRPr>
            </a:lvl8pPr>
            <a:lvl9pPr marL="4876678" algn="l" defTabSz="609585" rtl="0" eaLnBrk="1" latinLnBrk="0" hangingPunct="1">
              <a:defRPr sz="2400" kern="1200">
                <a:solidFill>
                  <a:schemeClr val="lt1"/>
                </a:solidFill>
              </a:defRPr>
            </a:lvl9pPr>
          </a:lstStyle>
          <a:p>
            <a:pPr algn="ctr" defTabSz="457189">
              <a:lnSpc>
                <a:spcPct val="120000"/>
              </a:lnSpc>
            </a:pPr>
            <a:r>
              <a:rPr lang="zh-CN" altLang="en-US" sz="1600" dirty="0">
                <a:solidFill>
                  <a:srgbClr val="2B2B2B">
                    <a:lumMod val="90000"/>
                    <a:lumOff val="10000"/>
                  </a:srgbClr>
                </a:solidFill>
                <a:latin typeface="微软雅黑"/>
                <a:ea typeface="微软雅黑"/>
                <a:cs typeface="+mn-ea"/>
                <a:sym typeface="+mn-lt"/>
              </a:rPr>
              <a:t>地图数据</a:t>
            </a:r>
          </a:p>
        </p:txBody>
      </p:sp>
      <p:cxnSp>
        <p:nvCxnSpPr>
          <p:cNvPr id="19" name="íṥļïḑé">
            <a:extLst>
              <a:ext uri="{FF2B5EF4-FFF2-40B4-BE49-F238E27FC236}">
                <a16:creationId xmlns:a16="http://schemas.microsoft.com/office/drawing/2014/main" id="{DFE92B85-95D7-421F-A0BC-1BA7993B26AC}"/>
              </a:ext>
            </a:extLst>
          </p:cNvPr>
          <p:cNvCxnSpPr>
            <a:cxnSpLocks/>
            <a:stCxn id="23" idx="1"/>
            <a:endCxn id="18" idx="3"/>
          </p:cNvCxnSpPr>
          <p:nvPr/>
        </p:nvCxnSpPr>
        <p:spPr>
          <a:xfrm rot="10800000" flipV="1">
            <a:off x="5292081" y="1718160"/>
            <a:ext cx="390815" cy="1353156"/>
          </a:xfrm>
          <a:prstGeom prst="bentConnector3">
            <a:avLst>
              <a:gd name="adj1" fmla="val 50000"/>
            </a:avLst>
          </a:prstGeom>
          <a:ln>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23" name="îṧlïḑê">
            <a:extLst>
              <a:ext uri="{FF2B5EF4-FFF2-40B4-BE49-F238E27FC236}">
                <a16:creationId xmlns:a16="http://schemas.microsoft.com/office/drawing/2014/main" id="{F1A273A9-2DA9-4E1D-A51E-A21D541780E6}"/>
              </a:ext>
            </a:extLst>
          </p:cNvPr>
          <p:cNvSpPr/>
          <p:nvPr/>
        </p:nvSpPr>
        <p:spPr>
          <a:xfrm>
            <a:off x="5682895" y="1563638"/>
            <a:ext cx="1265368" cy="309043"/>
          </a:xfrm>
          <a:prstGeom prst="rect">
            <a:avLst/>
          </a:prstGeom>
          <a:noFill/>
          <a:ln w="6350">
            <a:solidFill>
              <a:srgbClr val="01637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defPPr>
              <a:defRPr lang="en-US"/>
            </a:defPPr>
            <a:lvl1pPr marL="0" algn="l" defTabSz="609585" rtl="0" eaLnBrk="1" latinLnBrk="0" hangingPunct="1">
              <a:defRPr sz="2400" kern="1200">
                <a:solidFill>
                  <a:schemeClr val="lt1"/>
                </a:solidFill>
              </a:defRPr>
            </a:lvl1pPr>
            <a:lvl2pPr marL="609585" algn="l" defTabSz="609585" rtl="0" eaLnBrk="1" latinLnBrk="0" hangingPunct="1">
              <a:defRPr sz="2400" kern="1200">
                <a:solidFill>
                  <a:schemeClr val="lt1"/>
                </a:solidFill>
              </a:defRPr>
            </a:lvl2pPr>
            <a:lvl3pPr marL="1219170" algn="l" defTabSz="609585" rtl="0" eaLnBrk="1" latinLnBrk="0" hangingPunct="1">
              <a:defRPr sz="2400" kern="1200">
                <a:solidFill>
                  <a:schemeClr val="lt1"/>
                </a:solidFill>
              </a:defRPr>
            </a:lvl3pPr>
            <a:lvl4pPr marL="1828754" algn="l" defTabSz="609585" rtl="0" eaLnBrk="1" latinLnBrk="0" hangingPunct="1">
              <a:defRPr sz="2400" kern="1200">
                <a:solidFill>
                  <a:schemeClr val="lt1"/>
                </a:solidFill>
              </a:defRPr>
            </a:lvl4pPr>
            <a:lvl5pPr marL="2438339" algn="l" defTabSz="609585" rtl="0" eaLnBrk="1" latinLnBrk="0" hangingPunct="1">
              <a:defRPr sz="2400" kern="1200">
                <a:solidFill>
                  <a:schemeClr val="lt1"/>
                </a:solidFill>
              </a:defRPr>
            </a:lvl5pPr>
            <a:lvl6pPr marL="3047924" algn="l" defTabSz="609585" rtl="0" eaLnBrk="1" latinLnBrk="0" hangingPunct="1">
              <a:defRPr sz="2400" kern="1200">
                <a:solidFill>
                  <a:schemeClr val="lt1"/>
                </a:solidFill>
              </a:defRPr>
            </a:lvl6pPr>
            <a:lvl7pPr marL="3657509" algn="l" defTabSz="609585" rtl="0" eaLnBrk="1" latinLnBrk="0" hangingPunct="1">
              <a:defRPr sz="2400" kern="1200">
                <a:solidFill>
                  <a:schemeClr val="lt1"/>
                </a:solidFill>
              </a:defRPr>
            </a:lvl7pPr>
            <a:lvl8pPr marL="4267093" algn="l" defTabSz="609585" rtl="0" eaLnBrk="1" latinLnBrk="0" hangingPunct="1">
              <a:defRPr sz="2400" kern="1200">
                <a:solidFill>
                  <a:schemeClr val="lt1"/>
                </a:solidFill>
              </a:defRPr>
            </a:lvl8pPr>
            <a:lvl9pPr marL="4876678" algn="l" defTabSz="609585" rtl="0" eaLnBrk="1" latinLnBrk="0" hangingPunct="1">
              <a:defRPr sz="2400" kern="1200">
                <a:solidFill>
                  <a:schemeClr val="lt1"/>
                </a:solidFill>
              </a:defRPr>
            </a:lvl9pPr>
          </a:lstStyle>
          <a:p>
            <a:pPr algn="ctr" defTabSz="457189">
              <a:lnSpc>
                <a:spcPct val="120000"/>
              </a:lnSpc>
            </a:pPr>
            <a:r>
              <a:rPr lang="zh-CN" altLang="en-US" sz="1400" dirty="0">
                <a:solidFill>
                  <a:srgbClr val="2B2B2B">
                    <a:lumMod val="90000"/>
                    <a:lumOff val="10000"/>
                  </a:srgbClr>
                </a:solidFill>
                <a:latin typeface="微软雅黑"/>
                <a:ea typeface="微软雅黑"/>
                <a:cs typeface="+mn-ea"/>
                <a:sym typeface="+mn-lt"/>
              </a:rPr>
              <a:t>自然地理数据</a:t>
            </a:r>
          </a:p>
        </p:txBody>
      </p:sp>
      <p:sp>
        <p:nvSpPr>
          <p:cNvPr id="24" name="iṣliďê">
            <a:extLst>
              <a:ext uri="{FF2B5EF4-FFF2-40B4-BE49-F238E27FC236}">
                <a16:creationId xmlns:a16="http://schemas.microsoft.com/office/drawing/2014/main" id="{29F4BEE0-AEE9-40EC-B471-60632FA7BE84}"/>
              </a:ext>
            </a:extLst>
          </p:cNvPr>
          <p:cNvSpPr/>
          <p:nvPr/>
        </p:nvSpPr>
        <p:spPr>
          <a:xfrm>
            <a:off x="5682896" y="2838771"/>
            <a:ext cx="1265368" cy="309043"/>
          </a:xfrm>
          <a:prstGeom prst="rect">
            <a:avLst/>
          </a:prstGeom>
          <a:noFill/>
          <a:ln w="6350">
            <a:solidFill>
              <a:srgbClr val="01637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defPPr>
              <a:defRPr lang="en-US"/>
            </a:defPPr>
            <a:lvl1pPr marL="0" algn="l" defTabSz="609585" rtl="0" eaLnBrk="1" latinLnBrk="0" hangingPunct="1">
              <a:defRPr sz="2400" kern="1200">
                <a:solidFill>
                  <a:schemeClr val="lt1"/>
                </a:solidFill>
              </a:defRPr>
            </a:lvl1pPr>
            <a:lvl2pPr marL="609585" algn="l" defTabSz="609585" rtl="0" eaLnBrk="1" latinLnBrk="0" hangingPunct="1">
              <a:defRPr sz="2400" kern="1200">
                <a:solidFill>
                  <a:schemeClr val="lt1"/>
                </a:solidFill>
              </a:defRPr>
            </a:lvl2pPr>
            <a:lvl3pPr marL="1219170" algn="l" defTabSz="609585" rtl="0" eaLnBrk="1" latinLnBrk="0" hangingPunct="1">
              <a:defRPr sz="2400" kern="1200">
                <a:solidFill>
                  <a:schemeClr val="lt1"/>
                </a:solidFill>
              </a:defRPr>
            </a:lvl3pPr>
            <a:lvl4pPr marL="1828754" algn="l" defTabSz="609585" rtl="0" eaLnBrk="1" latinLnBrk="0" hangingPunct="1">
              <a:defRPr sz="2400" kern="1200">
                <a:solidFill>
                  <a:schemeClr val="lt1"/>
                </a:solidFill>
              </a:defRPr>
            </a:lvl4pPr>
            <a:lvl5pPr marL="2438339" algn="l" defTabSz="609585" rtl="0" eaLnBrk="1" latinLnBrk="0" hangingPunct="1">
              <a:defRPr sz="2400" kern="1200">
                <a:solidFill>
                  <a:schemeClr val="lt1"/>
                </a:solidFill>
              </a:defRPr>
            </a:lvl5pPr>
            <a:lvl6pPr marL="3047924" algn="l" defTabSz="609585" rtl="0" eaLnBrk="1" latinLnBrk="0" hangingPunct="1">
              <a:defRPr sz="2400" kern="1200">
                <a:solidFill>
                  <a:schemeClr val="lt1"/>
                </a:solidFill>
              </a:defRPr>
            </a:lvl6pPr>
            <a:lvl7pPr marL="3657509" algn="l" defTabSz="609585" rtl="0" eaLnBrk="1" latinLnBrk="0" hangingPunct="1">
              <a:defRPr sz="2400" kern="1200">
                <a:solidFill>
                  <a:schemeClr val="lt1"/>
                </a:solidFill>
              </a:defRPr>
            </a:lvl7pPr>
            <a:lvl8pPr marL="4267093" algn="l" defTabSz="609585" rtl="0" eaLnBrk="1" latinLnBrk="0" hangingPunct="1">
              <a:defRPr sz="2400" kern="1200">
                <a:solidFill>
                  <a:schemeClr val="lt1"/>
                </a:solidFill>
              </a:defRPr>
            </a:lvl8pPr>
            <a:lvl9pPr marL="4876678" algn="l" defTabSz="609585" rtl="0" eaLnBrk="1" latinLnBrk="0" hangingPunct="1">
              <a:defRPr sz="2400" kern="1200">
                <a:solidFill>
                  <a:schemeClr val="lt1"/>
                </a:solidFill>
              </a:defRPr>
            </a:lvl9pPr>
          </a:lstStyle>
          <a:p>
            <a:pPr algn="ctr" defTabSz="457189">
              <a:lnSpc>
                <a:spcPct val="120000"/>
              </a:lnSpc>
            </a:pPr>
            <a:r>
              <a:rPr lang="zh-CN" altLang="en-US" sz="1400" dirty="0">
                <a:solidFill>
                  <a:srgbClr val="2B2B2B">
                    <a:lumMod val="90000"/>
                    <a:lumOff val="10000"/>
                  </a:srgbClr>
                </a:solidFill>
                <a:latin typeface="微软雅黑"/>
                <a:ea typeface="微软雅黑"/>
                <a:cs typeface="+mn-ea"/>
                <a:sym typeface="+mn-lt"/>
              </a:rPr>
              <a:t>社会经济数据</a:t>
            </a:r>
          </a:p>
        </p:txBody>
      </p:sp>
      <p:sp>
        <p:nvSpPr>
          <p:cNvPr id="25" name="îsḻïdé">
            <a:extLst>
              <a:ext uri="{FF2B5EF4-FFF2-40B4-BE49-F238E27FC236}">
                <a16:creationId xmlns:a16="http://schemas.microsoft.com/office/drawing/2014/main" id="{EE6245D8-96AE-4B9C-8015-41321D21FE94}"/>
              </a:ext>
            </a:extLst>
          </p:cNvPr>
          <p:cNvSpPr/>
          <p:nvPr/>
        </p:nvSpPr>
        <p:spPr>
          <a:xfrm>
            <a:off x="5682896" y="4206923"/>
            <a:ext cx="1265368" cy="309043"/>
          </a:xfrm>
          <a:prstGeom prst="rect">
            <a:avLst/>
          </a:prstGeom>
          <a:noFill/>
          <a:ln w="6350">
            <a:solidFill>
              <a:srgbClr val="01637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defPPr>
              <a:defRPr lang="en-US"/>
            </a:defPPr>
            <a:lvl1pPr marL="0" algn="l" defTabSz="609585" rtl="0" eaLnBrk="1" latinLnBrk="0" hangingPunct="1">
              <a:defRPr sz="2400" kern="1200">
                <a:solidFill>
                  <a:schemeClr val="lt1"/>
                </a:solidFill>
              </a:defRPr>
            </a:lvl1pPr>
            <a:lvl2pPr marL="609585" algn="l" defTabSz="609585" rtl="0" eaLnBrk="1" latinLnBrk="0" hangingPunct="1">
              <a:defRPr sz="2400" kern="1200">
                <a:solidFill>
                  <a:schemeClr val="lt1"/>
                </a:solidFill>
              </a:defRPr>
            </a:lvl2pPr>
            <a:lvl3pPr marL="1219170" algn="l" defTabSz="609585" rtl="0" eaLnBrk="1" latinLnBrk="0" hangingPunct="1">
              <a:defRPr sz="2400" kern="1200">
                <a:solidFill>
                  <a:schemeClr val="lt1"/>
                </a:solidFill>
              </a:defRPr>
            </a:lvl3pPr>
            <a:lvl4pPr marL="1828754" algn="l" defTabSz="609585" rtl="0" eaLnBrk="1" latinLnBrk="0" hangingPunct="1">
              <a:defRPr sz="2400" kern="1200">
                <a:solidFill>
                  <a:schemeClr val="lt1"/>
                </a:solidFill>
              </a:defRPr>
            </a:lvl4pPr>
            <a:lvl5pPr marL="2438339" algn="l" defTabSz="609585" rtl="0" eaLnBrk="1" latinLnBrk="0" hangingPunct="1">
              <a:defRPr sz="2400" kern="1200">
                <a:solidFill>
                  <a:schemeClr val="lt1"/>
                </a:solidFill>
              </a:defRPr>
            </a:lvl5pPr>
            <a:lvl6pPr marL="3047924" algn="l" defTabSz="609585" rtl="0" eaLnBrk="1" latinLnBrk="0" hangingPunct="1">
              <a:defRPr sz="2400" kern="1200">
                <a:solidFill>
                  <a:schemeClr val="lt1"/>
                </a:solidFill>
              </a:defRPr>
            </a:lvl6pPr>
            <a:lvl7pPr marL="3657509" algn="l" defTabSz="609585" rtl="0" eaLnBrk="1" latinLnBrk="0" hangingPunct="1">
              <a:defRPr sz="2400" kern="1200">
                <a:solidFill>
                  <a:schemeClr val="lt1"/>
                </a:solidFill>
              </a:defRPr>
            </a:lvl7pPr>
            <a:lvl8pPr marL="4267093" algn="l" defTabSz="609585" rtl="0" eaLnBrk="1" latinLnBrk="0" hangingPunct="1">
              <a:defRPr sz="2400" kern="1200">
                <a:solidFill>
                  <a:schemeClr val="lt1"/>
                </a:solidFill>
              </a:defRPr>
            </a:lvl8pPr>
            <a:lvl9pPr marL="4876678" algn="l" defTabSz="609585" rtl="0" eaLnBrk="1" latinLnBrk="0" hangingPunct="1">
              <a:defRPr sz="2400" kern="1200">
                <a:solidFill>
                  <a:schemeClr val="lt1"/>
                </a:solidFill>
              </a:defRPr>
            </a:lvl9pPr>
          </a:lstStyle>
          <a:p>
            <a:pPr algn="ctr" defTabSz="457189">
              <a:lnSpc>
                <a:spcPct val="120000"/>
              </a:lnSpc>
            </a:pPr>
            <a:r>
              <a:rPr lang="zh-CN" altLang="en-US" sz="1400" dirty="0">
                <a:solidFill>
                  <a:srgbClr val="2B2B2B">
                    <a:lumMod val="90000"/>
                    <a:lumOff val="10000"/>
                  </a:srgbClr>
                </a:solidFill>
                <a:latin typeface="微软雅黑"/>
                <a:ea typeface="微软雅黑"/>
                <a:cs typeface="+mn-ea"/>
                <a:sym typeface="+mn-lt"/>
              </a:rPr>
              <a:t>数据类型</a:t>
            </a:r>
          </a:p>
        </p:txBody>
      </p:sp>
      <p:sp>
        <p:nvSpPr>
          <p:cNvPr id="27" name="iś1ïḋe">
            <a:extLst>
              <a:ext uri="{FF2B5EF4-FFF2-40B4-BE49-F238E27FC236}">
                <a16:creationId xmlns:a16="http://schemas.microsoft.com/office/drawing/2014/main" id="{AD42726F-87F6-4A4E-8528-EE6CA0CD9EDA}"/>
              </a:ext>
            </a:extLst>
          </p:cNvPr>
          <p:cNvSpPr/>
          <p:nvPr/>
        </p:nvSpPr>
        <p:spPr>
          <a:xfrm>
            <a:off x="7308304" y="987574"/>
            <a:ext cx="1368152" cy="309043"/>
          </a:xfrm>
          <a:prstGeom prst="rect">
            <a:avLst/>
          </a:prstGeom>
          <a:no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defPPr>
              <a:defRPr lang="en-US"/>
            </a:defPPr>
            <a:lvl1pPr marL="0" algn="l" defTabSz="609585" rtl="0" eaLnBrk="1" latinLnBrk="0" hangingPunct="1">
              <a:defRPr sz="2400" kern="1200">
                <a:solidFill>
                  <a:schemeClr val="lt1"/>
                </a:solidFill>
              </a:defRPr>
            </a:lvl1pPr>
            <a:lvl2pPr marL="609585" algn="l" defTabSz="609585" rtl="0" eaLnBrk="1" latinLnBrk="0" hangingPunct="1">
              <a:defRPr sz="2400" kern="1200">
                <a:solidFill>
                  <a:schemeClr val="lt1"/>
                </a:solidFill>
              </a:defRPr>
            </a:lvl2pPr>
            <a:lvl3pPr marL="1219170" algn="l" defTabSz="609585" rtl="0" eaLnBrk="1" latinLnBrk="0" hangingPunct="1">
              <a:defRPr sz="2400" kern="1200">
                <a:solidFill>
                  <a:schemeClr val="lt1"/>
                </a:solidFill>
              </a:defRPr>
            </a:lvl3pPr>
            <a:lvl4pPr marL="1828754" algn="l" defTabSz="609585" rtl="0" eaLnBrk="1" latinLnBrk="0" hangingPunct="1">
              <a:defRPr sz="2400" kern="1200">
                <a:solidFill>
                  <a:schemeClr val="lt1"/>
                </a:solidFill>
              </a:defRPr>
            </a:lvl4pPr>
            <a:lvl5pPr marL="2438339" algn="l" defTabSz="609585" rtl="0" eaLnBrk="1" latinLnBrk="0" hangingPunct="1">
              <a:defRPr sz="2400" kern="1200">
                <a:solidFill>
                  <a:schemeClr val="lt1"/>
                </a:solidFill>
              </a:defRPr>
            </a:lvl5pPr>
            <a:lvl6pPr marL="3047924" algn="l" defTabSz="609585" rtl="0" eaLnBrk="1" latinLnBrk="0" hangingPunct="1">
              <a:defRPr sz="2400" kern="1200">
                <a:solidFill>
                  <a:schemeClr val="lt1"/>
                </a:solidFill>
              </a:defRPr>
            </a:lvl6pPr>
            <a:lvl7pPr marL="3657509" algn="l" defTabSz="609585" rtl="0" eaLnBrk="1" latinLnBrk="0" hangingPunct="1">
              <a:defRPr sz="2400" kern="1200">
                <a:solidFill>
                  <a:schemeClr val="lt1"/>
                </a:solidFill>
              </a:defRPr>
            </a:lvl7pPr>
            <a:lvl8pPr marL="4267093" algn="l" defTabSz="609585" rtl="0" eaLnBrk="1" latinLnBrk="0" hangingPunct="1">
              <a:defRPr sz="2400" kern="1200">
                <a:solidFill>
                  <a:schemeClr val="lt1"/>
                </a:solidFill>
              </a:defRPr>
            </a:lvl8pPr>
            <a:lvl9pPr marL="4876678" algn="l" defTabSz="609585" rtl="0" eaLnBrk="1" latinLnBrk="0" hangingPunct="1">
              <a:defRPr sz="2400" kern="1200">
                <a:solidFill>
                  <a:schemeClr val="lt1"/>
                </a:solidFill>
              </a:defRPr>
            </a:lvl9pPr>
          </a:lstStyle>
          <a:p>
            <a:pPr algn="ctr" defTabSz="457189">
              <a:lnSpc>
                <a:spcPct val="120000"/>
              </a:lnSpc>
            </a:pPr>
            <a:r>
              <a:rPr lang="zh-CN" altLang="en-US" sz="1400" dirty="0">
                <a:solidFill>
                  <a:srgbClr val="2B2B2B">
                    <a:lumMod val="90000"/>
                    <a:lumOff val="10000"/>
                  </a:srgbClr>
                </a:solidFill>
                <a:latin typeface="微软雅黑"/>
                <a:ea typeface="微软雅黑"/>
                <a:cs typeface="+mn-ea"/>
                <a:sym typeface="+mn-lt"/>
              </a:rPr>
              <a:t>土质植被</a:t>
            </a:r>
          </a:p>
        </p:txBody>
      </p:sp>
      <p:sp>
        <p:nvSpPr>
          <p:cNvPr id="37" name="iś1ïḋe">
            <a:extLst>
              <a:ext uri="{FF2B5EF4-FFF2-40B4-BE49-F238E27FC236}">
                <a16:creationId xmlns:a16="http://schemas.microsoft.com/office/drawing/2014/main" id="{ED4AF252-7B9A-41E2-9D11-5D53F1C5FAF8}"/>
              </a:ext>
            </a:extLst>
          </p:cNvPr>
          <p:cNvSpPr/>
          <p:nvPr/>
        </p:nvSpPr>
        <p:spPr>
          <a:xfrm>
            <a:off x="7308304" y="1399406"/>
            <a:ext cx="1368152" cy="309043"/>
          </a:xfrm>
          <a:prstGeom prst="rect">
            <a:avLst/>
          </a:prstGeom>
          <a:no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defPPr>
              <a:defRPr lang="en-US"/>
            </a:defPPr>
            <a:lvl1pPr marL="0" algn="l" defTabSz="609585" rtl="0" eaLnBrk="1" latinLnBrk="0" hangingPunct="1">
              <a:defRPr sz="2400" kern="1200">
                <a:solidFill>
                  <a:schemeClr val="lt1"/>
                </a:solidFill>
              </a:defRPr>
            </a:lvl1pPr>
            <a:lvl2pPr marL="609585" algn="l" defTabSz="609585" rtl="0" eaLnBrk="1" latinLnBrk="0" hangingPunct="1">
              <a:defRPr sz="2400" kern="1200">
                <a:solidFill>
                  <a:schemeClr val="lt1"/>
                </a:solidFill>
              </a:defRPr>
            </a:lvl2pPr>
            <a:lvl3pPr marL="1219170" algn="l" defTabSz="609585" rtl="0" eaLnBrk="1" latinLnBrk="0" hangingPunct="1">
              <a:defRPr sz="2400" kern="1200">
                <a:solidFill>
                  <a:schemeClr val="lt1"/>
                </a:solidFill>
              </a:defRPr>
            </a:lvl3pPr>
            <a:lvl4pPr marL="1828754" algn="l" defTabSz="609585" rtl="0" eaLnBrk="1" latinLnBrk="0" hangingPunct="1">
              <a:defRPr sz="2400" kern="1200">
                <a:solidFill>
                  <a:schemeClr val="lt1"/>
                </a:solidFill>
              </a:defRPr>
            </a:lvl4pPr>
            <a:lvl5pPr marL="2438339" algn="l" defTabSz="609585" rtl="0" eaLnBrk="1" latinLnBrk="0" hangingPunct="1">
              <a:defRPr sz="2400" kern="1200">
                <a:solidFill>
                  <a:schemeClr val="lt1"/>
                </a:solidFill>
              </a:defRPr>
            </a:lvl5pPr>
            <a:lvl6pPr marL="3047924" algn="l" defTabSz="609585" rtl="0" eaLnBrk="1" latinLnBrk="0" hangingPunct="1">
              <a:defRPr sz="2400" kern="1200">
                <a:solidFill>
                  <a:schemeClr val="lt1"/>
                </a:solidFill>
              </a:defRPr>
            </a:lvl6pPr>
            <a:lvl7pPr marL="3657509" algn="l" defTabSz="609585" rtl="0" eaLnBrk="1" latinLnBrk="0" hangingPunct="1">
              <a:defRPr sz="2400" kern="1200">
                <a:solidFill>
                  <a:schemeClr val="lt1"/>
                </a:solidFill>
              </a:defRPr>
            </a:lvl7pPr>
            <a:lvl8pPr marL="4267093" algn="l" defTabSz="609585" rtl="0" eaLnBrk="1" latinLnBrk="0" hangingPunct="1">
              <a:defRPr sz="2400" kern="1200">
                <a:solidFill>
                  <a:schemeClr val="lt1"/>
                </a:solidFill>
              </a:defRPr>
            </a:lvl8pPr>
            <a:lvl9pPr marL="4876678" algn="l" defTabSz="609585" rtl="0" eaLnBrk="1" latinLnBrk="0" hangingPunct="1">
              <a:defRPr sz="2400" kern="1200">
                <a:solidFill>
                  <a:schemeClr val="lt1"/>
                </a:solidFill>
              </a:defRPr>
            </a:lvl9pPr>
          </a:lstStyle>
          <a:p>
            <a:pPr algn="ctr" defTabSz="457189">
              <a:lnSpc>
                <a:spcPct val="120000"/>
              </a:lnSpc>
            </a:pPr>
            <a:r>
              <a:rPr lang="zh-CN" altLang="en-US" sz="1400" dirty="0">
                <a:solidFill>
                  <a:srgbClr val="2B2B2B">
                    <a:lumMod val="90000"/>
                    <a:lumOff val="10000"/>
                  </a:srgbClr>
                </a:solidFill>
                <a:latin typeface="微软雅黑"/>
                <a:ea typeface="微软雅黑"/>
                <a:cs typeface="+mn-ea"/>
                <a:sym typeface="+mn-lt"/>
              </a:rPr>
              <a:t>地貌</a:t>
            </a:r>
          </a:p>
        </p:txBody>
      </p:sp>
      <p:cxnSp>
        <p:nvCxnSpPr>
          <p:cNvPr id="42" name="íṥļïḑé">
            <a:extLst>
              <a:ext uri="{FF2B5EF4-FFF2-40B4-BE49-F238E27FC236}">
                <a16:creationId xmlns:a16="http://schemas.microsoft.com/office/drawing/2014/main" id="{1B766E07-DCD4-4748-A4FA-6C50FC9F6803}"/>
              </a:ext>
            </a:extLst>
          </p:cNvPr>
          <p:cNvCxnSpPr>
            <a:cxnSpLocks/>
            <a:stCxn id="24" idx="1"/>
            <a:endCxn id="18" idx="3"/>
          </p:cNvCxnSpPr>
          <p:nvPr/>
        </p:nvCxnSpPr>
        <p:spPr>
          <a:xfrm rot="10800000" flipV="1">
            <a:off x="5292080" y="2993292"/>
            <a:ext cx="390816" cy="78023"/>
          </a:xfrm>
          <a:prstGeom prst="bentConnector3">
            <a:avLst>
              <a:gd name="adj1" fmla="val 50000"/>
            </a:avLst>
          </a:prstGeom>
          <a:ln>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3" name="íṥļïḑé">
            <a:extLst>
              <a:ext uri="{FF2B5EF4-FFF2-40B4-BE49-F238E27FC236}">
                <a16:creationId xmlns:a16="http://schemas.microsoft.com/office/drawing/2014/main" id="{0156ACA9-7BEC-407C-862F-E278980917E7}"/>
              </a:ext>
            </a:extLst>
          </p:cNvPr>
          <p:cNvCxnSpPr>
            <a:cxnSpLocks/>
            <a:stCxn id="25" idx="1"/>
            <a:endCxn id="18" idx="3"/>
          </p:cNvCxnSpPr>
          <p:nvPr/>
        </p:nvCxnSpPr>
        <p:spPr>
          <a:xfrm rot="10800000">
            <a:off x="5292080" y="3071317"/>
            <a:ext cx="390816" cy="1290129"/>
          </a:xfrm>
          <a:prstGeom prst="bentConnector3">
            <a:avLst>
              <a:gd name="adj1" fmla="val 50000"/>
            </a:avLst>
          </a:prstGeom>
          <a:ln>
            <a:prstDash val="dash"/>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54" name="íṩļíḍe">
            <a:extLst>
              <a:ext uri="{FF2B5EF4-FFF2-40B4-BE49-F238E27FC236}">
                <a16:creationId xmlns:a16="http://schemas.microsoft.com/office/drawing/2014/main" id="{BC44780F-4399-4236-B8C5-B0C15D5789F7}"/>
              </a:ext>
            </a:extLst>
          </p:cNvPr>
          <p:cNvSpPr/>
          <p:nvPr/>
        </p:nvSpPr>
        <p:spPr>
          <a:xfrm>
            <a:off x="7308304" y="3520445"/>
            <a:ext cx="1368152" cy="309043"/>
          </a:xfrm>
          <a:prstGeom prst="rect">
            <a:avLst/>
          </a:prstGeom>
          <a:no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defPPr>
              <a:defRPr lang="en-US"/>
            </a:defPPr>
            <a:lvl1pPr marL="0" algn="l" defTabSz="609585" rtl="0" eaLnBrk="1" latinLnBrk="0" hangingPunct="1">
              <a:defRPr sz="2400" kern="1200">
                <a:solidFill>
                  <a:schemeClr val="lt1"/>
                </a:solidFill>
              </a:defRPr>
            </a:lvl1pPr>
            <a:lvl2pPr marL="609585" algn="l" defTabSz="609585" rtl="0" eaLnBrk="1" latinLnBrk="0" hangingPunct="1">
              <a:defRPr sz="2400" kern="1200">
                <a:solidFill>
                  <a:schemeClr val="lt1"/>
                </a:solidFill>
              </a:defRPr>
            </a:lvl2pPr>
            <a:lvl3pPr marL="1219170" algn="l" defTabSz="609585" rtl="0" eaLnBrk="1" latinLnBrk="0" hangingPunct="1">
              <a:defRPr sz="2400" kern="1200">
                <a:solidFill>
                  <a:schemeClr val="lt1"/>
                </a:solidFill>
              </a:defRPr>
            </a:lvl3pPr>
            <a:lvl4pPr marL="1828754" algn="l" defTabSz="609585" rtl="0" eaLnBrk="1" latinLnBrk="0" hangingPunct="1">
              <a:defRPr sz="2400" kern="1200">
                <a:solidFill>
                  <a:schemeClr val="lt1"/>
                </a:solidFill>
              </a:defRPr>
            </a:lvl4pPr>
            <a:lvl5pPr marL="2438339" algn="l" defTabSz="609585" rtl="0" eaLnBrk="1" latinLnBrk="0" hangingPunct="1">
              <a:defRPr sz="2400" kern="1200">
                <a:solidFill>
                  <a:schemeClr val="lt1"/>
                </a:solidFill>
              </a:defRPr>
            </a:lvl5pPr>
            <a:lvl6pPr marL="3047924" algn="l" defTabSz="609585" rtl="0" eaLnBrk="1" latinLnBrk="0" hangingPunct="1">
              <a:defRPr sz="2400" kern="1200">
                <a:solidFill>
                  <a:schemeClr val="lt1"/>
                </a:solidFill>
              </a:defRPr>
            </a:lvl6pPr>
            <a:lvl7pPr marL="3657509" algn="l" defTabSz="609585" rtl="0" eaLnBrk="1" latinLnBrk="0" hangingPunct="1">
              <a:defRPr sz="2400" kern="1200">
                <a:solidFill>
                  <a:schemeClr val="lt1"/>
                </a:solidFill>
              </a:defRPr>
            </a:lvl7pPr>
            <a:lvl8pPr marL="4267093" algn="l" defTabSz="609585" rtl="0" eaLnBrk="1" latinLnBrk="0" hangingPunct="1">
              <a:defRPr sz="2400" kern="1200">
                <a:solidFill>
                  <a:schemeClr val="lt1"/>
                </a:solidFill>
              </a:defRPr>
            </a:lvl8pPr>
            <a:lvl9pPr marL="4876678" algn="l" defTabSz="609585" rtl="0" eaLnBrk="1" latinLnBrk="0" hangingPunct="1">
              <a:defRPr sz="2400" kern="1200">
                <a:solidFill>
                  <a:schemeClr val="lt1"/>
                </a:solidFill>
              </a:defRPr>
            </a:lvl9pPr>
          </a:lstStyle>
          <a:p>
            <a:pPr algn="ctr" defTabSz="457189">
              <a:lnSpc>
                <a:spcPct val="120000"/>
              </a:lnSpc>
            </a:pPr>
            <a:r>
              <a:rPr lang="zh-CN" altLang="en-US" sz="1400" dirty="0">
                <a:solidFill>
                  <a:srgbClr val="2B2B2B">
                    <a:lumMod val="90000"/>
                    <a:lumOff val="10000"/>
                  </a:srgbClr>
                </a:solidFill>
                <a:latin typeface="微软雅黑"/>
                <a:ea typeface="微软雅黑"/>
                <a:cs typeface="+mn-ea"/>
                <a:sym typeface="+mn-lt"/>
              </a:rPr>
              <a:t>栅格数据</a:t>
            </a:r>
          </a:p>
        </p:txBody>
      </p:sp>
      <p:sp>
        <p:nvSpPr>
          <p:cNvPr id="59" name="íṩļíḍe">
            <a:extLst>
              <a:ext uri="{FF2B5EF4-FFF2-40B4-BE49-F238E27FC236}">
                <a16:creationId xmlns:a16="http://schemas.microsoft.com/office/drawing/2014/main" id="{85CB0C43-8B1D-4E68-8F0A-0538531620AF}"/>
              </a:ext>
            </a:extLst>
          </p:cNvPr>
          <p:cNvSpPr/>
          <p:nvPr/>
        </p:nvSpPr>
        <p:spPr>
          <a:xfrm>
            <a:off x="7308304" y="3906409"/>
            <a:ext cx="1368152" cy="309043"/>
          </a:xfrm>
          <a:prstGeom prst="rect">
            <a:avLst/>
          </a:prstGeom>
          <a:no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defPPr>
              <a:defRPr lang="en-US"/>
            </a:defPPr>
            <a:lvl1pPr marL="0" algn="l" defTabSz="609585" rtl="0" eaLnBrk="1" latinLnBrk="0" hangingPunct="1">
              <a:defRPr sz="2400" kern="1200">
                <a:solidFill>
                  <a:schemeClr val="lt1"/>
                </a:solidFill>
              </a:defRPr>
            </a:lvl1pPr>
            <a:lvl2pPr marL="609585" algn="l" defTabSz="609585" rtl="0" eaLnBrk="1" latinLnBrk="0" hangingPunct="1">
              <a:defRPr sz="2400" kern="1200">
                <a:solidFill>
                  <a:schemeClr val="lt1"/>
                </a:solidFill>
              </a:defRPr>
            </a:lvl2pPr>
            <a:lvl3pPr marL="1219170" algn="l" defTabSz="609585" rtl="0" eaLnBrk="1" latinLnBrk="0" hangingPunct="1">
              <a:defRPr sz="2400" kern="1200">
                <a:solidFill>
                  <a:schemeClr val="lt1"/>
                </a:solidFill>
              </a:defRPr>
            </a:lvl3pPr>
            <a:lvl4pPr marL="1828754" algn="l" defTabSz="609585" rtl="0" eaLnBrk="1" latinLnBrk="0" hangingPunct="1">
              <a:defRPr sz="2400" kern="1200">
                <a:solidFill>
                  <a:schemeClr val="lt1"/>
                </a:solidFill>
              </a:defRPr>
            </a:lvl4pPr>
            <a:lvl5pPr marL="2438339" algn="l" defTabSz="609585" rtl="0" eaLnBrk="1" latinLnBrk="0" hangingPunct="1">
              <a:defRPr sz="2400" kern="1200">
                <a:solidFill>
                  <a:schemeClr val="lt1"/>
                </a:solidFill>
              </a:defRPr>
            </a:lvl5pPr>
            <a:lvl6pPr marL="3047924" algn="l" defTabSz="609585" rtl="0" eaLnBrk="1" latinLnBrk="0" hangingPunct="1">
              <a:defRPr sz="2400" kern="1200">
                <a:solidFill>
                  <a:schemeClr val="lt1"/>
                </a:solidFill>
              </a:defRPr>
            </a:lvl6pPr>
            <a:lvl7pPr marL="3657509" algn="l" defTabSz="609585" rtl="0" eaLnBrk="1" latinLnBrk="0" hangingPunct="1">
              <a:defRPr sz="2400" kern="1200">
                <a:solidFill>
                  <a:schemeClr val="lt1"/>
                </a:solidFill>
              </a:defRPr>
            </a:lvl7pPr>
            <a:lvl8pPr marL="4267093" algn="l" defTabSz="609585" rtl="0" eaLnBrk="1" latinLnBrk="0" hangingPunct="1">
              <a:defRPr sz="2400" kern="1200">
                <a:solidFill>
                  <a:schemeClr val="lt1"/>
                </a:solidFill>
              </a:defRPr>
            </a:lvl8pPr>
            <a:lvl9pPr marL="4876678" algn="l" defTabSz="609585" rtl="0" eaLnBrk="1" latinLnBrk="0" hangingPunct="1">
              <a:defRPr sz="2400" kern="1200">
                <a:solidFill>
                  <a:schemeClr val="lt1"/>
                </a:solidFill>
              </a:defRPr>
            </a:lvl9pPr>
          </a:lstStyle>
          <a:p>
            <a:pPr algn="ctr" defTabSz="457189">
              <a:lnSpc>
                <a:spcPct val="120000"/>
              </a:lnSpc>
            </a:pPr>
            <a:r>
              <a:rPr lang="zh-CN" altLang="en-US" sz="1400" dirty="0">
                <a:solidFill>
                  <a:srgbClr val="2B2B2B">
                    <a:lumMod val="90000"/>
                    <a:lumOff val="10000"/>
                  </a:srgbClr>
                </a:solidFill>
                <a:latin typeface="微软雅黑"/>
                <a:ea typeface="微软雅黑"/>
                <a:cs typeface="+mn-ea"/>
                <a:sym typeface="+mn-lt"/>
              </a:rPr>
              <a:t>点数据</a:t>
            </a:r>
          </a:p>
        </p:txBody>
      </p:sp>
      <p:sp>
        <p:nvSpPr>
          <p:cNvPr id="96" name="iś1ïḋe">
            <a:extLst>
              <a:ext uri="{FF2B5EF4-FFF2-40B4-BE49-F238E27FC236}">
                <a16:creationId xmlns:a16="http://schemas.microsoft.com/office/drawing/2014/main" id="{C6EF588F-4CF8-4F13-8F93-2674B4804DF8}"/>
              </a:ext>
            </a:extLst>
          </p:cNvPr>
          <p:cNvSpPr/>
          <p:nvPr/>
        </p:nvSpPr>
        <p:spPr>
          <a:xfrm>
            <a:off x="7308304" y="1818124"/>
            <a:ext cx="1368152" cy="309043"/>
          </a:xfrm>
          <a:prstGeom prst="rect">
            <a:avLst/>
          </a:prstGeom>
          <a:no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defPPr>
              <a:defRPr lang="en-US"/>
            </a:defPPr>
            <a:lvl1pPr marL="0" algn="l" defTabSz="609585" rtl="0" eaLnBrk="1" latinLnBrk="0" hangingPunct="1">
              <a:defRPr sz="2400" kern="1200">
                <a:solidFill>
                  <a:schemeClr val="lt1"/>
                </a:solidFill>
              </a:defRPr>
            </a:lvl1pPr>
            <a:lvl2pPr marL="609585" algn="l" defTabSz="609585" rtl="0" eaLnBrk="1" latinLnBrk="0" hangingPunct="1">
              <a:defRPr sz="2400" kern="1200">
                <a:solidFill>
                  <a:schemeClr val="lt1"/>
                </a:solidFill>
              </a:defRPr>
            </a:lvl2pPr>
            <a:lvl3pPr marL="1219170" algn="l" defTabSz="609585" rtl="0" eaLnBrk="1" latinLnBrk="0" hangingPunct="1">
              <a:defRPr sz="2400" kern="1200">
                <a:solidFill>
                  <a:schemeClr val="lt1"/>
                </a:solidFill>
              </a:defRPr>
            </a:lvl3pPr>
            <a:lvl4pPr marL="1828754" algn="l" defTabSz="609585" rtl="0" eaLnBrk="1" latinLnBrk="0" hangingPunct="1">
              <a:defRPr sz="2400" kern="1200">
                <a:solidFill>
                  <a:schemeClr val="lt1"/>
                </a:solidFill>
              </a:defRPr>
            </a:lvl4pPr>
            <a:lvl5pPr marL="2438339" algn="l" defTabSz="609585" rtl="0" eaLnBrk="1" latinLnBrk="0" hangingPunct="1">
              <a:defRPr sz="2400" kern="1200">
                <a:solidFill>
                  <a:schemeClr val="lt1"/>
                </a:solidFill>
              </a:defRPr>
            </a:lvl5pPr>
            <a:lvl6pPr marL="3047924" algn="l" defTabSz="609585" rtl="0" eaLnBrk="1" latinLnBrk="0" hangingPunct="1">
              <a:defRPr sz="2400" kern="1200">
                <a:solidFill>
                  <a:schemeClr val="lt1"/>
                </a:solidFill>
              </a:defRPr>
            </a:lvl6pPr>
            <a:lvl7pPr marL="3657509" algn="l" defTabSz="609585" rtl="0" eaLnBrk="1" latinLnBrk="0" hangingPunct="1">
              <a:defRPr sz="2400" kern="1200">
                <a:solidFill>
                  <a:schemeClr val="lt1"/>
                </a:solidFill>
              </a:defRPr>
            </a:lvl7pPr>
            <a:lvl8pPr marL="4267093" algn="l" defTabSz="609585" rtl="0" eaLnBrk="1" latinLnBrk="0" hangingPunct="1">
              <a:defRPr sz="2400" kern="1200">
                <a:solidFill>
                  <a:schemeClr val="lt1"/>
                </a:solidFill>
              </a:defRPr>
            </a:lvl8pPr>
            <a:lvl9pPr marL="4876678" algn="l" defTabSz="609585" rtl="0" eaLnBrk="1" latinLnBrk="0" hangingPunct="1">
              <a:defRPr sz="2400" kern="1200">
                <a:solidFill>
                  <a:schemeClr val="lt1"/>
                </a:solidFill>
              </a:defRPr>
            </a:lvl9pPr>
          </a:lstStyle>
          <a:p>
            <a:pPr algn="ctr" defTabSz="457189">
              <a:lnSpc>
                <a:spcPct val="120000"/>
              </a:lnSpc>
            </a:pPr>
            <a:r>
              <a:rPr lang="zh-CN" altLang="en-US" sz="1400" dirty="0">
                <a:solidFill>
                  <a:srgbClr val="2B2B2B">
                    <a:lumMod val="90000"/>
                    <a:lumOff val="10000"/>
                  </a:srgbClr>
                </a:solidFill>
                <a:latin typeface="微软雅黑"/>
                <a:ea typeface="微软雅黑"/>
                <a:cs typeface="+mn-ea"/>
                <a:sym typeface="+mn-lt"/>
              </a:rPr>
              <a:t>水系</a:t>
            </a:r>
          </a:p>
        </p:txBody>
      </p:sp>
      <p:cxnSp>
        <p:nvCxnSpPr>
          <p:cNvPr id="99" name="连接符: 肘形 98">
            <a:extLst>
              <a:ext uri="{FF2B5EF4-FFF2-40B4-BE49-F238E27FC236}">
                <a16:creationId xmlns:a16="http://schemas.microsoft.com/office/drawing/2014/main" id="{B8197125-5375-41BF-8D34-1D1712280AD0}"/>
              </a:ext>
            </a:extLst>
          </p:cNvPr>
          <p:cNvCxnSpPr>
            <a:cxnSpLocks/>
            <a:stCxn id="23" idx="3"/>
            <a:endCxn id="27" idx="1"/>
          </p:cNvCxnSpPr>
          <p:nvPr/>
        </p:nvCxnSpPr>
        <p:spPr>
          <a:xfrm flipV="1">
            <a:off x="6948263" y="1142096"/>
            <a:ext cx="360041" cy="576064"/>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1" name="连接符: 肘形 100">
            <a:extLst>
              <a:ext uri="{FF2B5EF4-FFF2-40B4-BE49-F238E27FC236}">
                <a16:creationId xmlns:a16="http://schemas.microsoft.com/office/drawing/2014/main" id="{DFA376A5-5473-4512-8DE7-45D9B0D6B9E8}"/>
              </a:ext>
            </a:extLst>
          </p:cNvPr>
          <p:cNvCxnSpPr>
            <a:cxnSpLocks/>
            <a:stCxn id="23" idx="3"/>
            <a:endCxn id="37" idx="1"/>
          </p:cNvCxnSpPr>
          <p:nvPr/>
        </p:nvCxnSpPr>
        <p:spPr>
          <a:xfrm flipV="1">
            <a:off x="6948263" y="1553928"/>
            <a:ext cx="360041" cy="164232"/>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3" name="连接符: 肘形 102">
            <a:extLst>
              <a:ext uri="{FF2B5EF4-FFF2-40B4-BE49-F238E27FC236}">
                <a16:creationId xmlns:a16="http://schemas.microsoft.com/office/drawing/2014/main" id="{A547C11F-1B98-45EA-ADF9-746B9C42EB49}"/>
              </a:ext>
            </a:extLst>
          </p:cNvPr>
          <p:cNvCxnSpPr>
            <a:cxnSpLocks/>
            <a:stCxn id="23" idx="3"/>
            <a:endCxn id="96" idx="1"/>
          </p:cNvCxnSpPr>
          <p:nvPr/>
        </p:nvCxnSpPr>
        <p:spPr>
          <a:xfrm>
            <a:off x="6948263" y="1718160"/>
            <a:ext cx="360041" cy="254486"/>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5" name="连接符: 肘形 104">
            <a:extLst>
              <a:ext uri="{FF2B5EF4-FFF2-40B4-BE49-F238E27FC236}">
                <a16:creationId xmlns:a16="http://schemas.microsoft.com/office/drawing/2014/main" id="{C556FC82-A65A-41EC-9DAB-25BC3E205FBA}"/>
              </a:ext>
            </a:extLst>
          </p:cNvPr>
          <p:cNvCxnSpPr>
            <a:cxnSpLocks/>
            <a:stCxn id="25" idx="3"/>
            <a:endCxn id="54" idx="1"/>
          </p:cNvCxnSpPr>
          <p:nvPr/>
        </p:nvCxnSpPr>
        <p:spPr>
          <a:xfrm flipV="1">
            <a:off x="6948264" y="3674967"/>
            <a:ext cx="360040" cy="686478"/>
          </a:xfrm>
          <a:prstGeom prst="bentConnector3">
            <a:avLst/>
          </a:prstGeom>
          <a:ln>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07" name="连接符: 肘形 106">
            <a:extLst>
              <a:ext uri="{FF2B5EF4-FFF2-40B4-BE49-F238E27FC236}">
                <a16:creationId xmlns:a16="http://schemas.microsoft.com/office/drawing/2014/main" id="{5F28CE87-9D97-4948-9651-8CD1A72C9DD4}"/>
              </a:ext>
            </a:extLst>
          </p:cNvPr>
          <p:cNvCxnSpPr>
            <a:cxnSpLocks/>
            <a:stCxn id="25" idx="3"/>
            <a:endCxn id="59" idx="1"/>
          </p:cNvCxnSpPr>
          <p:nvPr/>
        </p:nvCxnSpPr>
        <p:spPr>
          <a:xfrm flipV="1">
            <a:off x="6948264" y="4060931"/>
            <a:ext cx="360040" cy="300514"/>
          </a:xfrm>
          <a:prstGeom prst="bentConnector3">
            <a:avLst>
              <a:gd name="adj1" fmla="val 50000"/>
            </a:avLst>
          </a:prstGeom>
          <a:ln>
            <a:prstDash val="dash"/>
            <a:tailEnd type="triangle"/>
          </a:ln>
        </p:spPr>
        <p:style>
          <a:lnRef idx="1">
            <a:schemeClr val="accent1"/>
          </a:lnRef>
          <a:fillRef idx="0">
            <a:schemeClr val="accent1"/>
          </a:fillRef>
          <a:effectRef idx="0">
            <a:schemeClr val="accent1"/>
          </a:effectRef>
          <a:fontRef idx="minor">
            <a:schemeClr val="tx1"/>
          </a:fontRef>
        </p:style>
      </p:cxnSp>
      <p:sp>
        <p:nvSpPr>
          <p:cNvPr id="156" name="íṩļíḍe">
            <a:extLst>
              <a:ext uri="{FF2B5EF4-FFF2-40B4-BE49-F238E27FC236}">
                <a16:creationId xmlns:a16="http://schemas.microsoft.com/office/drawing/2014/main" id="{E42E292C-5F8E-400D-B8F2-4CFFD0BAE52F}"/>
              </a:ext>
            </a:extLst>
          </p:cNvPr>
          <p:cNvSpPr/>
          <p:nvPr/>
        </p:nvSpPr>
        <p:spPr>
          <a:xfrm>
            <a:off x="7305972" y="4292373"/>
            <a:ext cx="1368152" cy="309043"/>
          </a:xfrm>
          <a:prstGeom prst="rect">
            <a:avLst/>
          </a:prstGeom>
          <a:no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defPPr>
              <a:defRPr lang="en-US"/>
            </a:defPPr>
            <a:lvl1pPr marL="0" algn="l" defTabSz="609585" rtl="0" eaLnBrk="1" latinLnBrk="0" hangingPunct="1">
              <a:defRPr sz="2400" kern="1200">
                <a:solidFill>
                  <a:schemeClr val="lt1"/>
                </a:solidFill>
              </a:defRPr>
            </a:lvl1pPr>
            <a:lvl2pPr marL="609585" algn="l" defTabSz="609585" rtl="0" eaLnBrk="1" latinLnBrk="0" hangingPunct="1">
              <a:defRPr sz="2400" kern="1200">
                <a:solidFill>
                  <a:schemeClr val="lt1"/>
                </a:solidFill>
              </a:defRPr>
            </a:lvl2pPr>
            <a:lvl3pPr marL="1219170" algn="l" defTabSz="609585" rtl="0" eaLnBrk="1" latinLnBrk="0" hangingPunct="1">
              <a:defRPr sz="2400" kern="1200">
                <a:solidFill>
                  <a:schemeClr val="lt1"/>
                </a:solidFill>
              </a:defRPr>
            </a:lvl3pPr>
            <a:lvl4pPr marL="1828754" algn="l" defTabSz="609585" rtl="0" eaLnBrk="1" latinLnBrk="0" hangingPunct="1">
              <a:defRPr sz="2400" kern="1200">
                <a:solidFill>
                  <a:schemeClr val="lt1"/>
                </a:solidFill>
              </a:defRPr>
            </a:lvl4pPr>
            <a:lvl5pPr marL="2438339" algn="l" defTabSz="609585" rtl="0" eaLnBrk="1" latinLnBrk="0" hangingPunct="1">
              <a:defRPr sz="2400" kern="1200">
                <a:solidFill>
                  <a:schemeClr val="lt1"/>
                </a:solidFill>
              </a:defRPr>
            </a:lvl5pPr>
            <a:lvl6pPr marL="3047924" algn="l" defTabSz="609585" rtl="0" eaLnBrk="1" latinLnBrk="0" hangingPunct="1">
              <a:defRPr sz="2400" kern="1200">
                <a:solidFill>
                  <a:schemeClr val="lt1"/>
                </a:solidFill>
              </a:defRPr>
            </a:lvl6pPr>
            <a:lvl7pPr marL="3657509" algn="l" defTabSz="609585" rtl="0" eaLnBrk="1" latinLnBrk="0" hangingPunct="1">
              <a:defRPr sz="2400" kern="1200">
                <a:solidFill>
                  <a:schemeClr val="lt1"/>
                </a:solidFill>
              </a:defRPr>
            </a:lvl7pPr>
            <a:lvl8pPr marL="4267093" algn="l" defTabSz="609585" rtl="0" eaLnBrk="1" latinLnBrk="0" hangingPunct="1">
              <a:defRPr sz="2400" kern="1200">
                <a:solidFill>
                  <a:schemeClr val="lt1"/>
                </a:solidFill>
              </a:defRPr>
            </a:lvl8pPr>
            <a:lvl9pPr marL="4876678" algn="l" defTabSz="609585" rtl="0" eaLnBrk="1" latinLnBrk="0" hangingPunct="1">
              <a:defRPr sz="2400" kern="1200">
                <a:solidFill>
                  <a:schemeClr val="lt1"/>
                </a:solidFill>
              </a:defRPr>
            </a:lvl9pPr>
          </a:lstStyle>
          <a:p>
            <a:pPr algn="ctr" defTabSz="457189">
              <a:lnSpc>
                <a:spcPct val="120000"/>
              </a:lnSpc>
            </a:pPr>
            <a:r>
              <a:rPr lang="zh-CN" altLang="en-US" sz="1400" dirty="0">
                <a:solidFill>
                  <a:srgbClr val="2B2B2B">
                    <a:lumMod val="90000"/>
                    <a:lumOff val="10000"/>
                  </a:srgbClr>
                </a:solidFill>
                <a:latin typeface="微软雅黑"/>
                <a:ea typeface="微软雅黑"/>
                <a:cs typeface="+mn-ea"/>
                <a:sym typeface="+mn-lt"/>
              </a:rPr>
              <a:t>线数据</a:t>
            </a:r>
          </a:p>
        </p:txBody>
      </p:sp>
      <p:sp>
        <p:nvSpPr>
          <p:cNvPr id="157" name="íṩļíḍe">
            <a:extLst>
              <a:ext uri="{FF2B5EF4-FFF2-40B4-BE49-F238E27FC236}">
                <a16:creationId xmlns:a16="http://schemas.microsoft.com/office/drawing/2014/main" id="{38342E21-5297-4485-925F-ADD071B9C6F8}"/>
              </a:ext>
            </a:extLst>
          </p:cNvPr>
          <p:cNvSpPr/>
          <p:nvPr/>
        </p:nvSpPr>
        <p:spPr>
          <a:xfrm>
            <a:off x="7300212" y="4678338"/>
            <a:ext cx="1368152" cy="309043"/>
          </a:xfrm>
          <a:prstGeom prst="rect">
            <a:avLst/>
          </a:prstGeom>
          <a:no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defPPr>
              <a:defRPr lang="en-US"/>
            </a:defPPr>
            <a:lvl1pPr marL="0" algn="l" defTabSz="609585" rtl="0" eaLnBrk="1" latinLnBrk="0" hangingPunct="1">
              <a:defRPr sz="2400" kern="1200">
                <a:solidFill>
                  <a:schemeClr val="lt1"/>
                </a:solidFill>
              </a:defRPr>
            </a:lvl1pPr>
            <a:lvl2pPr marL="609585" algn="l" defTabSz="609585" rtl="0" eaLnBrk="1" latinLnBrk="0" hangingPunct="1">
              <a:defRPr sz="2400" kern="1200">
                <a:solidFill>
                  <a:schemeClr val="lt1"/>
                </a:solidFill>
              </a:defRPr>
            </a:lvl2pPr>
            <a:lvl3pPr marL="1219170" algn="l" defTabSz="609585" rtl="0" eaLnBrk="1" latinLnBrk="0" hangingPunct="1">
              <a:defRPr sz="2400" kern="1200">
                <a:solidFill>
                  <a:schemeClr val="lt1"/>
                </a:solidFill>
              </a:defRPr>
            </a:lvl3pPr>
            <a:lvl4pPr marL="1828754" algn="l" defTabSz="609585" rtl="0" eaLnBrk="1" latinLnBrk="0" hangingPunct="1">
              <a:defRPr sz="2400" kern="1200">
                <a:solidFill>
                  <a:schemeClr val="lt1"/>
                </a:solidFill>
              </a:defRPr>
            </a:lvl4pPr>
            <a:lvl5pPr marL="2438339" algn="l" defTabSz="609585" rtl="0" eaLnBrk="1" latinLnBrk="0" hangingPunct="1">
              <a:defRPr sz="2400" kern="1200">
                <a:solidFill>
                  <a:schemeClr val="lt1"/>
                </a:solidFill>
              </a:defRPr>
            </a:lvl5pPr>
            <a:lvl6pPr marL="3047924" algn="l" defTabSz="609585" rtl="0" eaLnBrk="1" latinLnBrk="0" hangingPunct="1">
              <a:defRPr sz="2400" kern="1200">
                <a:solidFill>
                  <a:schemeClr val="lt1"/>
                </a:solidFill>
              </a:defRPr>
            </a:lvl6pPr>
            <a:lvl7pPr marL="3657509" algn="l" defTabSz="609585" rtl="0" eaLnBrk="1" latinLnBrk="0" hangingPunct="1">
              <a:defRPr sz="2400" kern="1200">
                <a:solidFill>
                  <a:schemeClr val="lt1"/>
                </a:solidFill>
              </a:defRPr>
            </a:lvl7pPr>
            <a:lvl8pPr marL="4267093" algn="l" defTabSz="609585" rtl="0" eaLnBrk="1" latinLnBrk="0" hangingPunct="1">
              <a:defRPr sz="2400" kern="1200">
                <a:solidFill>
                  <a:schemeClr val="lt1"/>
                </a:solidFill>
              </a:defRPr>
            </a:lvl8pPr>
            <a:lvl9pPr marL="4876678" algn="l" defTabSz="609585" rtl="0" eaLnBrk="1" latinLnBrk="0" hangingPunct="1">
              <a:defRPr sz="2400" kern="1200">
                <a:solidFill>
                  <a:schemeClr val="lt1"/>
                </a:solidFill>
              </a:defRPr>
            </a:lvl9pPr>
          </a:lstStyle>
          <a:p>
            <a:pPr algn="ctr" defTabSz="457189">
              <a:lnSpc>
                <a:spcPct val="120000"/>
              </a:lnSpc>
            </a:pPr>
            <a:r>
              <a:rPr lang="zh-CN" altLang="en-US" sz="1400" dirty="0">
                <a:solidFill>
                  <a:srgbClr val="2B2B2B">
                    <a:lumMod val="90000"/>
                    <a:lumOff val="10000"/>
                  </a:srgbClr>
                </a:solidFill>
                <a:latin typeface="微软雅黑"/>
                <a:ea typeface="微软雅黑"/>
                <a:cs typeface="+mn-ea"/>
                <a:sym typeface="+mn-lt"/>
              </a:rPr>
              <a:t>面数据</a:t>
            </a:r>
          </a:p>
        </p:txBody>
      </p:sp>
      <p:cxnSp>
        <p:nvCxnSpPr>
          <p:cNvPr id="159" name="连接符: 肘形 158">
            <a:extLst>
              <a:ext uri="{FF2B5EF4-FFF2-40B4-BE49-F238E27FC236}">
                <a16:creationId xmlns:a16="http://schemas.microsoft.com/office/drawing/2014/main" id="{6B4BEAED-4000-46FD-AC1F-20E073CA93A3}"/>
              </a:ext>
            </a:extLst>
          </p:cNvPr>
          <p:cNvCxnSpPr>
            <a:stCxn id="25" idx="3"/>
            <a:endCxn id="156" idx="1"/>
          </p:cNvCxnSpPr>
          <p:nvPr/>
        </p:nvCxnSpPr>
        <p:spPr>
          <a:xfrm>
            <a:off x="6948264" y="4361445"/>
            <a:ext cx="357708" cy="85450"/>
          </a:xfrm>
          <a:prstGeom prst="bentConnector3">
            <a:avLst/>
          </a:prstGeom>
          <a:ln>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61" name="连接符: 肘形 160">
            <a:extLst>
              <a:ext uri="{FF2B5EF4-FFF2-40B4-BE49-F238E27FC236}">
                <a16:creationId xmlns:a16="http://schemas.microsoft.com/office/drawing/2014/main" id="{7A6F8758-CAE1-45DB-BA76-DD60E0115210}"/>
              </a:ext>
            </a:extLst>
          </p:cNvPr>
          <p:cNvCxnSpPr>
            <a:stCxn id="25" idx="3"/>
            <a:endCxn id="157" idx="1"/>
          </p:cNvCxnSpPr>
          <p:nvPr/>
        </p:nvCxnSpPr>
        <p:spPr>
          <a:xfrm>
            <a:off x="6948264" y="4361445"/>
            <a:ext cx="351948" cy="471415"/>
          </a:xfrm>
          <a:prstGeom prst="bentConnector3">
            <a:avLst/>
          </a:prstGeom>
          <a:ln>
            <a:prstDash val="dash"/>
            <a:tailEnd type="triangle"/>
          </a:ln>
        </p:spPr>
        <p:style>
          <a:lnRef idx="1">
            <a:schemeClr val="accent1"/>
          </a:lnRef>
          <a:fillRef idx="0">
            <a:schemeClr val="accent1"/>
          </a:fillRef>
          <a:effectRef idx="0">
            <a:schemeClr val="accent1"/>
          </a:effectRef>
          <a:fontRef idx="minor">
            <a:schemeClr val="tx1"/>
          </a:fontRef>
        </p:style>
      </p:cxnSp>
      <p:pic>
        <p:nvPicPr>
          <p:cNvPr id="38" name="图片 37">
            <a:extLst>
              <a:ext uri="{FF2B5EF4-FFF2-40B4-BE49-F238E27FC236}">
                <a16:creationId xmlns:a16="http://schemas.microsoft.com/office/drawing/2014/main" id="{8CB0D1D0-4F7F-4AD0-9B01-7D7DBB1E6F66}"/>
              </a:ext>
            </a:extLst>
          </p:cNvPr>
          <p:cNvPicPr/>
          <p:nvPr/>
        </p:nvPicPr>
        <p:blipFill>
          <a:blip r:embed="rId3"/>
          <a:stretch>
            <a:fillRect/>
          </a:stretch>
        </p:blipFill>
        <p:spPr>
          <a:xfrm>
            <a:off x="508894" y="1556016"/>
            <a:ext cx="3744417" cy="3174614"/>
          </a:xfrm>
          <a:prstGeom prst="rect">
            <a:avLst/>
          </a:prstGeom>
          <a:ln>
            <a:solidFill>
              <a:schemeClr val="tx1"/>
            </a:solidFill>
          </a:ln>
        </p:spPr>
      </p:pic>
      <p:sp>
        <p:nvSpPr>
          <p:cNvPr id="39" name="iś1ïḋe">
            <a:extLst>
              <a:ext uri="{FF2B5EF4-FFF2-40B4-BE49-F238E27FC236}">
                <a16:creationId xmlns:a16="http://schemas.microsoft.com/office/drawing/2014/main" id="{6CE05D50-5CB4-4962-8866-3D19D8F1DAB6}"/>
              </a:ext>
            </a:extLst>
          </p:cNvPr>
          <p:cNvSpPr/>
          <p:nvPr/>
        </p:nvSpPr>
        <p:spPr>
          <a:xfrm>
            <a:off x="7296276" y="2347126"/>
            <a:ext cx="1368152" cy="309043"/>
          </a:xfrm>
          <a:prstGeom prst="rect">
            <a:avLst/>
          </a:prstGeom>
          <a:no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defPPr>
              <a:defRPr lang="en-US"/>
            </a:defPPr>
            <a:lvl1pPr marL="0" algn="l" defTabSz="609585" rtl="0" eaLnBrk="1" latinLnBrk="0" hangingPunct="1">
              <a:defRPr sz="2400" kern="1200">
                <a:solidFill>
                  <a:schemeClr val="lt1"/>
                </a:solidFill>
              </a:defRPr>
            </a:lvl1pPr>
            <a:lvl2pPr marL="609585" algn="l" defTabSz="609585" rtl="0" eaLnBrk="1" latinLnBrk="0" hangingPunct="1">
              <a:defRPr sz="2400" kern="1200">
                <a:solidFill>
                  <a:schemeClr val="lt1"/>
                </a:solidFill>
              </a:defRPr>
            </a:lvl2pPr>
            <a:lvl3pPr marL="1219170" algn="l" defTabSz="609585" rtl="0" eaLnBrk="1" latinLnBrk="0" hangingPunct="1">
              <a:defRPr sz="2400" kern="1200">
                <a:solidFill>
                  <a:schemeClr val="lt1"/>
                </a:solidFill>
              </a:defRPr>
            </a:lvl3pPr>
            <a:lvl4pPr marL="1828754" algn="l" defTabSz="609585" rtl="0" eaLnBrk="1" latinLnBrk="0" hangingPunct="1">
              <a:defRPr sz="2400" kern="1200">
                <a:solidFill>
                  <a:schemeClr val="lt1"/>
                </a:solidFill>
              </a:defRPr>
            </a:lvl4pPr>
            <a:lvl5pPr marL="2438339" algn="l" defTabSz="609585" rtl="0" eaLnBrk="1" latinLnBrk="0" hangingPunct="1">
              <a:defRPr sz="2400" kern="1200">
                <a:solidFill>
                  <a:schemeClr val="lt1"/>
                </a:solidFill>
              </a:defRPr>
            </a:lvl5pPr>
            <a:lvl6pPr marL="3047924" algn="l" defTabSz="609585" rtl="0" eaLnBrk="1" latinLnBrk="0" hangingPunct="1">
              <a:defRPr sz="2400" kern="1200">
                <a:solidFill>
                  <a:schemeClr val="lt1"/>
                </a:solidFill>
              </a:defRPr>
            </a:lvl6pPr>
            <a:lvl7pPr marL="3657509" algn="l" defTabSz="609585" rtl="0" eaLnBrk="1" latinLnBrk="0" hangingPunct="1">
              <a:defRPr sz="2400" kern="1200">
                <a:solidFill>
                  <a:schemeClr val="lt1"/>
                </a:solidFill>
              </a:defRPr>
            </a:lvl7pPr>
            <a:lvl8pPr marL="4267093" algn="l" defTabSz="609585" rtl="0" eaLnBrk="1" latinLnBrk="0" hangingPunct="1">
              <a:defRPr sz="2400" kern="1200">
                <a:solidFill>
                  <a:schemeClr val="lt1"/>
                </a:solidFill>
              </a:defRPr>
            </a:lvl8pPr>
            <a:lvl9pPr marL="4876678" algn="l" defTabSz="609585" rtl="0" eaLnBrk="1" latinLnBrk="0" hangingPunct="1">
              <a:defRPr sz="2400" kern="1200">
                <a:solidFill>
                  <a:schemeClr val="lt1"/>
                </a:solidFill>
              </a:defRPr>
            </a:lvl9pPr>
          </a:lstStyle>
          <a:p>
            <a:pPr algn="ctr" defTabSz="457189">
              <a:lnSpc>
                <a:spcPct val="120000"/>
              </a:lnSpc>
            </a:pPr>
            <a:r>
              <a:rPr lang="zh-CN" altLang="en-US" sz="1400" dirty="0">
                <a:solidFill>
                  <a:srgbClr val="2B2B2B">
                    <a:lumMod val="90000"/>
                    <a:lumOff val="10000"/>
                  </a:srgbClr>
                </a:solidFill>
                <a:latin typeface="微软雅黑"/>
                <a:ea typeface="微软雅黑"/>
                <a:cs typeface="+mn-ea"/>
                <a:sym typeface="+mn-lt"/>
              </a:rPr>
              <a:t>交通</a:t>
            </a:r>
          </a:p>
        </p:txBody>
      </p:sp>
      <p:sp>
        <p:nvSpPr>
          <p:cNvPr id="40" name="iś1ïḋe">
            <a:extLst>
              <a:ext uri="{FF2B5EF4-FFF2-40B4-BE49-F238E27FC236}">
                <a16:creationId xmlns:a16="http://schemas.microsoft.com/office/drawing/2014/main" id="{1D776640-0DF8-4F20-AB9F-F9F165A48EB7}"/>
              </a:ext>
            </a:extLst>
          </p:cNvPr>
          <p:cNvSpPr/>
          <p:nvPr/>
        </p:nvSpPr>
        <p:spPr>
          <a:xfrm>
            <a:off x="7296276" y="2732280"/>
            <a:ext cx="1368152" cy="309043"/>
          </a:xfrm>
          <a:prstGeom prst="rect">
            <a:avLst/>
          </a:prstGeom>
          <a:no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defPPr>
              <a:defRPr lang="en-US"/>
            </a:defPPr>
            <a:lvl1pPr marL="0" algn="l" defTabSz="609585" rtl="0" eaLnBrk="1" latinLnBrk="0" hangingPunct="1">
              <a:defRPr sz="2400" kern="1200">
                <a:solidFill>
                  <a:schemeClr val="lt1"/>
                </a:solidFill>
              </a:defRPr>
            </a:lvl1pPr>
            <a:lvl2pPr marL="609585" algn="l" defTabSz="609585" rtl="0" eaLnBrk="1" latinLnBrk="0" hangingPunct="1">
              <a:defRPr sz="2400" kern="1200">
                <a:solidFill>
                  <a:schemeClr val="lt1"/>
                </a:solidFill>
              </a:defRPr>
            </a:lvl2pPr>
            <a:lvl3pPr marL="1219170" algn="l" defTabSz="609585" rtl="0" eaLnBrk="1" latinLnBrk="0" hangingPunct="1">
              <a:defRPr sz="2400" kern="1200">
                <a:solidFill>
                  <a:schemeClr val="lt1"/>
                </a:solidFill>
              </a:defRPr>
            </a:lvl3pPr>
            <a:lvl4pPr marL="1828754" algn="l" defTabSz="609585" rtl="0" eaLnBrk="1" latinLnBrk="0" hangingPunct="1">
              <a:defRPr sz="2400" kern="1200">
                <a:solidFill>
                  <a:schemeClr val="lt1"/>
                </a:solidFill>
              </a:defRPr>
            </a:lvl4pPr>
            <a:lvl5pPr marL="2438339" algn="l" defTabSz="609585" rtl="0" eaLnBrk="1" latinLnBrk="0" hangingPunct="1">
              <a:defRPr sz="2400" kern="1200">
                <a:solidFill>
                  <a:schemeClr val="lt1"/>
                </a:solidFill>
              </a:defRPr>
            </a:lvl5pPr>
            <a:lvl6pPr marL="3047924" algn="l" defTabSz="609585" rtl="0" eaLnBrk="1" latinLnBrk="0" hangingPunct="1">
              <a:defRPr sz="2400" kern="1200">
                <a:solidFill>
                  <a:schemeClr val="lt1"/>
                </a:solidFill>
              </a:defRPr>
            </a:lvl6pPr>
            <a:lvl7pPr marL="3657509" algn="l" defTabSz="609585" rtl="0" eaLnBrk="1" latinLnBrk="0" hangingPunct="1">
              <a:defRPr sz="2400" kern="1200">
                <a:solidFill>
                  <a:schemeClr val="lt1"/>
                </a:solidFill>
              </a:defRPr>
            </a:lvl7pPr>
            <a:lvl8pPr marL="4267093" algn="l" defTabSz="609585" rtl="0" eaLnBrk="1" latinLnBrk="0" hangingPunct="1">
              <a:defRPr sz="2400" kern="1200">
                <a:solidFill>
                  <a:schemeClr val="lt1"/>
                </a:solidFill>
              </a:defRPr>
            </a:lvl8pPr>
            <a:lvl9pPr marL="4876678" algn="l" defTabSz="609585" rtl="0" eaLnBrk="1" latinLnBrk="0" hangingPunct="1">
              <a:defRPr sz="2400" kern="1200">
                <a:solidFill>
                  <a:schemeClr val="lt1"/>
                </a:solidFill>
              </a:defRPr>
            </a:lvl9pPr>
          </a:lstStyle>
          <a:p>
            <a:pPr algn="ctr" defTabSz="457189">
              <a:lnSpc>
                <a:spcPct val="120000"/>
              </a:lnSpc>
            </a:pPr>
            <a:r>
              <a:rPr lang="zh-CN" altLang="en-US" sz="1400" dirty="0">
                <a:solidFill>
                  <a:srgbClr val="2B2B2B">
                    <a:lumMod val="90000"/>
                    <a:lumOff val="10000"/>
                  </a:srgbClr>
                </a:solidFill>
                <a:latin typeface="微软雅黑"/>
                <a:ea typeface="微软雅黑"/>
                <a:cs typeface="+mn-ea"/>
                <a:sym typeface="+mn-lt"/>
              </a:rPr>
              <a:t>境界和政区</a:t>
            </a:r>
          </a:p>
        </p:txBody>
      </p:sp>
      <p:sp>
        <p:nvSpPr>
          <p:cNvPr id="41" name="iś1ïḋe">
            <a:extLst>
              <a:ext uri="{FF2B5EF4-FFF2-40B4-BE49-F238E27FC236}">
                <a16:creationId xmlns:a16="http://schemas.microsoft.com/office/drawing/2014/main" id="{4271F158-80CE-4393-877A-328AFF69F259}"/>
              </a:ext>
            </a:extLst>
          </p:cNvPr>
          <p:cNvSpPr/>
          <p:nvPr/>
        </p:nvSpPr>
        <p:spPr>
          <a:xfrm>
            <a:off x="7296276" y="3117435"/>
            <a:ext cx="1368152" cy="309043"/>
          </a:xfrm>
          <a:prstGeom prst="rect">
            <a:avLst/>
          </a:prstGeom>
          <a:no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defPPr>
              <a:defRPr lang="en-US"/>
            </a:defPPr>
            <a:lvl1pPr marL="0" algn="l" defTabSz="609585" rtl="0" eaLnBrk="1" latinLnBrk="0" hangingPunct="1">
              <a:defRPr sz="2400" kern="1200">
                <a:solidFill>
                  <a:schemeClr val="lt1"/>
                </a:solidFill>
              </a:defRPr>
            </a:lvl1pPr>
            <a:lvl2pPr marL="609585" algn="l" defTabSz="609585" rtl="0" eaLnBrk="1" latinLnBrk="0" hangingPunct="1">
              <a:defRPr sz="2400" kern="1200">
                <a:solidFill>
                  <a:schemeClr val="lt1"/>
                </a:solidFill>
              </a:defRPr>
            </a:lvl2pPr>
            <a:lvl3pPr marL="1219170" algn="l" defTabSz="609585" rtl="0" eaLnBrk="1" latinLnBrk="0" hangingPunct="1">
              <a:defRPr sz="2400" kern="1200">
                <a:solidFill>
                  <a:schemeClr val="lt1"/>
                </a:solidFill>
              </a:defRPr>
            </a:lvl3pPr>
            <a:lvl4pPr marL="1828754" algn="l" defTabSz="609585" rtl="0" eaLnBrk="1" latinLnBrk="0" hangingPunct="1">
              <a:defRPr sz="2400" kern="1200">
                <a:solidFill>
                  <a:schemeClr val="lt1"/>
                </a:solidFill>
              </a:defRPr>
            </a:lvl4pPr>
            <a:lvl5pPr marL="2438339" algn="l" defTabSz="609585" rtl="0" eaLnBrk="1" latinLnBrk="0" hangingPunct="1">
              <a:defRPr sz="2400" kern="1200">
                <a:solidFill>
                  <a:schemeClr val="lt1"/>
                </a:solidFill>
              </a:defRPr>
            </a:lvl5pPr>
            <a:lvl6pPr marL="3047924" algn="l" defTabSz="609585" rtl="0" eaLnBrk="1" latinLnBrk="0" hangingPunct="1">
              <a:defRPr sz="2400" kern="1200">
                <a:solidFill>
                  <a:schemeClr val="lt1"/>
                </a:solidFill>
              </a:defRPr>
            </a:lvl6pPr>
            <a:lvl7pPr marL="3657509" algn="l" defTabSz="609585" rtl="0" eaLnBrk="1" latinLnBrk="0" hangingPunct="1">
              <a:defRPr sz="2400" kern="1200">
                <a:solidFill>
                  <a:schemeClr val="lt1"/>
                </a:solidFill>
              </a:defRPr>
            </a:lvl7pPr>
            <a:lvl8pPr marL="4267093" algn="l" defTabSz="609585" rtl="0" eaLnBrk="1" latinLnBrk="0" hangingPunct="1">
              <a:defRPr sz="2400" kern="1200">
                <a:solidFill>
                  <a:schemeClr val="lt1"/>
                </a:solidFill>
              </a:defRPr>
            </a:lvl8pPr>
            <a:lvl9pPr marL="4876678" algn="l" defTabSz="609585" rtl="0" eaLnBrk="1" latinLnBrk="0" hangingPunct="1">
              <a:defRPr sz="2400" kern="1200">
                <a:solidFill>
                  <a:schemeClr val="lt1"/>
                </a:solidFill>
              </a:defRPr>
            </a:lvl9pPr>
          </a:lstStyle>
          <a:p>
            <a:pPr algn="ctr" defTabSz="457189">
              <a:lnSpc>
                <a:spcPct val="120000"/>
              </a:lnSpc>
            </a:pPr>
            <a:r>
              <a:rPr lang="zh-CN" altLang="en-US" sz="1400" dirty="0">
                <a:solidFill>
                  <a:srgbClr val="2B2B2B">
                    <a:lumMod val="90000"/>
                    <a:lumOff val="10000"/>
                  </a:srgbClr>
                </a:solidFill>
                <a:latin typeface="微软雅黑"/>
                <a:ea typeface="微软雅黑"/>
                <a:cs typeface="+mn-ea"/>
                <a:sym typeface="+mn-lt"/>
              </a:rPr>
              <a:t>居民地</a:t>
            </a:r>
          </a:p>
        </p:txBody>
      </p:sp>
      <p:cxnSp>
        <p:nvCxnSpPr>
          <p:cNvPr id="10" name="连接符: 肘形 9">
            <a:extLst>
              <a:ext uri="{FF2B5EF4-FFF2-40B4-BE49-F238E27FC236}">
                <a16:creationId xmlns:a16="http://schemas.microsoft.com/office/drawing/2014/main" id="{A6DAFCF9-7594-43D4-8013-55384979EE7A}"/>
              </a:ext>
            </a:extLst>
          </p:cNvPr>
          <p:cNvCxnSpPr>
            <a:stCxn id="24" idx="3"/>
            <a:endCxn id="39" idx="1"/>
          </p:cNvCxnSpPr>
          <p:nvPr/>
        </p:nvCxnSpPr>
        <p:spPr>
          <a:xfrm flipV="1">
            <a:off x="6948264" y="2501648"/>
            <a:ext cx="348012" cy="491645"/>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连接符: 肘形 11">
            <a:extLst>
              <a:ext uri="{FF2B5EF4-FFF2-40B4-BE49-F238E27FC236}">
                <a16:creationId xmlns:a16="http://schemas.microsoft.com/office/drawing/2014/main" id="{1991C330-87D5-46B0-9E16-3DDA416C73E6}"/>
              </a:ext>
            </a:extLst>
          </p:cNvPr>
          <p:cNvCxnSpPr>
            <a:stCxn id="24" idx="3"/>
            <a:endCxn id="40" idx="1"/>
          </p:cNvCxnSpPr>
          <p:nvPr/>
        </p:nvCxnSpPr>
        <p:spPr>
          <a:xfrm flipV="1">
            <a:off x="6948264" y="2886802"/>
            <a:ext cx="348012" cy="106491"/>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连接符: 肘形 13">
            <a:extLst>
              <a:ext uri="{FF2B5EF4-FFF2-40B4-BE49-F238E27FC236}">
                <a16:creationId xmlns:a16="http://schemas.microsoft.com/office/drawing/2014/main" id="{11F8C186-E0A7-4E3A-AEF1-8E57A730118F}"/>
              </a:ext>
            </a:extLst>
          </p:cNvPr>
          <p:cNvCxnSpPr>
            <a:stCxn id="24" idx="3"/>
            <a:endCxn id="41" idx="1"/>
          </p:cNvCxnSpPr>
          <p:nvPr/>
        </p:nvCxnSpPr>
        <p:spPr>
          <a:xfrm>
            <a:off x="6948264" y="2993293"/>
            <a:ext cx="348012" cy="278664"/>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53" name="组合 52">
            <a:extLst>
              <a:ext uri="{FF2B5EF4-FFF2-40B4-BE49-F238E27FC236}">
                <a16:creationId xmlns:a16="http://schemas.microsoft.com/office/drawing/2014/main" id="{A7293679-7D45-4959-9AC2-3464B6A02BAC}"/>
              </a:ext>
            </a:extLst>
          </p:cNvPr>
          <p:cNvGrpSpPr/>
          <p:nvPr/>
        </p:nvGrpSpPr>
        <p:grpSpPr>
          <a:xfrm>
            <a:off x="-3" y="85172"/>
            <a:ext cx="4211963" cy="447238"/>
            <a:chOff x="-10956" y="85171"/>
            <a:chExt cx="2940485" cy="447238"/>
          </a:xfrm>
        </p:grpSpPr>
        <p:sp>
          <p:nvSpPr>
            <p:cNvPr id="55" name="矩形 1">
              <a:extLst>
                <a:ext uri="{FF2B5EF4-FFF2-40B4-BE49-F238E27FC236}">
                  <a16:creationId xmlns:a16="http://schemas.microsoft.com/office/drawing/2014/main" id="{ECC5F873-6714-4DE6-BF60-BAA4CDE52B93}"/>
                </a:ext>
              </a:extLst>
            </p:cNvPr>
            <p:cNvSpPr/>
            <p:nvPr/>
          </p:nvSpPr>
          <p:spPr>
            <a:xfrm>
              <a:off x="-10956" y="123478"/>
              <a:ext cx="2900474" cy="408931"/>
            </a:xfrm>
            <a:custGeom>
              <a:avLst/>
              <a:gdLst>
                <a:gd name="connsiteX0" fmla="*/ 0 w 4211960"/>
                <a:gd name="connsiteY0" fmla="*/ 0 h 2088232"/>
                <a:gd name="connsiteX1" fmla="*/ 4211960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101133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281963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319192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712023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11960" h="2088232">
                  <a:moveTo>
                    <a:pt x="0" y="0"/>
                  </a:moveTo>
                  <a:lnTo>
                    <a:pt x="3712023" y="0"/>
                  </a:lnTo>
                  <a:lnTo>
                    <a:pt x="4211960" y="2088232"/>
                  </a:lnTo>
                  <a:lnTo>
                    <a:pt x="0" y="2088232"/>
                  </a:lnTo>
                  <a:lnTo>
                    <a:pt x="0" y="0"/>
                  </a:lnTo>
                  <a:close/>
                </a:path>
              </a:pathLst>
            </a:custGeom>
            <a:solidFill>
              <a:srgbClr val="0163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8">
                <a:lnSpc>
                  <a:spcPct val="120000"/>
                </a:lnSpc>
              </a:pPr>
              <a:endParaRPr lang="zh-CN" altLang="en-US" sz="2400">
                <a:solidFill>
                  <a:srgbClr val="FFFFFF"/>
                </a:solidFill>
                <a:latin typeface="微软雅黑"/>
                <a:ea typeface="微软雅黑"/>
                <a:cs typeface="+mn-ea"/>
                <a:sym typeface="+mn-lt"/>
              </a:endParaRPr>
            </a:p>
          </p:txBody>
        </p:sp>
        <p:sp>
          <p:nvSpPr>
            <p:cNvPr id="56" name="文本框 55">
              <a:extLst>
                <a:ext uri="{FF2B5EF4-FFF2-40B4-BE49-F238E27FC236}">
                  <a16:creationId xmlns:a16="http://schemas.microsoft.com/office/drawing/2014/main" id="{9404E487-AB8B-4BB9-9130-CCEF56A69A95}"/>
                </a:ext>
              </a:extLst>
            </p:cNvPr>
            <p:cNvSpPr txBox="1"/>
            <p:nvPr/>
          </p:nvSpPr>
          <p:spPr>
            <a:xfrm>
              <a:off x="-10955" y="85171"/>
              <a:ext cx="2940484" cy="447238"/>
            </a:xfrm>
            <a:prstGeom prst="rect">
              <a:avLst/>
            </a:prstGeom>
            <a:noFill/>
          </p:spPr>
          <p:txBody>
            <a:bodyPr wrap="square" rtlCol="0">
              <a:spAutoFit/>
            </a:bodyPr>
            <a:lstStyle/>
            <a:p>
              <a:pPr defTabSz="914378">
                <a:lnSpc>
                  <a:spcPct val="120000"/>
                </a:lnSpc>
              </a:pPr>
              <a:r>
                <a:rPr lang="en-US" altLang="zh-CN" sz="2100" dirty="0">
                  <a:solidFill>
                    <a:srgbClr val="FFFFFF"/>
                  </a:solidFill>
                  <a:latin typeface="微软雅黑"/>
                  <a:ea typeface="微软雅黑"/>
                  <a:cs typeface="+mn-ea"/>
                  <a:sym typeface="+mn-lt"/>
                </a:rPr>
                <a:t>2.2 </a:t>
              </a:r>
              <a:r>
                <a:rPr lang="zh-CN" altLang="en-US" sz="2100" dirty="0">
                  <a:solidFill>
                    <a:srgbClr val="FFFFFF"/>
                  </a:solidFill>
                  <a:cs typeface="+mn-ea"/>
                  <a:sym typeface="+mn-lt"/>
                </a:rPr>
                <a:t>地图知识图谱构建与应用</a:t>
              </a:r>
              <a:endParaRPr lang="en-US" altLang="zh-CN" sz="2100" dirty="0">
                <a:solidFill>
                  <a:srgbClr val="FFFFFF"/>
                </a:solidFill>
                <a:cs typeface="+mn-ea"/>
                <a:sym typeface="+mn-lt"/>
              </a:endParaRPr>
            </a:p>
          </p:txBody>
        </p:sp>
      </p:grpSp>
    </p:spTree>
    <p:extLst>
      <p:ext uri="{BB962C8B-B14F-4D97-AF65-F5344CB8AC3E}">
        <p14:creationId xmlns:p14="http://schemas.microsoft.com/office/powerpoint/2010/main" val="97692266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 name="组合 29">
            <a:extLst>
              <a:ext uri="{FF2B5EF4-FFF2-40B4-BE49-F238E27FC236}">
                <a16:creationId xmlns:a16="http://schemas.microsoft.com/office/drawing/2014/main" id="{F4DC642D-74EE-4984-8D9C-2399044012C3}"/>
              </a:ext>
            </a:extLst>
          </p:cNvPr>
          <p:cNvGrpSpPr/>
          <p:nvPr/>
        </p:nvGrpSpPr>
        <p:grpSpPr>
          <a:xfrm>
            <a:off x="539552" y="935281"/>
            <a:ext cx="3531344" cy="400110"/>
            <a:chOff x="539552" y="987574"/>
            <a:chExt cx="3531344" cy="400110"/>
          </a:xfrm>
        </p:grpSpPr>
        <p:grpSp>
          <p:nvGrpSpPr>
            <p:cNvPr id="31" name="组合 30">
              <a:extLst>
                <a:ext uri="{FF2B5EF4-FFF2-40B4-BE49-F238E27FC236}">
                  <a16:creationId xmlns:a16="http://schemas.microsoft.com/office/drawing/2014/main" id="{184BD4AA-70E7-4E0E-8689-398B012A8742}"/>
                </a:ext>
              </a:extLst>
            </p:cNvPr>
            <p:cNvGrpSpPr/>
            <p:nvPr/>
          </p:nvGrpSpPr>
          <p:grpSpPr>
            <a:xfrm>
              <a:off x="539552" y="1162909"/>
              <a:ext cx="3531344" cy="52489"/>
              <a:chOff x="2739916" y="1443571"/>
              <a:chExt cx="4066578" cy="67754"/>
            </a:xfrm>
          </p:grpSpPr>
          <p:cxnSp>
            <p:nvCxnSpPr>
              <p:cNvPr id="33" name="直接连接符 32">
                <a:extLst>
                  <a:ext uri="{FF2B5EF4-FFF2-40B4-BE49-F238E27FC236}">
                    <a16:creationId xmlns:a16="http://schemas.microsoft.com/office/drawing/2014/main" id="{3B954946-E331-4C09-BE2C-9841A3FE5120}"/>
                  </a:ext>
                </a:extLst>
              </p:cNvPr>
              <p:cNvCxnSpPr>
                <a:cxnSpLocks/>
              </p:cNvCxnSpPr>
              <p:nvPr/>
            </p:nvCxnSpPr>
            <p:spPr>
              <a:xfrm>
                <a:off x="2739916" y="1511325"/>
                <a:ext cx="4066578" cy="0"/>
              </a:xfrm>
              <a:prstGeom prst="line">
                <a:avLst/>
              </a:prstGeom>
              <a:noFill/>
              <a:ln w="6350" cap="flat" cmpd="sng" algn="ctr">
                <a:solidFill>
                  <a:srgbClr val="016371"/>
                </a:solidFill>
                <a:prstDash val="solid"/>
                <a:miter lim="800000"/>
              </a:ln>
              <a:effectLst/>
            </p:spPr>
          </p:cxnSp>
          <p:cxnSp>
            <p:nvCxnSpPr>
              <p:cNvPr id="34" name="直接连接符 33">
                <a:extLst>
                  <a:ext uri="{FF2B5EF4-FFF2-40B4-BE49-F238E27FC236}">
                    <a16:creationId xmlns:a16="http://schemas.microsoft.com/office/drawing/2014/main" id="{E47B2997-F3AF-4CE2-AA67-6886D504EA7F}"/>
                  </a:ext>
                </a:extLst>
              </p:cNvPr>
              <p:cNvCxnSpPr>
                <a:cxnSpLocks/>
              </p:cNvCxnSpPr>
              <p:nvPr/>
            </p:nvCxnSpPr>
            <p:spPr>
              <a:xfrm>
                <a:off x="2739916" y="1443571"/>
                <a:ext cx="4066578" cy="0"/>
              </a:xfrm>
              <a:prstGeom prst="line">
                <a:avLst/>
              </a:prstGeom>
              <a:noFill/>
              <a:ln w="6350" cap="flat" cmpd="sng" algn="ctr">
                <a:solidFill>
                  <a:srgbClr val="016371"/>
                </a:solidFill>
                <a:prstDash val="solid"/>
                <a:miter lim="800000"/>
              </a:ln>
              <a:effectLst/>
            </p:spPr>
          </p:cxnSp>
        </p:grpSp>
        <p:sp>
          <p:nvSpPr>
            <p:cNvPr id="32" name="文本框 31">
              <a:extLst>
                <a:ext uri="{FF2B5EF4-FFF2-40B4-BE49-F238E27FC236}">
                  <a16:creationId xmlns:a16="http://schemas.microsoft.com/office/drawing/2014/main" id="{F07A84AE-FE2F-4218-B773-618FCFB08C78}"/>
                </a:ext>
              </a:extLst>
            </p:cNvPr>
            <p:cNvSpPr txBox="1"/>
            <p:nvPr/>
          </p:nvSpPr>
          <p:spPr>
            <a:xfrm>
              <a:off x="1228811" y="987574"/>
              <a:ext cx="2152826" cy="400110"/>
            </a:xfrm>
            <a:prstGeom prst="rect">
              <a:avLst/>
            </a:prstGeom>
            <a:solidFill>
              <a:srgbClr val="016371"/>
            </a:solidFill>
            <a:ln>
              <a:noFill/>
            </a:ln>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2000" b="0" i="0" u="none" strike="noStrike" kern="0" cap="none" spc="0" normalizeH="0" baseline="0" noProof="0" dirty="0">
                  <a:ln>
                    <a:noFill/>
                  </a:ln>
                  <a:solidFill>
                    <a:prstClr val="white"/>
                  </a:solidFill>
                  <a:effectLst/>
                  <a:uLnTx/>
                  <a:uFillTx/>
                  <a:latin typeface="等线"/>
                  <a:ea typeface="等线"/>
                </a:rPr>
                <a:t>地图投影</a:t>
              </a:r>
            </a:p>
          </p:txBody>
        </p:sp>
      </p:grpSp>
      <p:sp>
        <p:nvSpPr>
          <p:cNvPr id="18" name="ïšḷíḍé">
            <a:extLst>
              <a:ext uri="{FF2B5EF4-FFF2-40B4-BE49-F238E27FC236}">
                <a16:creationId xmlns:a16="http://schemas.microsoft.com/office/drawing/2014/main" id="{287702EB-E72E-4865-A176-5AE30BB4EB08}"/>
              </a:ext>
            </a:extLst>
          </p:cNvPr>
          <p:cNvSpPr/>
          <p:nvPr/>
        </p:nvSpPr>
        <p:spPr>
          <a:xfrm>
            <a:off x="4876418" y="1381779"/>
            <a:ext cx="415662" cy="3523089"/>
          </a:xfrm>
          <a:prstGeom prst="rect">
            <a:avLst/>
          </a:prstGeom>
          <a:noFill/>
          <a:ln w="6350">
            <a:solidFill>
              <a:srgbClr val="01637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defPPr>
              <a:defRPr lang="en-US"/>
            </a:defPPr>
            <a:lvl1pPr marL="0" algn="l" defTabSz="609585" rtl="0" eaLnBrk="1" latinLnBrk="0" hangingPunct="1">
              <a:defRPr sz="2400" kern="1200">
                <a:solidFill>
                  <a:schemeClr val="lt1"/>
                </a:solidFill>
              </a:defRPr>
            </a:lvl1pPr>
            <a:lvl2pPr marL="609585" algn="l" defTabSz="609585" rtl="0" eaLnBrk="1" latinLnBrk="0" hangingPunct="1">
              <a:defRPr sz="2400" kern="1200">
                <a:solidFill>
                  <a:schemeClr val="lt1"/>
                </a:solidFill>
              </a:defRPr>
            </a:lvl2pPr>
            <a:lvl3pPr marL="1219170" algn="l" defTabSz="609585" rtl="0" eaLnBrk="1" latinLnBrk="0" hangingPunct="1">
              <a:defRPr sz="2400" kern="1200">
                <a:solidFill>
                  <a:schemeClr val="lt1"/>
                </a:solidFill>
              </a:defRPr>
            </a:lvl3pPr>
            <a:lvl4pPr marL="1828754" algn="l" defTabSz="609585" rtl="0" eaLnBrk="1" latinLnBrk="0" hangingPunct="1">
              <a:defRPr sz="2400" kern="1200">
                <a:solidFill>
                  <a:schemeClr val="lt1"/>
                </a:solidFill>
              </a:defRPr>
            </a:lvl4pPr>
            <a:lvl5pPr marL="2438339" algn="l" defTabSz="609585" rtl="0" eaLnBrk="1" latinLnBrk="0" hangingPunct="1">
              <a:defRPr sz="2400" kern="1200">
                <a:solidFill>
                  <a:schemeClr val="lt1"/>
                </a:solidFill>
              </a:defRPr>
            </a:lvl5pPr>
            <a:lvl6pPr marL="3047924" algn="l" defTabSz="609585" rtl="0" eaLnBrk="1" latinLnBrk="0" hangingPunct="1">
              <a:defRPr sz="2400" kern="1200">
                <a:solidFill>
                  <a:schemeClr val="lt1"/>
                </a:solidFill>
              </a:defRPr>
            </a:lvl6pPr>
            <a:lvl7pPr marL="3657509" algn="l" defTabSz="609585" rtl="0" eaLnBrk="1" latinLnBrk="0" hangingPunct="1">
              <a:defRPr sz="2400" kern="1200">
                <a:solidFill>
                  <a:schemeClr val="lt1"/>
                </a:solidFill>
              </a:defRPr>
            </a:lvl7pPr>
            <a:lvl8pPr marL="4267093" algn="l" defTabSz="609585" rtl="0" eaLnBrk="1" latinLnBrk="0" hangingPunct="1">
              <a:defRPr sz="2400" kern="1200">
                <a:solidFill>
                  <a:schemeClr val="lt1"/>
                </a:solidFill>
              </a:defRPr>
            </a:lvl8pPr>
            <a:lvl9pPr marL="4876678" algn="l" defTabSz="609585" rtl="0" eaLnBrk="1" latinLnBrk="0" hangingPunct="1">
              <a:defRPr sz="2400" kern="1200">
                <a:solidFill>
                  <a:schemeClr val="lt1"/>
                </a:solidFill>
              </a:defRPr>
            </a:lvl9pPr>
          </a:lstStyle>
          <a:p>
            <a:pPr algn="ctr" defTabSz="457189">
              <a:lnSpc>
                <a:spcPct val="120000"/>
              </a:lnSpc>
            </a:pPr>
            <a:r>
              <a:rPr lang="zh-CN" altLang="en-US" sz="1600" dirty="0">
                <a:solidFill>
                  <a:srgbClr val="2B2B2B">
                    <a:lumMod val="90000"/>
                    <a:lumOff val="10000"/>
                  </a:srgbClr>
                </a:solidFill>
                <a:latin typeface="微软雅黑"/>
                <a:ea typeface="微软雅黑"/>
                <a:cs typeface="+mn-ea"/>
                <a:sym typeface="+mn-lt"/>
              </a:rPr>
              <a:t>地图投影</a:t>
            </a:r>
          </a:p>
        </p:txBody>
      </p:sp>
      <p:cxnSp>
        <p:nvCxnSpPr>
          <p:cNvPr id="19" name="íṥļïḑé">
            <a:extLst>
              <a:ext uri="{FF2B5EF4-FFF2-40B4-BE49-F238E27FC236}">
                <a16:creationId xmlns:a16="http://schemas.microsoft.com/office/drawing/2014/main" id="{DFE92B85-95D7-421F-A0BC-1BA7993B26AC}"/>
              </a:ext>
            </a:extLst>
          </p:cNvPr>
          <p:cNvCxnSpPr>
            <a:cxnSpLocks/>
            <a:stCxn id="23" idx="1"/>
            <a:endCxn id="18" idx="3"/>
          </p:cNvCxnSpPr>
          <p:nvPr/>
        </p:nvCxnSpPr>
        <p:spPr>
          <a:xfrm rot="10800000" flipV="1">
            <a:off x="5292080" y="1790168"/>
            <a:ext cx="432048" cy="1353156"/>
          </a:xfrm>
          <a:prstGeom prst="bentConnector3">
            <a:avLst>
              <a:gd name="adj1" fmla="val 50000"/>
            </a:avLst>
          </a:prstGeom>
          <a:ln>
            <a:prstDash val="dash"/>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23" name="îṧlïḑê">
            <a:extLst>
              <a:ext uri="{FF2B5EF4-FFF2-40B4-BE49-F238E27FC236}">
                <a16:creationId xmlns:a16="http://schemas.microsoft.com/office/drawing/2014/main" id="{F1A273A9-2DA9-4E1D-A51E-A21D541780E6}"/>
              </a:ext>
            </a:extLst>
          </p:cNvPr>
          <p:cNvSpPr/>
          <p:nvPr/>
        </p:nvSpPr>
        <p:spPr>
          <a:xfrm>
            <a:off x="5724128" y="1635646"/>
            <a:ext cx="1265368" cy="309043"/>
          </a:xfrm>
          <a:prstGeom prst="rect">
            <a:avLst/>
          </a:prstGeom>
          <a:noFill/>
          <a:ln w="6350">
            <a:solidFill>
              <a:srgbClr val="01637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defPPr>
              <a:defRPr lang="en-US"/>
            </a:defPPr>
            <a:lvl1pPr marL="0" algn="l" defTabSz="609585" rtl="0" eaLnBrk="1" latinLnBrk="0" hangingPunct="1">
              <a:defRPr sz="2400" kern="1200">
                <a:solidFill>
                  <a:schemeClr val="lt1"/>
                </a:solidFill>
              </a:defRPr>
            </a:lvl1pPr>
            <a:lvl2pPr marL="609585" algn="l" defTabSz="609585" rtl="0" eaLnBrk="1" latinLnBrk="0" hangingPunct="1">
              <a:defRPr sz="2400" kern="1200">
                <a:solidFill>
                  <a:schemeClr val="lt1"/>
                </a:solidFill>
              </a:defRPr>
            </a:lvl2pPr>
            <a:lvl3pPr marL="1219170" algn="l" defTabSz="609585" rtl="0" eaLnBrk="1" latinLnBrk="0" hangingPunct="1">
              <a:defRPr sz="2400" kern="1200">
                <a:solidFill>
                  <a:schemeClr val="lt1"/>
                </a:solidFill>
              </a:defRPr>
            </a:lvl3pPr>
            <a:lvl4pPr marL="1828754" algn="l" defTabSz="609585" rtl="0" eaLnBrk="1" latinLnBrk="0" hangingPunct="1">
              <a:defRPr sz="2400" kern="1200">
                <a:solidFill>
                  <a:schemeClr val="lt1"/>
                </a:solidFill>
              </a:defRPr>
            </a:lvl4pPr>
            <a:lvl5pPr marL="2438339" algn="l" defTabSz="609585" rtl="0" eaLnBrk="1" latinLnBrk="0" hangingPunct="1">
              <a:defRPr sz="2400" kern="1200">
                <a:solidFill>
                  <a:schemeClr val="lt1"/>
                </a:solidFill>
              </a:defRPr>
            </a:lvl5pPr>
            <a:lvl6pPr marL="3047924" algn="l" defTabSz="609585" rtl="0" eaLnBrk="1" latinLnBrk="0" hangingPunct="1">
              <a:defRPr sz="2400" kern="1200">
                <a:solidFill>
                  <a:schemeClr val="lt1"/>
                </a:solidFill>
              </a:defRPr>
            </a:lvl6pPr>
            <a:lvl7pPr marL="3657509" algn="l" defTabSz="609585" rtl="0" eaLnBrk="1" latinLnBrk="0" hangingPunct="1">
              <a:defRPr sz="2400" kern="1200">
                <a:solidFill>
                  <a:schemeClr val="lt1"/>
                </a:solidFill>
              </a:defRPr>
            </a:lvl7pPr>
            <a:lvl8pPr marL="4267093" algn="l" defTabSz="609585" rtl="0" eaLnBrk="1" latinLnBrk="0" hangingPunct="1">
              <a:defRPr sz="2400" kern="1200">
                <a:solidFill>
                  <a:schemeClr val="lt1"/>
                </a:solidFill>
              </a:defRPr>
            </a:lvl8pPr>
            <a:lvl9pPr marL="4876678" algn="l" defTabSz="609585" rtl="0" eaLnBrk="1" latinLnBrk="0" hangingPunct="1">
              <a:defRPr sz="2400" kern="1200">
                <a:solidFill>
                  <a:schemeClr val="lt1"/>
                </a:solidFill>
              </a:defRPr>
            </a:lvl9pPr>
          </a:lstStyle>
          <a:p>
            <a:pPr algn="ctr" defTabSz="457189">
              <a:lnSpc>
                <a:spcPct val="120000"/>
              </a:lnSpc>
            </a:pPr>
            <a:r>
              <a:rPr lang="zh-CN" altLang="en-US" sz="1400" dirty="0">
                <a:solidFill>
                  <a:srgbClr val="2B2B2B">
                    <a:lumMod val="90000"/>
                    <a:lumOff val="10000"/>
                  </a:srgbClr>
                </a:solidFill>
                <a:latin typeface="微软雅黑"/>
                <a:ea typeface="微软雅黑"/>
                <a:cs typeface="+mn-ea"/>
                <a:sym typeface="+mn-lt"/>
              </a:rPr>
              <a:t>投影面</a:t>
            </a:r>
          </a:p>
        </p:txBody>
      </p:sp>
      <p:sp>
        <p:nvSpPr>
          <p:cNvPr id="24" name="iṣliďê">
            <a:extLst>
              <a:ext uri="{FF2B5EF4-FFF2-40B4-BE49-F238E27FC236}">
                <a16:creationId xmlns:a16="http://schemas.microsoft.com/office/drawing/2014/main" id="{29F4BEE0-AEE9-40EC-B471-60632FA7BE84}"/>
              </a:ext>
            </a:extLst>
          </p:cNvPr>
          <p:cNvSpPr/>
          <p:nvPr/>
        </p:nvSpPr>
        <p:spPr>
          <a:xfrm>
            <a:off x="5724129" y="4206923"/>
            <a:ext cx="1265368" cy="309043"/>
          </a:xfrm>
          <a:prstGeom prst="rect">
            <a:avLst/>
          </a:prstGeom>
          <a:noFill/>
          <a:ln w="6350">
            <a:solidFill>
              <a:srgbClr val="01637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defPPr>
              <a:defRPr lang="en-US"/>
            </a:defPPr>
            <a:lvl1pPr marL="0" algn="l" defTabSz="609585" rtl="0" eaLnBrk="1" latinLnBrk="0" hangingPunct="1">
              <a:defRPr sz="2400" kern="1200">
                <a:solidFill>
                  <a:schemeClr val="lt1"/>
                </a:solidFill>
              </a:defRPr>
            </a:lvl1pPr>
            <a:lvl2pPr marL="609585" algn="l" defTabSz="609585" rtl="0" eaLnBrk="1" latinLnBrk="0" hangingPunct="1">
              <a:defRPr sz="2400" kern="1200">
                <a:solidFill>
                  <a:schemeClr val="lt1"/>
                </a:solidFill>
              </a:defRPr>
            </a:lvl2pPr>
            <a:lvl3pPr marL="1219170" algn="l" defTabSz="609585" rtl="0" eaLnBrk="1" latinLnBrk="0" hangingPunct="1">
              <a:defRPr sz="2400" kern="1200">
                <a:solidFill>
                  <a:schemeClr val="lt1"/>
                </a:solidFill>
              </a:defRPr>
            </a:lvl3pPr>
            <a:lvl4pPr marL="1828754" algn="l" defTabSz="609585" rtl="0" eaLnBrk="1" latinLnBrk="0" hangingPunct="1">
              <a:defRPr sz="2400" kern="1200">
                <a:solidFill>
                  <a:schemeClr val="lt1"/>
                </a:solidFill>
              </a:defRPr>
            </a:lvl4pPr>
            <a:lvl5pPr marL="2438339" algn="l" defTabSz="609585" rtl="0" eaLnBrk="1" latinLnBrk="0" hangingPunct="1">
              <a:defRPr sz="2400" kern="1200">
                <a:solidFill>
                  <a:schemeClr val="lt1"/>
                </a:solidFill>
              </a:defRPr>
            </a:lvl5pPr>
            <a:lvl6pPr marL="3047924" algn="l" defTabSz="609585" rtl="0" eaLnBrk="1" latinLnBrk="0" hangingPunct="1">
              <a:defRPr sz="2400" kern="1200">
                <a:solidFill>
                  <a:schemeClr val="lt1"/>
                </a:solidFill>
              </a:defRPr>
            </a:lvl6pPr>
            <a:lvl7pPr marL="3657509" algn="l" defTabSz="609585" rtl="0" eaLnBrk="1" latinLnBrk="0" hangingPunct="1">
              <a:defRPr sz="2400" kern="1200">
                <a:solidFill>
                  <a:schemeClr val="lt1"/>
                </a:solidFill>
              </a:defRPr>
            </a:lvl7pPr>
            <a:lvl8pPr marL="4267093" algn="l" defTabSz="609585" rtl="0" eaLnBrk="1" latinLnBrk="0" hangingPunct="1">
              <a:defRPr sz="2400" kern="1200">
                <a:solidFill>
                  <a:schemeClr val="lt1"/>
                </a:solidFill>
              </a:defRPr>
            </a:lvl8pPr>
            <a:lvl9pPr marL="4876678" algn="l" defTabSz="609585" rtl="0" eaLnBrk="1" latinLnBrk="0" hangingPunct="1">
              <a:defRPr sz="2400" kern="1200">
                <a:solidFill>
                  <a:schemeClr val="lt1"/>
                </a:solidFill>
              </a:defRPr>
            </a:lvl9pPr>
          </a:lstStyle>
          <a:p>
            <a:pPr algn="ctr" defTabSz="457189">
              <a:lnSpc>
                <a:spcPct val="120000"/>
              </a:lnSpc>
            </a:pPr>
            <a:r>
              <a:rPr lang="zh-CN" altLang="en-US" sz="1400" dirty="0">
                <a:solidFill>
                  <a:srgbClr val="2B2B2B">
                    <a:lumMod val="90000"/>
                    <a:lumOff val="10000"/>
                  </a:srgbClr>
                </a:solidFill>
                <a:latin typeface="微软雅黑"/>
                <a:ea typeface="微软雅黑"/>
                <a:cs typeface="+mn-ea"/>
                <a:sym typeface="+mn-lt"/>
              </a:rPr>
              <a:t>变形性质</a:t>
            </a:r>
          </a:p>
        </p:txBody>
      </p:sp>
      <p:sp>
        <p:nvSpPr>
          <p:cNvPr id="27" name="iś1ïḋe">
            <a:extLst>
              <a:ext uri="{FF2B5EF4-FFF2-40B4-BE49-F238E27FC236}">
                <a16:creationId xmlns:a16="http://schemas.microsoft.com/office/drawing/2014/main" id="{AD42726F-87F6-4A4E-8528-EE6CA0CD9EDA}"/>
              </a:ext>
            </a:extLst>
          </p:cNvPr>
          <p:cNvSpPr/>
          <p:nvPr/>
        </p:nvSpPr>
        <p:spPr>
          <a:xfrm>
            <a:off x="7320332" y="1059582"/>
            <a:ext cx="1368152" cy="309043"/>
          </a:xfrm>
          <a:prstGeom prst="rect">
            <a:avLst/>
          </a:prstGeom>
          <a:no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defPPr>
              <a:defRPr lang="en-US"/>
            </a:defPPr>
            <a:lvl1pPr marL="0" algn="l" defTabSz="609585" rtl="0" eaLnBrk="1" latinLnBrk="0" hangingPunct="1">
              <a:defRPr sz="2400" kern="1200">
                <a:solidFill>
                  <a:schemeClr val="lt1"/>
                </a:solidFill>
              </a:defRPr>
            </a:lvl1pPr>
            <a:lvl2pPr marL="609585" algn="l" defTabSz="609585" rtl="0" eaLnBrk="1" latinLnBrk="0" hangingPunct="1">
              <a:defRPr sz="2400" kern="1200">
                <a:solidFill>
                  <a:schemeClr val="lt1"/>
                </a:solidFill>
              </a:defRPr>
            </a:lvl2pPr>
            <a:lvl3pPr marL="1219170" algn="l" defTabSz="609585" rtl="0" eaLnBrk="1" latinLnBrk="0" hangingPunct="1">
              <a:defRPr sz="2400" kern="1200">
                <a:solidFill>
                  <a:schemeClr val="lt1"/>
                </a:solidFill>
              </a:defRPr>
            </a:lvl3pPr>
            <a:lvl4pPr marL="1828754" algn="l" defTabSz="609585" rtl="0" eaLnBrk="1" latinLnBrk="0" hangingPunct="1">
              <a:defRPr sz="2400" kern="1200">
                <a:solidFill>
                  <a:schemeClr val="lt1"/>
                </a:solidFill>
              </a:defRPr>
            </a:lvl4pPr>
            <a:lvl5pPr marL="2438339" algn="l" defTabSz="609585" rtl="0" eaLnBrk="1" latinLnBrk="0" hangingPunct="1">
              <a:defRPr sz="2400" kern="1200">
                <a:solidFill>
                  <a:schemeClr val="lt1"/>
                </a:solidFill>
              </a:defRPr>
            </a:lvl5pPr>
            <a:lvl6pPr marL="3047924" algn="l" defTabSz="609585" rtl="0" eaLnBrk="1" latinLnBrk="0" hangingPunct="1">
              <a:defRPr sz="2400" kern="1200">
                <a:solidFill>
                  <a:schemeClr val="lt1"/>
                </a:solidFill>
              </a:defRPr>
            </a:lvl6pPr>
            <a:lvl7pPr marL="3657509" algn="l" defTabSz="609585" rtl="0" eaLnBrk="1" latinLnBrk="0" hangingPunct="1">
              <a:defRPr sz="2400" kern="1200">
                <a:solidFill>
                  <a:schemeClr val="lt1"/>
                </a:solidFill>
              </a:defRPr>
            </a:lvl7pPr>
            <a:lvl8pPr marL="4267093" algn="l" defTabSz="609585" rtl="0" eaLnBrk="1" latinLnBrk="0" hangingPunct="1">
              <a:defRPr sz="2400" kern="1200">
                <a:solidFill>
                  <a:schemeClr val="lt1"/>
                </a:solidFill>
              </a:defRPr>
            </a:lvl8pPr>
            <a:lvl9pPr marL="4876678" algn="l" defTabSz="609585" rtl="0" eaLnBrk="1" latinLnBrk="0" hangingPunct="1">
              <a:defRPr sz="2400" kern="1200">
                <a:solidFill>
                  <a:schemeClr val="lt1"/>
                </a:solidFill>
              </a:defRPr>
            </a:lvl9pPr>
          </a:lstStyle>
          <a:p>
            <a:pPr algn="ctr" defTabSz="457189">
              <a:lnSpc>
                <a:spcPct val="120000"/>
              </a:lnSpc>
            </a:pPr>
            <a:r>
              <a:rPr lang="zh-CN" altLang="en-US" sz="1400" dirty="0">
                <a:solidFill>
                  <a:srgbClr val="2B2B2B">
                    <a:lumMod val="90000"/>
                    <a:lumOff val="10000"/>
                  </a:srgbClr>
                </a:solidFill>
                <a:latin typeface="微软雅黑"/>
                <a:ea typeface="微软雅黑"/>
                <a:cs typeface="+mn-ea"/>
                <a:sym typeface="+mn-lt"/>
              </a:rPr>
              <a:t>圆柱</a:t>
            </a:r>
          </a:p>
        </p:txBody>
      </p:sp>
      <p:sp>
        <p:nvSpPr>
          <p:cNvPr id="37" name="iś1ïḋe">
            <a:extLst>
              <a:ext uri="{FF2B5EF4-FFF2-40B4-BE49-F238E27FC236}">
                <a16:creationId xmlns:a16="http://schemas.microsoft.com/office/drawing/2014/main" id="{ED4AF252-7B9A-41E2-9D11-5D53F1C5FAF8}"/>
              </a:ext>
            </a:extLst>
          </p:cNvPr>
          <p:cNvSpPr/>
          <p:nvPr/>
        </p:nvSpPr>
        <p:spPr>
          <a:xfrm>
            <a:off x="7320332" y="1471414"/>
            <a:ext cx="1368152" cy="309043"/>
          </a:xfrm>
          <a:prstGeom prst="rect">
            <a:avLst/>
          </a:prstGeom>
          <a:no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defPPr>
              <a:defRPr lang="en-US"/>
            </a:defPPr>
            <a:lvl1pPr marL="0" algn="l" defTabSz="609585" rtl="0" eaLnBrk="1" latinLnBrk="0" hangingPunct="1">
              <a:defRPr sz="2400" kern="1200">
                <a:solidFill>
                  <a:schemeClr val="lt1"/>
                </a:solidFill>
              </a:defRPr>
            </a:lvl1pPr>
            <a:lvl2pPr marL="609585" algn="l" defTabSz="609585" rtl="0" eaLnBrk="1" latinLnBrk="0" hangingPunct="1">
              <a:defRPr sz="2400" kern="1200">
                <a:solidFill>
                  <a:schemeClr val="lt1"/>
                </a:solidFill>
              </a:defRPr>
            </a:lvl2pPr>
            <a:lvl3pPr marL="1219170" algn="l" defTabSz="609585" rtl="0" eaLnBrk="1" latinLnBrk="0" hangingPunct="1">
              <a:defRPr sz="2400" kern="1200">
                <a:solidFill>
                  <a:schemeClr val="lt1"/>
                </a:solidFill>
              </a:defRPr>
            </a:lvl3pPr>
            <a:lvl4pPr marL="1828754" algn="l" defTabSz="609585" rtl="0" eaLnBrk="1" latinLnBrk="0" hangingPunct="1">
              <a:defRPr sz="2400" kern="1200">
                <a:solidFill>
                  <a:schemeClr val="lt1"/>
                </a:solidFill>
              </a:defRPr>
            </a:lvl4pPr>
            <a:lvl5pPr marL="2438339" algn="l" defTabSz="609585" rtl="0" eaLnBrk="1" latinLnBrk="0" hangingPunct="1">
              <a:defRPr sz="2400" kern="1200">
                <a:solidFill>
                  <a:schemeClr val="lt1"/>
                </a:solidFill>
              </a:defRPr>
            </a:lvl5pPr>
            <a:lvl6pPr marL="3047924" algn="l" defTabSz="609585" rtl="0" eaLnBrk="1" latinLnBrk="0" hangingPunct="1">
              <a:defRPr sz="2400" kern="1200">
                <a:solidFill>
                  <a:schemeClr val="lt1"/>
                </a:solidFill>
              </a:defRPr>
            </a:lvl6pPr>
            <a:lvl7pPr marL="3657509" algn="l" defTabSz="609585" rtl="0" eaLnBrk="1" latinLnBrk="0" hangingPunct="1">
              <a:defRPr sz="2400" kern="1200">
                <a:solidFill>
                  <a:schemeClr val="lt1"/>
                </a:solidFill>
              </a:defRPr>
            </a:lvl7pPr>
            <a:lvl8pPr marL="4267093" algn="l" defTabSz="609585" rtl="0" eaLnBrk="1" latinLnBrk="0" hangingPunct="1">
              <a:defRPr sz="2400" kern="1200">
                <a:solidFill>
                  <a:schemeClr val="lt1"/>
                </a:solidFill>
              </a:defRPr>
            </a:lvl8pPr>
            <a:lvl9pPr marL="4876678" algn="l" defTabSz="609585" rtl="0" eaLnBrk="1" latinLnBrk="0" hangingPunct="1">
              <a:defRPr sz="2400" kern="1200">
                <a:solidFill>
                  <a:schemeClr val="lt1"/>
                </a:solidFill>
              </a:defRPr>
            </a:lvl9pPr>
          </a:lstStyle>
          <a:p>
            <a:pPr algn="ctr" defTabSz="457189">
              <a:lnSpc>
                <a:spcPct val="120000"/>
              </a:lnSpc>
            </a:pPr>
            <a:r>
              <a:rPr lang="zh-CN" altLang="en-US" sz="1400" dirty="0">
                <a:solidFill>
                  <a:srgbClr val="2B2B2B">
                    <a:lumMod val="90000"/>
                    <a:lumOff val="10000"/>
                  </a:srgbClr>
                </a:solidFill>
                <a:latin typeface="微软雅黑"/>
                <a:ea typeface="微软雅黑"/>
                <a:cs typeface="+mn-ea"/>
                <a:sym typeface="+mn-lt"/>
              </a:rPr>
              <a:t>圆锥</a:t>
            </a:r>
          </a:p>
        </p:txBody>
      </p:sp>
      <p:cxnSp>
        <p:nvCxnSpPr>
          <p:cNvPr id="42" name="íṥļïḑé">
            <a:extLst>
              <a:ext uri="{FF2B5EF4-FFF2-40B4-BE49-F238E27FC236}">
                <a16:creationId xmlns:a16="http://schemas.microsoft.com/office/drawing/2014/main" id="{1B766E07-DCD4-4748-A4FA-6C50FC9F6803}"/>
              </a:ext>
            </a:extLst>
          </p:cNvPr>
          <p:cNvCxnSpPr>
            <a:cxnSpLocks/>
            <a:stCxn id="24" idx="1"/>
            <a:endCxn id="18" idx="3"/>
          </p:cNvCxnSpPr>
          <p:nvPr/>
        </p:nvCxnSpPr>
        <p:spPr>
          <a:xfrm rot="10800000">
            <a:off x="5292081" y="3143325"/>
            <a:ext cx="432049" cy="1218121"/>
          </a:xfrm>
          <a:prstGeom prst="bentConnector3">
            <a:avLst>
              <a:gd name="adj1" fmla="val 50000"/>
            </a:avLst>
          </a:prstGeom>
          <a:ln>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96" name="iś1ïḋe">
            <a:extLst>
              <a:ext uri="{FF2B5EF4-FFF2-40B4-BE49-F238E27FC236}">
                <a16:creationId xmlns:a16="http://schemas.microsoft.com/office/drawing/2014/main" id="{C6EF588F-4CF8-4F13-8F93-2674B4804DF8}"/>
              </a:ext>
            </a:extLst>
          </p:cNvPr>
          <p:cNvSpPr/>
          <p:nvPr/>
        </p:nvSpPr>
        <p:spPr>
          <a:xfrm>
            <a:off x="7320332" y="1890132"/>
            <a:ext cx="1368152" cy="309043"/>
          </a:xfrm>
          <a:prstGeom prst="rect">
            <a:avLst/>
          </a:prstGeom>
          <a:no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defPPr>
              <a:defRPr lang="en-US"/>
            </a:defPPr>
            <a:lvl1pPr marL="0" algn="l" defTabSz="609585" rtl="0" eaLnBrk="1" latinLnBrk="0" hangingPunct="1">
              <a:defRPr sz="2400" kern="1200">
                <a:solidFill>
                  <a:schemeClr val="lt1"/>
                </a:solidFill>
              </a:defRPr>
            </a:lvl1pPr>
            <a:lvl2pPr marL="609585" algn="l" defTabSz="609585" rtl="0" eaLnBrk="1" latinLnBrk="0" hangingPunct="1">
              <a:defRPr sz="2400" kern="1200">
                <a:solidFill>
                  <a:schemeClr val="lt1"/>
                </a:solidFill>
              </a:defRPr>
            </a:lvl2pPr>
            <a:lvl3pPr marL="1219170" algn="l" defTabSz="609585" rtl="0" eaLnBrk="1" latinLnBrk="0" hangingPunct="1">
              <a:defRPr sz="2400" kern="1200">
                <a:solidFill>
                  <a:schemeClr val="lt1"/>
                </a:solidFill>
              </a:defRPr>
            </a:lvl3pPr>
            <a:lvl4pPr marL="1828754" algn="l" defTabSz="609585" rtl="0" eaLnBrk="1" latinLnBrk="0" hangingPunct="1">
              <a:defRPr sz="2400" kern="1200">
                <a:solidFill>
                  <a:schemeClr val="lt1"/>
                </a:solidFill>
              </a:defRPr>
            </a:lvl4pPr>
            <a:lvl5pPr marL="2438339" algn="l" defTabSz="609585" rtl="0" eaLnBrk="1" latinLnBrk="0" hangingPunct="1">
              <a:defRPr sz="2400" kern="1200">
                <a:solidFill>
                  <a:schemeClr val="lt1"/>
                </a:solidFill>
              </a:defRPr>
            </a:lvl5pPr>
            <a:lvl6pPr marL="3047924" algn="l" defTabSz="609585" rtl="0" eaLnBrk="1" latinLnBrk="0" hangingPunct="1">
              <a:defRPr sz="2400" kern="1200">
                <a:solidFill>
                  <a:schemeClr val="lt1"/>
                </a:solidFill>
              </a:defRPr>
            </a:lvl6pPr>
            <a:lvl7pPr marL="3657509" algn="l" defTabSz="609585" rtl="0" eaLnBrk="1" latinLnBrk="0" hangingPunct="1">
              <a:defRPr sz="2400" kern="1200">
                <a:solidFill>
                  <a:schemeClr val="lt1"/>
                </a:solidFill>
              </a:defRPr>
            </a:lvl7pPr>
            <a:lvl8pPr marL="4267093" algn="l" defTabSz="609585" rtl="0" eaLnBrk="1" latinLnBrk="0" hangingPunct="1">
              <a:defRPr sz="2400" kern="1200">
                <a:solidFill>
                  <a:schemeClr val="lt1"/>
                </a:solidFill>
              </a:defRPr>
            </a:lvl8pPr>
            <a:lvl9pPr marL="4876678" algn="l" defTabSz="609585" rtl="0" eaLnBrk="1" latinLnBrk="0" hangingPunct="1">
              <a:defRPr sz="2400" kern="1200">
                <a:solidFill>
                  <a:schemeClr val="lt1"/>
                </a:solidFill>
              </a:defRPr>
            </a:lvl9pPr>
          </a:lstStyle>
          <a:p>
            <a:pPr algn="ctr" defTabSz="457189">
              <a:lnSpc>
                <a:spcPct val="120000"/>
              </a:lnSpc>
            </a:pPr>
            <a:r>
              <a:rPr lang="zh-CN" altLang="en-US" sz="1400" dirty="0">
                <a:solidFill>
                  <a:srgbClr val="2B2B2B">
                    <a:lumMod val="90000"/>
                    <a:lumOff val="10000"/>
                  </a:srgbClr>
                </a:solidFill>
                <a:latin typeface="微软雅黑"/>
                <a:ea typeface="微软雅黑"/>
                <a:cs typeface="+mn-ea"/>
                <a:sym typeface="+mn-lt"/>
              </a:rPr>
              <a:t>平面</a:t>
            </a:r>
            <a:endParaRPr lang="en-US" altLang="zh-CN" sz="1400" dirty="0">
              <a:solidFill>
                <a:srgbClr val="2B2B2B">
                  <a:lumMod val="90000"/>
                  <a:lumOff val="10000"/>
                </a:srgbClr>
              </a:solidFill>
              <a:latin typeface="微软雅黑"/>
              <a:ea typeface="微软雅黑"/>
              <a:cs typeface="+mn-ea"/>
              <a:sym typeface="+mn-lt"/>
            </a:endParaRPr>
          </a:p>
        </p:txBody>
      </p:sp>
      <p:cxnSp>
        <p:nvCxnSpPr>
          <p:cNvPr id="99" name="连接符: 肘形 98">
            <a:extLst>
              <a:ext uri="{FF2B5EF4-FFF2-40B4-BE49-F238E27FC236}">
                <a16:creationId xmlns:a16="http://schemas.microsoft.com/office/drawing/2014/main" id="{B8197125-5375-41BF-8D34-1D1712280AD0}"/>
              </a:ext>
            </a:extLst>
          </p:cNvPr>
          <p:cNvCxnSpPr>
            <a:cxnSpLocks/>
            <a:stCxn id="23" idx="3"/>
            <a:endCxn id="27" idx="1"/>
          </p:cNvCxnSpPr>
          <p:nvPr/>
        </p:nvCxnSpPr>
        <p:spPr>
          <a:xfrm flipV="1">
            <a:off x="6989496" y="1214104"/>
            <a:ext cx="330836" cy="576064"/>
          </a:xfrm>
          <a:prstGeom prst="bentConnector3">
            <a:avLst/>
          </a:prstGeom>
          <a:ln>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01" name="连接符: 肘形 100">
            <a:extLst>
              <a:ext uri="{FF2B5EF4-FFF2-40B4-BE49-F238E27FC236}">
                <a16:creationId xmlns:a16="http://schemas.microsoft.com/office/drawing/2014/main" id="{DFA376A5-5473-4512-8DE7-45D9B0D6B9E8}"/>
              </a:ext>
            </a:extLst>
          </p:cNvPr>
          <p:cNvCxnSpPr>
            <a:cxnSpLocks/>
            <a:stCxn id="23" idx="3"/>
            <a:endCxn id="37" idx="1"/>
          </p:cNvCxnSpPr>
          <p:nvPr/>
        </p:nvCxnSpPr>
        <p:spPr>
          <a:xfrm flipV="1">
            <a:off x="6989496" y="1625936"/>
            <a:ext cx="330836" cy="164232"/>
          </a:xfrm>
          <a:prstGeom prst="bentConnector3">
            <a:avLst/>
          </a:prstGeom>
          <a:ln>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03" name="连接符: 肘形 102">
            <a:extLst>
              <a:ext uri="{FF2B5EF4-FFF2-40B4-BE49-F238E27FC236}">
                <a16:creationId xmlns:a16="http://schemas.microsoft.com/office/drawing/2014/main" id="{A547C11F-1B98-45EA-ADF9-746B9C42EB49}"/>
              </a:ext>
            </a:extLst>
          </p:cNvPr>
          <p:cNvCxnSpPr>
            <a:cxnSpLocks/>
            <a:stCxn id="23" idx="3"/>
            <a:endCxn id="96" idx="1"/>
          </p:cNvCxnSpPr>
          <p:nvPr/>
        </p:nvCxnSpPr>
        <p:spPr>
          <a:xfrm>
            <a:off x="6989496" y="1790168"/>
            <a:ext cx="330836" cy="254486"/>
          </a:xfrm>
          <a:prstGeom prst="bentConnector3">
            <a:avLst/>
          </a:prstGeom>
          <a:ln>
            <a:prstDash val="dash"/>
            <a:tailEnd type="triangle"/>
          </a:ln>
        </p:spPr>
        <p:style>
          <a:lnRef idx="1">
            <a:schemeClr val="accent1"/>
          </a:lnRef>
          <a:fillRef idx="0">
            <a:schemeClr val="accent1"/>
          </a:fillRef>
          <a:effectRef idx="0">
            <a:schemeClr val="accent1"/>
          </a:effectRef>
          <a:fontRef idx="minor">
            <a:schemeClr val="tx1"/>
          </a:fontRef>
        </p:style>
      </p:cxnSp>
      <p:sp>
        <p:nvSpPr>
          <p:cNvPr id="39" name="iś1ïḋe">
            <a:extLst>
              <a:ext uri="{FF2B5EF4-FFF2-40B4-BE49-F238E27FC236}">
                <a16:creationId xmlns:a16="http://schemas.microsoft.com/office/drawing/2014/main" id="{6CE05D50-5CB4-4962-8866-3D19D8F1DAB6}"/>
              </a:ext>
            </a:extLst>
          </p:cNvPr>
          <p:cNvSpPr/>
          <p:nvPr/>
        </p:nvSpPr>
        <p:spPr>
          <a:xfrm>
            <a:off x="7320332" y="3724646"/>
            <a:ext cx="1368152" cy="309043"/>
          </a:xfrm>
          <a:prstGeom prst="rect">
            <a:avLst/>
          </a:prstGeom>
          <a:no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defPPr>
              <a:defRPr lang="en-US"/>
            </a:defPPr>
            <a:lvl1pPr marL="0" algn="l" defTabSz="609585" rtl="0" eaLnBrk="1" latinLnBrk="0" hangingPunct="1">
              <a:defRPr sz="2400" kern="1200">
                <a:solidFill>
                  <a:schemeClr val="lt1"/>
                </a:solidFill>
              </a:defRPr>
            </a:lvl1pPr>
            <a:lvl2pPr marL="609585" algn="l" defTabSz="609585" rtl="0" eaLnBrk="1" latinLnBrk="0" hangingPunct="1">
              <a:defRPr sz="2400" kern="1200">
                <a:solidFill>
                  <a:schemeClr val="lt1"/>
                </a:solidFill>
              </a:defRPr>
            </a:lvl2pPr>
            <a:lvl3pPr marL="1219170" algn="l" defTabSz="609585" rtl="0" eaLnBrk="1" latinLnBrk="0" hangingPunct="1">
              <a:defRPr sz="2400" kern="1200">
                <a:solidFill>
                  <a:schemeClr val="lt1"/>
                </a:solidFill>
              </a:defRPr>
            </a:lvl3pPr>
            <a:lvl4pPr marL="1828754" algn="l" defTabSz="609585" rtl="0" eaLnBrk="1" latinLnBrk="0" hangingPunct="1">
              <a:defRPr sz="2400" kern="1200">
                <a:solidFill>
                  <a:schemeClr val="lt1"/>
                </a:solidFill>
              </a:defRPr>
            </a:lvl4pPr>
            <a:lvl5pPr marL="2438339" algn="l" defTabSz="609585" rtl="0" eaLnBrk="1" latinLnBrk="0" hangingPunct="1">
              <a:defRPr sz="2400" kern="1200">
                <a:solidFill>
                  <a:schemeClr val="lt1"/>
                </a:solidFill>
              </a:defRPr>
            </a:lvl5pPr>
            <a:lvl6pPr marL="3047924" algn="l" defTabSz="609585" rtl="0" eaLnBrk="1" latinLnBrk="0" hangingPunct="1">
              <a:defRPr sz="2400" kern="1200">
                <a:solidFill>
                  <a:schemeClr val="lt1"/>
                </a:solidFill>
              </a:defRPr>
            </a:lvl6pPr>
            <a:lvl7pPr marL="3657509" algn="l" defTabSz="609585" rtl="0" eaLnBrk="1" latinLnBrk="0" hangingPunct="1">
              <a:defRPr sz="2400" kern="1200">
                <a:solidFill>
                  <a:schemeClr val="lt1"/>
                </a:solidFill>
              </a:defRPr>
            </a:lvl7pPr>
            <a:lvl8pPr marL="4267093" algn="l" defTabSz="609585" rtl="0" eaLnBrk="1" latinLnBrk="0" hangingPunct="1">
              <a:defRPr sz="2400" kern="1200">
                <a:solidFill>
                  <a:schemeClr val="lt1"/>
                </a:solidFill>
              </a:defRPr>
            </a:lvl8pPr>
            <a:lvl9pPr marL="4876678" algn="l" defTabSz="609585" rtl="0" eaLnBrk="1" latinLnBrk="0" hangingPunct="1">
              <a:defRPr sz="2400" kern="1200">
                <a:solidFill>
                  <a:schemeClr val="lt1"/>
                </a:solidFill>
              </a:defRPr>
            </a:lvl9pPr>
          </a:lstStyle>
          <a:p>
            <a:pPr algn="ctr" defTabSz="457189">
              <a:lnSpc>
                <a:spcPct val="120000"/>
              </a:lnSpc>
            </a:pPr>
            <a:r>
              <a:rPr lang="zh-CN" altLang="en-US" sz="1400" dirty="0">
                <a:solidFill>
                  <a:srgbClr val="2B2B2B">
                    <a:lumMod val="90000"/>
                    <a:lumOff val="10000"/>
                  </a:srgbClr>
                </a:solidFill>
                <a:latin typeface="微软雅黑"/>
                <a:ea typeface="微软雅黑"/>
                <a:cs typeface="+mn-ea"/>
                <a:sym typeface="+mn-lt"/>
              </a:rPr>
              <a:t>等角投影</a:t>
            </a:r>
          </a:p>
        </p:txBody>
      </p:sp>
      <p:sp>
        <p:nvSpPr>
          <p:cNvPr id="40" name="iś1ïḋe">
            <a:extLst>
              <a:ext uri="{FF2B5EF4-FFF2-40B4-BE49-F238E27FC236}">
                <a16:creationId xmlns:a16="http://schemas.microsoft.com/office/drawing/2014/main" id="{1D776640-0DF8-4F20-AB9F-F9F165A48EB7}"/>
              </a:ext>
            </a:extLst>
          </p:cNvPr>
          <p:cNvSpPr/>
          <p:nvPr/>
        </p:nvSpPr>
        <p:spPr>
          <a:xfrm>
            <a:off x="7320332" y="4109800"/>
            <a:ext cx="1368152" cy="309043"/>
          </a:xfrm>
          <a:prstGeom prst="rect">
            <a:avLst/>
          </a:prstGeom>
          <a:no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defPPr>
              <a:defRPr lang="en-US"/>
            </a:defPPr>
            <a:lvl1pPr marL="0" algn="l" defTabSz="609585" rtl="0" eaLnBrk="1" latinLnBrk="0" hangingPunct="1">
              <a:defRPr sz="2400" kern="1200">
                <a:solidFill>
                  <a:schemeClr val="lt1"/>
                </a:solidFill>
              </a:defRPr>
            </a:lvl1pPr>
            <a:lvl2pPr marL="609585" algn="l" defTabSz="609585" rtl="0" eaLnBrk="1" latinLnBrk="0" hangingPunct="1">
              <a:defRPr sz="2400" kern="1200">
                <a:solidFill>
                  <a:schemeClr val="lt1"/>
                </a:solidFill>
              </a:defRPr>
            </a:lvl2pPr>
            <a:lvl3pPr marL="1219170" algn="l" defTabSz="609585" rtl="0" eaLnBrk="1" latinLnBrk="0" hangingPunct="1">
              <a:defRPr sz="2400" kern="1200">
                <a:solidFill>
                  <a:schemeClr val="lt1"/>
                </a:solidFill>
              </a:defRPr>
            </a:lvl3pPr>
            <a:lvl4pPr marL="1828754" algn="l" defTabSz="609585" rtl="0" eaLnBrk="1" latinLnBrk="0" hangingPunct="1">
              <a:defRPr sz="2400" kern="1200">
                <a:solidFill>
                  <a:schemeClr val="lt1"/>
                </a:solidFill>
              </a:defRPr>
            </a:lvl4pPr>
            <a:lvl5pPr marL="2438339" algn="l" defTabSz="609585" rtl="0" eaLnBrk="1" latinLnBrk="0" hangingPunct="1">
              <a:defRPr sz="2400" kern="1200">
                <a:solidFill>
                  <a:schemeClr val="lt1"/>
                </a:solidFill>
              </a:defRPr>
            </a:lvl5pPr>
            <a:lvl6pPr marL="3047924" algn="l" defTabSz="609585" rtl="0" eaLnBrk="1" latinLnBrk="0" hangingPunct="1">
              <a:defRPr sz="2400" kern="1200">
                <a:solidFill>
                  <a:schemeClr val="lt1"/>
                </a:solidFill>
              </a:defRPr>
            </a:lvl6pPr>
            <a:lvl7pPr marL="3657509" algn="l" defTabSz="609585" rtl="0" eaLnBrk="1" latinLnBrk="0" hangingPunct="1">
              <a:defRPr sz="2400" kern="1200">
                <a:solidFill>
                  <a:schemeClr val="lt1"/>
                </a:solidFill>
              </a:defRPr>
            </a:lvl7pPr>
            <a:lvl8pPr marL="4267093" algn="l" defTabSz="609585" rtl="0" eaLnBrk="1" latinLnBrk="0" hangingPunct="1">
              <a:defRPr sz="2400" kern="1200">
                <a:solidFill>
                  <a:schemeClr val="lt1"/>
                </a:solidFill>
              </a:defRPr>
            </a:lvl8pPr>
            <a:lvl9pPr marL="4876678" algn="l" defTabSz="609585" rtl="0" eaLnBrk="1" latinLnBrk="0" hangingPunct="1">
              <a:defRPr sz="2400" kern="1200">
                <a:solidFill>
                  <a:schemeClr val="lt1"/>
                </a:solidFill>
              </a:defRPr>
            </a:lvl9pPr>
          </a:lstStyle>
          <a:p>
            <a:pPr algn="ctr" defTabSz="457189">
              <a:lnSpc>
                <a:spcPct val="120000"/>
              </a:lnSpc>
            </a:pPr>
            <a:r>
              <a:rPr lang="zh-CN" altLang="en-US" sz="1400" dirty="0">
                <a:solidFill>
                  <a:srgbClr val="2B2B2B">
                    <a:lumMod val="90000"/>
                    <a:lumOff val="10000"/>
                  </a:srgbClr>
                </a:solidFill>
                <a:latin typeface="微软雅黑"/>
                <a:ea typeface="微软雅黑"/>
                <a:cs typeface="+mn-ea"/>
                <a:sym typeface="+mn-lt"/>
              </a:rPr>
              <a:t>等积投影</a:t>
            </a:r>
          </a:p>
        </p:txBody>
      </p:sp>
      <p:sp>
        <p:nvSpPr>
          <p:cNvPr id="41" name="iś1ïḋe">
            <a:extLst>
              <a:ext uri="{FF2B5EF4-FFF2-40B4-BE49-F238E27FC236}">
                <a16:creationId xmlns:a16="http://schemas.microsoft.com/office/drawing/2014/main" id="{4271F158-80CE-4393-877A-328AFF69F259}"/>
              </a:ext>
            </a:extLst>
          </p:cNvPr>
          <p:cNvSpPr/>
          <p:nvPr/>
        </p:nvSpPr>
        <p:spPr>
          <a:xfrm>
            <a:off x="7320332" y="4494955"/>
            <a:ext cx="1368152" cy="309043"/>
          </a:xfrm>
          <a:prstGeom prst="rect">
            <a:avLst/>
          </a:prstGeom>
          <a:no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defPPr>
              <a:defRPr lang="en-US"/>
            </a:defPPr>
            <a:lvl1pPr marL="0" algn="l" defTabSz="609585" rtl="0" eaLnBrk="1" latinLnBrk="0" hangingPunct="1">
              <a:defRPr sz="2400" kern="1200">
                <a:solidFill>
                  <a:schemeClr val="lt1"/>
                </a:solidFill>
              </a:defRPr>
            </a:lvl1pPr>
            <a:lvl2pPr marL="609585" algn="l" defTabSz="609585" rtl="0" eaLnBrk="1" latinLnBrk="0" hangingPunct="1">
              <a:defRPr sz="2400" kern="1200">
                <a:solidFill>
                  <a:schemeClr val="lt1"/>
                </a:solidFill>
              </a:defRPr>
            </a:lvl2pPr>
            <a:lvl3pPr marL="1219170" algn="l" defTabSz="609585" rtl="0" eaLnBrk="1" latinLnBrk="0" hangingPunct="1">
              <a:defRPr sz="2400" kern="1200">
                <a:solidFill>
                  <a:schemeClr val="lt1"/>
                </a:solidFill>
              </a:defRPr>
            </a:lvl3pPr>
            <a:lvl4pPr marL="1828754" algn="l" defTabSz="609585" rtl="0" eaLnBrk="1" latinLnBrk="0" hangingPunct="1">
              <a:defRPr sz="2400" kern="1200">
                <a:solidFill>
                  <a:schemeClr val="lt1"/>
                </a:solidFill>
              </a:defRPr>
            </a:lvl4pPr>
            <a:lvl5pPr marL="2438339" algn="l" defTabSz="609585" rtl="0" eaLnBrk="1" latinLnBrk="0" hangingPunct="1">
              <a:defRPr sz="2400" kern="1200">
                <a:solidFill>
                  <a:schemeClr val="lt1"/>
                </a:solidFill>
              </a:defRPr>
            </a:lvl5pPr>
            <a:lvl6pPr marL="3047924" algn="l" defTabSz="609585" rtl="0" eaLnBrk="1" latinLnBrk="0" hangingPunct="1">
              <a:defRPr sz="2400" kern="1200">
                <a:solidFill>
                  <a:schemeClr val="lt1"/>
                </a:solidFill>
              </a:defRPr>
            </a:lvl6pPr>
            <a:lvl7pPr marL="3657509" algn="l" defTabSz="609585" rtl="0" eaLnBrk="1" latinLnBrk="0" hangingPunct="1">
              <a:defRPr sz="2400" kern="1200">
                <a:solidFill>
                  <a:schemeClr val="lt1"/>
                </a:solidFill>
              </a:defRPr>
            </a:lvl7pPr>
            <a:lvl8pPr marL="4267093" algn="l" defTabSz="609585" rtl="0" eaLnBrk="1" latinLnBrk="0" hangingPunct="1">
              <a:defRPr sz="2400" kern="1200">
                <a:solidFill>
                  <a:schemeClr val="lt1"/>
                </a:solidFill>
              </a:defRPr>
            </a:lvl8pPr>
            <a:lvl9pPr marL="4876678" algn="l" defTabSz="609585" rtl="0" eaLnBrk="1" latinLnBrk="0" hangingPunct="1">
              <a:defRPr sz="2400" kern="1200">
                <a:solidFill>
                  <a:schemeClr val="lt1"/>
                </a:solidFill>
              </a:defRPr>
            </a:lvl9pPr>
          </a:lstStyle>
          <a:p>
            <a:pPr algn="ctr" defTabSz="457189">
              <a:lnSpc>
                <a:spcPct val="120000"/>
              </a:lnSpc>
            </a:pPr>
            <a:r>
              <a:rPr lang="zh-CN" altLang="en-US" sz="1400" dirty="0">
                <a:solidFill>
                  <a:srgbClr val="2B2B2B">
                    <a:lumMod val="90000"/>
                    <a:lumOff val="10000"/>
                  </a:srgbClr>
                </a:solidFill>
                <a:latin typeface="微软雅黑"/>
                <a:ea typeface="微软雅黑"/>
                <a:cs typeface="+mn-ea"/>
                <a:sym typeface="+mn-lt"/>
              </a:rPr>
              <a:t>任意投影</a:t>
            </a:r>
          </a:p>
        </p:txBody>
      </p:sp>
      <p:cxnSp>
        <p:nvCxnSpPr>
          <p:cNvPr id="10" name="连接符: 肘形 9">
            <a:extLst>
              <a:ext uri="{FF2B5EF4-FFF2-40B4-BE49-F238E27FC236}">
                <a16:creationId xmlns:a16="http://schemas.microsoft.com/office/drawing/2014/main" id="{A6DAFCF9-7594-43D4-8013-55384979EE7A}"/>
              </a:ext>
            </a:extLst>
          </p:cNvPr>
          <p:cNvCxnSpPr>
            <a:stCxn id="24" idx="3"/>
            <a:endCxn id="39" idx="1"/>
          </p:cNvCxnSpPr>
          <p:nvPr/>
        </p:nvCxnSpPr>
        <p:spPr>
          <a:xfrm flipV="1">
            <a:off x="6989497" y="3879168"/>
            <a:ext cx="330835" cy="482277"/>
          </a:xfrm>
          <a:prstGeom prst="bentConnector3">
            <a:avLst/>
          </a:prstGeom>
          <a:ln>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2" name="连接符: 肘形 11">
            <a:extLst>
              <a:ext uri="{FF2B5EF4-FFF2-40B4-BE49-F238E27FC236}">
                <a16:creationId xmlns:a16="http://schemas.microsoft.com/office/drawing/2014/main" id="{1991C330-87D5-46B0-9E16-3DDA416C73E6}"/>
              </a:ext>
            </a:extLst>
          </p:cNvPr>
          <p:cNvCxnSpPr>
            <a:stCxn id="24" idx="3"/>
            <a:endCxn id="40" idx="1"/>
          </p:cNvCxnSpPr>
          <p:nvPr/>
        </p:nvCxnSpPr>
        <p:spPr>
          <a:xfrm flipV="1">
            <a:off x="6989497" y="4264322"/>
            <a:ext cx="330835" cy="97123"/>
          </a:xfrm>
          <a:prstGeom prst="bentConnector3">
            <a:avLst/>
          </a:prstGeom>
          <a:ln>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4" name="连接符: 肘形 13">
            <a:extLst>
              <a:ext uri="{FF2B5EF4-FFF2-40B4-BE49-F238E27FC236}">
                <a16:creationId xmlns:a16="http://schemas.microsoft.com/office/drawing/2014/main" id="{11F8C186-E0A7-4E3A-AEF1-8E57A730118F}"/>
              </a:ext>
            </a:extLst>
          </p:cNvPr>
          <p:cNvCxnSpPr>
            <a:stCxn id="24" idx="3"/>
            <a:endCxn id="41" idx="1"/>
          </p:cNvCxnSpPr>
          <p:nvPr/>
        </p:nvCxnSpPr>
        <p:spPr>
          <a:xfrm>
            <a:off x="6989497" y="4361445"/>
            <a:ext cx="330835" cy="288032"/>
          </a:xfrm>
          <a:prstGeom prst="bentConnector3">
            <a:avLst/>
          </a:prstGeom>
          <a:ln>
            <a:prstDash val="solid"/>
            <a:tailEnd type="triangle"/>
          </a:ln>
        </p:spPr>
        <p:style>
          <a:lnRef idx="1">
            <a:schemeClr val="accent1"/>
          </a:lnRef>
          <a:fillRef idx="0">
            <a:schemeClr val="accent1"/>
          </a:fillRef>
          <a:effectRef idx="0">
            <a:schemeClr val="accent1"/>
          </a:effectRef>
          <a:fontRef idx="minor">
            <a:schemeClr val="tx1"/>
          </a:fontRef>
        </p:style>
      </p:cxnSp>
      <p:sp>
        <p:nvSpPr>
          <p:cNvPr id="45" name="îṧlïḑê">
            <a:extLst>
              <a:ext uri="{FF2B5EF4-FFF2-40B4-BE49-F238E27FC236}">
                <a16:creationId xmlns:a16="http://schemas.microsoft.com/office/drawing/2014/main" id="{E5D03D37-F5D3-49B7-8DEF-E56349790B59}"/>
              </a:ext>
            </a:extLst>
          </p:cNvPr>
          <p:cNvSpPr/>
          <p:nvPr/>
        </p:nvSpPr>
        <p:spPr>
          <a:xfrm>
            <a:off x="5724128" y="2982787"/>
            <a:ext cx="1265368" cy="309043"/>
          </a:xfrm>
          <a:prstGeom prst="rect">
            <a:avLst/>
          </a:prstGeom>
          <a:noFill/>
          <a:ln w="6350">
            <a:solidFill>
              <a:srgbClr val="01637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defPPr>
              <a:defRPr lang="en-US"/>
            </a:defPPr>
            <a:lvl1pPr marL="0" algn="l" defTabSz="609585" rtl="0" eaLnBrk="1" latinLnBrk="0" hangingPunct="1">
              <a:defRPr sz="2400" kern="1200">
                <a:solidFill>
                  <a:schemeClr val="lt1"/>
                </a:solidFill>
              </a:defRPr>
            </a:lvl1pPr>
            <a:lvl2pPr marL="609585" algn="l" defTabSz="609585" rtl="0" eaLnBrk="1" latinLnBrk="0" hangingPunct="1">
              <a:defRPr sz="2400" kern="1200">
                <a:solidFill>
                  <a:schemeClr val="lt1"/>
                </a:solidFill>
              </a:defRPr>
            </a:lvl2pPr>
            <a:lvl3pPr marL="1219170" algn="l" defTabSz="609585" rtl="0" eaLnBrk="1" latinLnBrk="0" hangingPunct="1">
              <a:defRPr sz="2400" kern="1200">
                <a:solidFill>
                  <a:schemeClr val="lt1"/>
                </a:solidFill>
              </a:defRPr>
            </a:lvl3pPr>
            <a:lvl4pPr marL="1828754" algn="l" defTabSz="609585" rtl="0" eaLnBrk="1" latinLnBrk="0" hangingPunct="1">
              <a:defRPr sz="2400" kern="1200">
                <a:solidFill>
                  <a:schemeClr val="lt1"/>
                </a:solidFill>
              </a:defRPr>
            </a:lvl4pPr>
            <a:lvl5pPr marL="2438339" algn="l" defTabSz="609585" rtl="0" eaLnBrk="1" latinLnBrk="0" hangingPunct="1">
              <a:defRPr sz="2400" kern="1200">
                <a:solidFill>
                  <a:schemeClr val="lt1"/>
                </a:solidFill>
              </a:defRPr>
            </a:lvl5pPr>
            <a:lvl6pPr marL="3047924" algn="l" defTabSz="609585" rtl="0" eaLnBrk="1" latinLnBrk="0" hangingPunct="1">
              <a:defRPr sz="2400" kern="1200">
                <a:solidFill>
                  <a:schemeClr val="lt1"/>
                </a:solidFill>
              </a:defRPr>
            </a:lvl6pPr>
            <a:lvl7pPr marL="3657509" algn="l" defTabSz="609585" rtl="0" eaLnBrk="1" latinLnBrk="0" hangingPunct="1">
              <a:defRPr sz="2400" kern="1200">
                <a:solidFill>
                  <a:schemeClr val="lt1"/>
                </a:solidFill>
              </a:defRPr>
            </a:lvl7pPr>
            <a:lvl8pPr marL="4267093" algn="l" defTabSz="609585" rtl="0" eaLnBrk="1" latinLnBrk="0" hangingPunct="1">
              <a:defRPr sz="2400" kern="1200">
                <a:solidFill>
                  <a:schemeClr val="lt1"/>
                </a:solidFill>
              </a:defRPr>
            </a:lvl8pPr>
            <a:lvl9pPr marL="4876678" algn="l" defTabSz="609585" rtl="0" eaLnBrk="1" latinLnBrk="0" hangingPunct="1">
              <a:defRPr sz="2400" kern="1200">
                <a:solidFill>
                  <a:schemeClr val="lt1"/>
                </a:solidFill>
              </a:defRPr>
            </a:lvl9pPr>
          </a:lstStyle>
          <a:p>
            <a:pPr algn="ctr" defTabSz="457189">
              <a:lnSpc>
                <a:spcPct val="120000"/>
              </a:lnSpc>
            </a:pPr>
            <a:r>
              <a:rPr lang="zh-CN" altLang="en-US" sz="1400" dirty="0">
                <a:solidFill>
                  <a:srgbClr val="2B2B2B">
                    <a:lumMod val="90000"/>
                    <a:lumOff val="10000"/>
                  </a:srgbClr>
                </a:solidFill>
                <a:latin typeface="微软雅黑"/>
                <a:ea typeface="微软雅黑"/>
                <a:cs typeface="+mn-ea"/>
                <a:sym typeface="+mn-lt"/>
              </a:rPr>
              <a:t>投影轴向</a:t>
            </a:r>
          </a:p>
        </p:txBody>
      </p:sp>
      <p:cxnSp>
        <p:nvCxnSpPr>
          <p:cNvPr id="5" name="连接符: 肘形 4">
            <a:extLst>
              <a:ext uri="{FF2B5EF4-FFF2-40B4-BE49-F238E27FC236}">
                <a16:creationId xmlns:a16="http://schemas.microsoft.com/office/drawing/2014/main" id="{B3225AC5-4D3E-47BB-B7FE-2726A894615F}"/>
              </a:ext>
            </a:extLst>
          </p:cNvPr>
          <p:cNvCxnSpPr>
            <a:stCxn id="18" idx="3"/>
            <a:endCxn id="45" idx="1"/>
          </p:cNvCxnSpPr>
          <p:nvPr/>
        </p:nvCxnSpPr>
        <p:spPr>
          <a:xfrm flipV="1">
            <a:off x="5292080" y="3137309"/>
            <a:ext cx="432048" cy="6015"/>
          </a:xfrm>
          <a:prstGeom prst="bentConnector3">
            <a:avLst/>
          </a:prstGeom>
          <a:ln>
            <a:prstDash val="dash"/>
            <a:tailEnd type="triangle"/>
          </a:ln>
        </p:spPr>
        <p:style>
          <a:lnRef idx="1">
            <a:schemeClr val="accent1"/>
          </a:lnRef>
          <a:fillRef idx="0">
            <a:schemeClr val="accent1"/>
          </a:fillRef>
          <a:effectRef idx="0">
            <a:schemeClr val="accent1"/>
          </a:effectRef>
          <a:fontRef idx="minor">
            <a:schemeClr val="tx1"/>
          </a:fontRef>
        </p:style>
      </p:cxnSp>
      <p:pic>
        <p:nvPicPr>
          <p:cNvPr id="49" name="图片 48">
            <a:extLst>
              <a:ext uri="{FF2B5EF4-FFF2-40B4-BE49-F238E27FC236}">
                <a16:creationId xmlns:a16="http://schemas.microsoft.com/office/drawing/2014/main" id="{AAE600A2-077A-4933-851C-EF7EBC92B926}"/>
              </a:ext>
            </a:extLst>
          </p:cNvPr>
          <p:cNvPicPr/>
          <p:nvPr/>
        </p:nvPicPr>
        <p:blipFill rotWithShape="1">
          <a:blip r:embed="rId3"/>
          <a:srcRect l="6572" t="6559" r="5492" b="6830"/>
          <a:stretch/>
        </p:blipFill>
        <p:spPr>
          <a:xfrm>
            <a:off x="237680" y="1537640"/>
            <a:ext cx="4206688" cy="3261493"/>
          </a:xfrm>
          <a:prstGeom prst="rect">
            <a:avLst/>
          </a:prstGeom>
          <a:ln>
            <a:solidFill>
              <a:schemeClr val="tx1"/>
            </a:solidFill>
          </a:ln>
        </p:spPr>
      </p:pic>
      <p:sp>
        <p:nvSpPr>
          <p:cNvPr id="56" name="iś1ïḋe">
            <a:extLst>
              <a:ext uri="{FF2B5EF4-FFF2-40B4-BE49-F238E27FC236}">
                <a16:creationId xmlns:a16="http://schemas.microsoft.com/office/drawing/2014/main" id="{5C1134B4-8E95-4B75-9759-154391AA613D}"/>
              </a:ext>
            </a:extLst>
          </p:cNvPr>
          <p:cNvSpPr/>
          <p:nvPr/>
        </p:nvSpPr>
        <p:spPr>
          <a:xfrm>
            <a:off x="7320332" y="2351849"/>
            <a:ext cx="1368152" cy="309043"/>
          </a:xfrm>
          <a:prstGeom prst="rect">
            <a:avLst/>
          </a:prstGeom>
          <a:no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defPPr>
              <a:defRPr lang="en-US"/>
            </a:defPPr>
            <a:lvl1pPr marL="0" algn="l" defTabSz="609585" rtl="0" eaLnBrk="1" latinLnBrk="0" hangingPunct="1">
              <a:defRPr sz="2400" kern="1200">
                <a:solidFill>
                  <a:schemeClr val="lt1"/>
                </a:solidFill>
              </a:defRPr>
            </a:lvl1pPr>
            <a:lvl2pPr marL="609585" algn="l" defTabSz="609585" rtl="0" eaLnBrk="1" latinLnBrk="0" hangingPunct="1">
              <a:defRPr sz="2400" kern="1200">
                <a:solidFill>
                  <a:schemeClr val="lt1"/>
                </a:solidFill>
              </a:defRPr>
            </a:lvl2pPr>
            <a:lvl3pPr marL="1219170" algn="l" defTabSz="609585" rtl="0" eaLnBrk="1" latinLnBrk="0" hangingPunct="1">
              <a:defRPr sz="2400" kern="1200">
                <a:solidFill>
                  <a:schemeClr val="lt1"/>
                </a:solidFill>
              </a:defRPr>
            </a:lvl3pPr>
            <a:lvl4pPr marL="1828754" algn="l" defTabSz="609585" rtl="0" eaLnBrk="1" latinLnBrk="0" hangingPunct="1">
              <a:defRPr sz="2400" kern="1200">
                <a:solidFill>
                  <a:schemeClr val="lt1"/>
                </a:solidFill>
              </a:defRPr>
            </a:lvl4pPr>
            <a:lvl5pPr marL="2438339" algn="l" defTabSz="609585" rtl="0" eaLnBrk="1" latinLnBrk="0" hangingPunct="1">
              <a:defRPr sz="2400" kern="1200">
                <a:solidFill>
                  <a:schemeClr val="lt1"/>
                </a:solidFill>
              </a:defRPr>
            </a:lvl5pPr>
            <a:lvl6pPr marL="3047924" algn="l" defTabSz="609585" rtl="0" eaLnBrk="1" latinLnBrk="0" hangingPunct="1">
              <a:defRPr sz="2400" kern="1200">
                <a:solidFill>
                  <a:schemeClr val="lt1"/>
                </a:solidFill>
              </a:defRPr>
            </a:lvl6pPr>
            <a:lvl7pPr marL="3657509" algn="l" defTabSz="609585" rtl="0" eaLnBrk="1" latinLnBrk="0" hangingPunct="1">
              <a:defRPr sz="2400" kern="1200">
                <a:solidFill>
                  <a:schemeClr val="lt1"/>
                </a:solidFill>
              </a:defRPr>
            </a:lvl7pPr>
            <a:lvl8pPr marL="4267093" algn="l" defTabSz="609585" rtl="0" eaLnBrk="1" latinLnBrk="0" hangingPunct="1">
              <a:defRPr sz="2400" kern="1200">
                <a:solidFill>
                  <a:schemeClr val="lt1"/>
                </a:solidFill>
              </a:defRPr>
            </a:lvl8pPr>
            <a:lvl9pPr marL="4876678" algn="l" defTabSz="609585" rtl="0" eaLnBrk="1" latinLnBrk="0" hangingPunct="1">
              <a:defRPr sz="2400" kern="1200">
                <a:solidFill>
                  <a:schemeClr val="lt1"/>
                </a:solidFill>
              </a:defRPr>
            </a:lvl9pPr>
          </a:lstStyle>
          <a:p>
            <a:pPr algn="ctr" defTabSz="457189">
              <a:lnSpc>
                <a:spcPct val="120000"/>
              </a:lnSpc>
            </a:pPr>
            <a:r>
              <a:rPr lang="zh-CN" altLang="en-US" sz="1400" dirty="0">
                <a:solidFill>
                  <a:srgbClr val="2B2B2B">
                    <a:lumMod val="90000"/>
                    <a:lumOff val="10000"/>
                  </a:srgbClr>
                </a:solidFill>
                <a:latin typeface="微软雅黑"/>
                <a:ea typeface="微软雅黑"/>
                <a:cs typeface="+mn-ea"/>
                <a:sym typeface="+mn-lt"/>
              </a:rPr>
              <a:t>正轴</a:t>
            </a:r>
          </a:p>
        </p:txBody>
      </p:sp>
      <p:sp>
        <p:nvSpPr>
          <p:cNvPr id="57" name="iś1ïḋe">
            <a:extLst>
              <a:ext uri="{FF2B5EF4-FFF2-40B4-BE49-F238E27FC236}">
                <a16:creationId xmlns:a16="http://schemas.microsoft.com/office/drawing/2014/main" id="{C6259B0D-8B0F-49A6-92F9-04B33FC24549}"/>
              </a:ext>
            </a:extLst>
          </p:cNvPr>
          <p:cNvSpPr/>
          <p:nvPr/>
        </p:nvSpPr>
        <p:spPr>
          <a:xfrm>
            <a:off x="7320332" y="2763681"/>
            <a:ext cx="1368152" cy="309043"/>
          </a:xfrm>
          <a:prstGeom prst="rect">
            <a:avLst/>
          </a:prstGeom>
          <a:no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defPPr>
              <a:defRPr lang="en-US"/>
            </a:defPPr>
            <a:lvl1pPr marL="0" algn="l" defTabSz="609585" rtl="0" eaLnBrk="1" latinLnBrk="0" hangingPunct="1">
              <a:defRPr sz="2400" kern="1200">
                <a:solidFill>
                  <a:schemeClr val="lt1"/>
                </a:solidFill>
              </a:defRPr>
            </a:lvl1pPr>
            <a:lvl2pPr marL="609585" algn="l" defTabSz="609585" rtl="0" eaLnBrk="1" latinLnBrk="0" hangingPunct="1">
              <a:defRPr sz="2400" kern="1200">
                <a:solidFill>
                  <a:schemeClr val="lt1"/>
                </a:solidFill>
              </a:defRPr>
            </a:lvl2pPr>
            <a:lvl3pPr marL="1219170" algn="l" defTabSz="609585" rtl="0" eaLnBrk="1" latinLnBrk="0" hangingPunct="1">
              <a:defRPr sz="2400" kern="1200">
                <a:solidFill>
                  <a:schemeClr val="lt1"/>
                </a:solidFill>
              </a:defRPr>
            </a:lvl3pPr>
            <a:lvl4pPr marL="1828754" algn="l" defTabSz="609585" rtl="0" eaLnBrk="1" latinLnBrk="0" hangingPunct="1">
              <a:defRPr sz="2400" kern="1200">
                <a:solidFill>
                  <a:schemeClr val="lt1"/>
                </a:solidFill>
              </a:defRPr>
            </a:lvl4pPr>
            <a:lvl5pPr marL="2438339" algn="l" defTabSz="609585" rtl="0" eaLnBrk="1" latinLnBrk="0" hangingPunct="1">
              <a:defRPr sz="2400" kern="1200">
                <a:solidFill>
                  <a:schemeClr val="lt1"/>
                </a:solidFill>
              </a:defRPr>
            </a:lvl5pPr>
            <a:lvl6pPr marL="3047924" algn="l" defTabSz="609585" rtl="0" eaLnBrk="1" latinLnBrk="0" hangingPunct="1">
              <a:defRPr sz="2400" kern="1200">
                <a:solidFill>
                  <a:schemeClr val="lt1"/>
                </a:solidFill>
              </a:defRPr>
            </a:lvl6pPr>
            <a:lvl7pPr marL="3657509" algn="l" defTabSz="609585" rtl="0" eaLnBrk="1" latinLnBrk="0" hangingPunct="1">
              <a:defRPr sz="2400" kern="1200">
                <a:solidFill>
                  <a:schemeClr val="lt1"/>
                </a:solidFill>
              </a:defRPr>
            </a:lvl7pPr>
            <a:lvl8pPr marL="4267093" algn="l" defTabSz="609585" rtl="0" eaLnBrk="1" latinLnBrk="0" hangingPunct="1">
              <a:defRPr sz="2400" kern="1200">
                <a:solidFill>
                  <a:schemeClr val="lt1"/>
                </a:solidFill>
              </a:defRPr>
            </a:lvl8pPr>
            <a:lvl9pPr marL="4876678" algn="l" defTabSz="609585" rtl="0" eaLnBrk="1" latinLnBrk="0" hangingPunct="1">
              <a:defRPr sz="2400" kern="1200">
                <a:solidFill>
                  <a:schemeClr val="lt1"/>
                </a:solidFill>
              </a:defRPr>
            </a:lvl9pPr>
          </a:lstStyle>
          <a:p>
            <a:pPr algn="ctr" defTabSz="457189">
              <a:lnSpc>
                <a:spcPct val="120000"/>
              </a:lnSpc>
            </a:pPr>
            <a:r>
              <a:rPr lang="zh-CN" altLang="en-US" sz="1400" dirty="0">
                <a:solidFill>
                  <a:srgbClr val="2B2B2B">
                    <a:lumMod val="90000"/>
                    <a:lumOff val="10000"/>
                  </a:srgbClr>
                </a:solidFill>
                <a:latin typeface="微软雅黑"/>
                <a:ea typeface="微软雅黑"/>
                <a:cs typeface="+mn-ea"/>
                <a:sym typeface="+mn-lt"/>
              </a:rPr>
              <a:t>横轴</a:t>
            </a:r>
          </a:p>
        </p:txBody>
      </p:sp>
      <p:sp>
        <p:nvSpPr>
          <p:cNvPr id="58" name="iś1ïḋe">
            <a:extLst>
              <a:ext uri="{FF2B5EF4-FFF2-40B4-BE49-F238E27FC236}">
                <a16:creationId xmlns:a16="http://schemas.microsoft.com/office/drawing/2014/main" id="{07312889-CAEA-4720-8A93-DBD100C6D023}"/>
              </a:ext>
            </a:extLst>
          </p:cNvPr>
          <p:cNvSpPr/>
          <p:nvPr/>
        </p:nvSpPr>
        <p:spPr>
          <a:xfrm>
            <a:off x="7320332" y="3182399"/>
            <a:ext cx="1368152" cy="309043"/>
          </a:xfrm>
          <a:prstGeom prst="rect">
            <a:avLst/>
          </a:prstGeom>
          <a:no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defPPr>
              <a:defRPr lang="en-US"/>
            </a:defPPr>
            <a:lvl1pPr marL="0" algn="l" defTabSz="609585" rtl="0" eaLnBrk="1" latinLnBrk="0" hangingPunct="1">
              <a:defRPr sz="2400" kern="1200">
                <a:solidFill>
                  <a:schemeClr val="lt1"/>
                </a:solidFill>
              </a:defRPr>
            </a:lvl1pPr>
            <a:lvl2pPr marL="609585" algn="l" defTabSz="609585" rtl="0" eaLnBrk="1" latinLnBrk="0" hangingPunct="1">
              <a:defRPr sz="2400" kern="1200">
                <a:solidFill>
                  <a:schemeClr val="lt1"/>
                </a:solidFill>
              </a:defRPr>
            </a:lvl2pPr>
            <a:lvl3pPr marL="1219170" algn="l" defTabSz="609585" rtl="0" eaLnBrk="1" latinLnBrk="0" hangingPunct="1">
              <a:defRPr sz="2400" kern="1200">
                <a:solidFill>
                  <a:schemeClr val="lt1"/>
                </a:solidFill>
              </a:defRPr>
            </a:lvl3pPr>
            <a:lvl4pPr marL="1828754" algn="l" defTabSz="609585" rtl="0" eaLnBrk="1" latinLnBrk="0" hangingPunct="1">
              <a:defRPr sz="2400" kern="1200">
                <a:solidFill>
                  <a:schemeClr val="lt1"/>
                </a:solidFill>
              </a:defRPr>
            </a:lvl4pPr>
            <a:lvl5pPr marL="2438339" algn="l" defTabSz="609585" rtl="0" eaLnBrk="1" latinLnBrk="0" hangingPunct="1">
              <a:defRPr sz="2400" kern="1200">
                <a:solidFill>
                  <a:schemeClr val="lt1"/>
                </a:solidFill>
              </a:defRPr>
            </a:lvl5pPr>
            <a:lvl6pPr marL="3047924" algn="l" defTabSz="609585" rtl="0" eaLnBrk="1" latinLnBrk="0" hangingPunct="1">
              <a:defRPr sz="2400" kern="1200">
                <a:solidFill>
                  <a:schemeClr val="lt1"/>
                </a:solidFill>
              </a:defRPr>
            </a:lvl6pPr>
            <a:lvl7pPr marL="3657509" algn="l" defTabSz="609585" rtl="0" eaLnBrk="1" latinLnBrk="0" hangingPunct="1">
              <a:defRPr sz="2400" kern="1200">
                <a:solidFill>
                  <a:schemeClr val="lt1"/>
                </a:solidFill>
              </a:defRPr>
            </a:lvl7pPr>
            <a:lvl8pPr marL="4267093" algn="l" defTabSz="609585" rtl="0" eaLnBrk="1" latinLnBrk="0" hangingPunct="1">
              <a:defRPr sz="2400" kern="1200">
                <a:solidFill>
                  <a:schemeClr val="lt1"/>
                </a:solidFill>
              </a:defRPr>
            </a:lvl8pPr>
            <a:lvl9pPr marL="4876678" algn="l" defTabSz="609585" rtl="0" eaLnBrk="1" latinLnBrk="0" hangingPunct="1">
              <a:defRPr sz="2400" kern="1200">
                <a:solidFill>
                  <a:schemeClr val="lt1"/>
                </a:solidFill>
              </a:defRPr>
            </a:lvl9pPr>
          </a:lstStyle>
          <a:p>
            <a:pPr algn="ctr" defTabSz="457189">
              <a:lnSpc>
                <a:spcPct val="120000"/>
              </a:lnSpc>
            </a:pPr>
            <a:r>
              <a:rPr lang="zh-CN" altLang="en-US" sz="1400" dirty="0">
                <a:solidFill>
                  <a:srgbClr val="2B2B2B">
                    <a:lumMod val="90000"/>
                    <a:lumOff val="10000"/>
                  </a:srgbClr>
                </a:solidFill>
                <a:latin typeface="微软雅黑"/>
                <a:ea typeface="微软雅黑"/>
                <a:cs typeface="+mn-ea"/>
                <a:sym typeface="+mn-lt"/>
              </a:rPr>
              <a:t>斜轴</a:t>
            </a:r>
            <a:endParaRPr lang="en-US" altLang="zh-CN" sz="1400" dirty="0">
              <a:solidFill>
                <a:srgbClr val="2B2B2B">
                  <a:lumMod val="90000"/>
                  <a:lumOff val="10000"/>
                </a:srgbClr>
              </a:solidFill>
              <a:latin typeface="微软雅黑"/>
              <a:ea typeface="微软雅黑"/>
              <a:cs typeface="+mn-ea"/>
              <a:sym typeface="+mn-lt"/>
            </a:endParaRPr>
          </a:p>
        </p:txBody>
      </p:sp>
      <p:cxnSp>
        <p:nvCxnSpPr>
          <p:cNvPr id="6" name="连接符: 肘形 5">
            <a:extLst>
              <a:ext uri="{FF2B5EF4-FFF2-40B4-BE49-F238E27FC236}">
                <a16:creationId xmlns:a16="http://schemas.microsoft.com/office/drawing/2014/main" id="{057D8E5F-8238-4F0E-B80A-2B66C0DF6C71}"/>
              </a:ext>
            </a:extLst>
          </p:cNvPr>
          <p:cNvCxnSpPr>
            <a:stCxn id="45" idx="3"/>
            <a:endCxn id="56" idx="1"/>
          </p:cNvCxnSpPr>
          <p:nvPr/>
        </p:nvCxnSpPr>
        <p:spPr>
          <a:xfrm flipV="1">
            <a:off x="6989496" y="2506371"/>
            <a:ext cx="330836" cy="630938"/>
          </a:xfrm>
          <a:prstGeom prst="bentConnector3">
            <a:avLst/>
          </a:prstGeom>
          <a:ln>
            <a:prstDash val="dash"/>
            <a:tailEnd type="triangle"/>
          </a:ln>
        </p:spPr>
        <p:style>
          <a:lnRef idx="1">
            <a:schemeClr val="accent1"/>
          </a:lnRef>
          <a:fillRef idx="0">
            <a:schemeClr val="accent1"/>
          </a:fillRef>
          <a:effectRef idx="0">
            <a:schemeClr val="accent1"/>
          </a:effectRef>
          <a:fontRef idx="minor">
            <a:schemeClr val="tx1"/>
          </a:fontRef>
        </p:style>
      </p:cxnSp>
      <p:cxnSp>
        <p:nvCxnSpPr>
          <p:cNvPr id="9" name="连接符: 肘形 8">
            <a:extLst>
              <a:ext uri="{FF2B5EF4-FFF2-40B4-BE49-F238E27FC236}">
                <a16:creationId xmlns:a16="http://schemas.microsoft.com/office/drawing/2014/main" id="{81B46349-0919-473C-8CD6-184868F5DAF6}"/>
              </a:ext>
            </a:extLst>
          </p:cNvPr>
          <p:cNvCxnSpPr>
            <a:stCxn id="45" idx="3"/>
            <a:endCxn id="57" idx="1"/>
          </p:cNvCxnSpPr>
          <p:nvPr/>
        </p:nvCxnSpPr>
        <p:spPr>
          <a:xfrm flipV="1">
            <a:off x="6989496" y="2918203"/>
            <a:ext cx="330836" cy="219106"/>
          </a:xfrm>
          <a:prstGeom prst="bentConnector3">
            <a:avLst/>
          </a:prstGeom>
          <a:ln>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5" name="连接符: 肘形 14">
            <a:extLst>
              <a:ext uri="{FF2B5EF4-FFF2-40B4-BE49-F238E27FC236}">
                <a16:creationId xmlns:a16="http://schemas.microsoft.com/office/drawing/2014/main" id="{741BAD56-4BBC-45B5-B784-FC7F39A52FA8}"/>
              </a:ext>
            </a:extLst>
          </p:cNvPr>
          <p:cNvCxnSpPr>
            <a:stCxn id="45" idx="3"/>
            <a:endCxn id="58" idx="1"/>
          </p:cNvCxnSpPr>
          <p:nvPr/>
        </p:nvCxnSpPr>
        <p:spPr>
          <a:xfrm>
            <a:off x="6989496" y="3137309"/>
            <a:ext cx="330836" cy="199612"/>
          </a:xfrm>
          <a:prstGeom prst="bentConnector3">
            <a:avLst/>
          </a:prstGeom>
          <a:ln>
            <a:prstDash val="dash"/>
            <a:tailEnd type="triangle"/>
          </a:ln>
        </p:spPr>
        <p:style>
          <a:lnRef idx="1">
            <a:schemeClr val="accent1"/>
          </a:lnRef>
          <a:fillRef idx="0">
            <a:schemeClr val="accent1"/>
          </a:fillRef>
          <a:effectRef idx="0">
            <a:schemeClr val="accent1"/>
          </a:effectRef>
          <a:fontRef idx="minor">
            <a:schemeClr val="tx1"/>
          </a:fontRef>
        </p:style>
      </p:cxnSp>
      <p:grpSp>
        <p:nvGrpSpPr>
          <p:cNvPr id="50" name="组合 49">
            <a:extLst>
              <a:ext uri="{FF2B5EF4-FFF2-40B4-BE49-F238E27FC236}">
                <a16:creationId xmlns:a16="http://schemas.microsoft.com/office/drawing/2014/main" id="{BD34DE7E-1183-4327-836B-73F7FE43F36A}"/>
              </a:ext>
            </a:extLst>
          </p:cNvPr>
          <p:cNvGrpSpPr/>
          <p:nvPr/>
        </p:nvGrpSpPr>
        <p:grpSpPr>
          <a:xfrm>
            <a:off x="-3" y="85172"/>
            <a:ext cx="4211963" cy="447238"/>
            <a:chOff x="-10956" y="85171"/>
            <a:chExt cx="2940485" cy="447238"/>
          </a:xfrm>
        </p:grpSpPr>
        <p:sp>
          <p:nvSpPr>
            <p:cNvPr id="51" name="矩形 1">
              <a:extLst>
                <a:ext uri="{FF2B5EF4-FFF2-40B4-BE49-F238E27FC236}">
                  <a16:creationId xmlns:a16="http://schemas.microsoft.com/office/drawing/2014/main" id="{4F99417A-FF0A-4AF2-8C56-03AADB63E329}"/>
                </a:ext>
              </a:extLst>
            </p:cNvPr>
            <p:cNvSpPr/>
            <p:nvPr/>
          </p:nvSpPr>
          <p:spPr>
            <a:xfrm>
              <a:off x="-10956" y="123478"/>
              <a:ext cx="2900474" cy="408931"/>
            </a:xfrm>
            <a:custGeom>
              <a:avLst/>
              <a:gdLst>
                <a:gd name="connsiteX0" fmla="*/ 0 w 4211960"/>
                <a:gd name="connsiteY0" fmla="*/ 0 h 2088232"/>
                <a:gd name="connsiteX1" fmla="*/ 4211960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101133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281963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319192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712023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11960" h="2088232">
                  <a:moveTo>
                    <a:pt x="0" y="0"/>
                  </a:moveTo>
                  <a:lnTo>
                    <a:pt x="3712023" y="0"/>
                  </a:lnTo>
                  <a:lnTo>
                    <a:pt x="4211960" y="2088232"/>
                  </a:lnTo>
                  <a:lnTo>
                    <a:pt x="0" y="2088232"/>
                  </a:lnTo>
                  <a:lnTo>
                    <a:pt x="0" y="0"/>
                  </a:lnTo>
                  <a:close/>
                </a:path>
              </a:pathLst>
            </a:custGeom>
            <a:solidFill>
              <a:srgbClr val="0163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8">
                <a:lnSpc>
                  <a:spcPct val="120000"/>
                </a:lnSpc>
              </a:pPr>
              <a:endParaRPr lang="zh-CN" altLang="en-US" sz="2400">
                <a:solidFill>
                  <a:srgbClr val="FFFFFF"/>
                </a:solidFill>
                <a:latin typeface="微软雅黑"/>
                <a:ea typeface="微软雅黑"/>
                <a:cs typeface="+mn-ea"/>
                <a:sym typeface="+mn-lt"/>
              </a:endParaRPr>
            </a:p>
          </p:txBody>
        </p:sp>
        <p:sp>
          <p:nvSpPr>
            <p:cNvPr id="52" name="文本框 51">
              <a:extLst>
                <a:ext uri="{FF2B5EF4-FFF2-40B4-BE49-F238E27FC236}">
                  <a16:creationId xmlns:a16="http://schemas.microsoft.com/office/drawing/2014/main" id="{5ECB18ED-F2D9-46CA-A0A8-D24EF0330F3F}"/>
                </a:ext>
              </a:extLst>
            </p:cNvPr>
            <p:cNvSpPr txBox="1"/>
            <p:nvPr/>
          </p:nvSpPr>
          <p:spPr>
            <a:xfrm>
              <a:off x="-10955" y="85171"/>
              <a:ext cx="2940484" cy="447238"/>
            </a:xfrm>
            <a:prstGeom prst="rect">
              <a:avLst/>
            </a:prstGeom>
            <a:noFill/>
          </p:spPr>
          <p:txBody>
            <a:bodyPr wrap="square" rtlCol="0">
              <a:spAutoFit/>
            </a:bodyPr>
            <a:lstStyle/>
            <a:p>
              <a:pPr defTabSz="914378">
                <a:lnSpc>
                  <a:spcPct val="120000"/>
                </a:lnSpc>
              </a:pPr>
              <a:r>
                <a:rPr lang="en-US" altLang="zh-CN" sz="2100" dirty="0">
                  <a:solidFill>
                    <a:srgbClr val="FFFFFF"/>
                  </a:solidFill>
                  <a:latin typeface="微软雅黑"/>
                  <a:ea typeface="微软雅黑"/>
                  <a:cs typeface="+mn-ea"/>
                  <a:sym typeface="+mn-lt"/>
                </a:rPr>
                <a:t>2.2 </a:t>
              </a:r>
              <a:r>
                <a:rPr lang="zh-CN" altLang="en-US" sz="2100" dirty="0">
                  <a:solidFill>
                    <a:srgbClr val="FFFFFF"/>
                  </a:solidFill>
                  <a:cs typeface="+mn-ea"/>
                  <a:sym typeface="+mn-lt"/>
                </a:rPr>
                <a:t>地图知识图谱构建与应用</a:t>
              </a:r>
              <a:endParaRPr lang="en-US" altLang="zh-CN" sz="2100" dirty="0">
                <a:solidFill>
                  <a:srgbClr val="FFFFFF"/>
                </a:solidFill>
                <a:cs typeface="+mn-ea"/>
                <a:sym typeface="+mn-lt"/>
              </a:endParaRPr>
            </a:p>
          </p:txBody>
        </p:sp>
      </p:grpSp>
    </p:spTree>
    <p:extLst>
      <p:ext uri="{BB962C8B-B14F-4D97-AF65-F5344CB8AC3E}">
        <p14:creationId xmlns:p14="http://schemas.microsoft.com/office/powerpoint/2010/main" val="327490116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 name="组合 29">
            <a:extLst>
              <a:ext uri="{FF2B5EF4-FFF2-40B4-BE49-F238E27FC236}">
                <a16:creationId xmlns:a16="http://schemas.microsoft.com/office/drawing/2014/main" id="{F4DC642D-74EE-4984-8D9C-2399044012C3}"/>
              </a:ext>
            </a:extLst>
          </p:cNvPr>
          <p:cNvGrpSpPr/>
          <p:nvPr/>
        </p:nvGrpSpPr>
        <p:grpSpPr>
          <a:xfrm>
            <a:off x="539552" y="935281"/>
            <a:ext cx="3531344" cy="400110"/>
            <a:chOff x="539552" y="987574"/>
            <a:chExt cx="3531344" cy="400110"/>
          </a:xfrm>
        </p:grpSpPr>
        <p:grpSp>
          <p:nvGrpSpPr>
            <p:cNvPr id="31" name="组合 30">
              <a:extLst>
                <a:ext uri="{FF2B5EF4-FFF2-40B4-BE49-F238E27FC236}">
                  <a16:creationId xmlns:a16="http://schemas.microsoft.com/office/drawing/2014/main" id="{184BD4AA-70E7-4E0E-8689-398B012A8742}"/>
                </a:ext>
              </a:extLst>
            </p:cNvPr>
            <p:cNvGrpSpPr/>
            <p:nvPr/>
          </p:nvGrpSpPr>
          <p:grpSpPr>
            <a:xfrm>
              <a:off x="539552" y="1162909"/>
              <a:ext cx="3531344" cy="52489"/>
              <a:chOff x="2739916" y="1443571"/>
              <a:chExt cx="4066578" cy="67754"/>
            </a:xfrm>
          </p:grpSpPr>
          <p:cxnSp>
            <p:nvCxnSpPr>
              <p:cNvPr id="33" name="直接连接符 32">
                <a:extLst>
                  <a:ext uri="{FF2B5EF4-FFF2-40B4-BE49-F238E27FC236}">
                    <a16:creationId xmlns:a16="http://schemas.microsoft.com/office/drawing/2014/main" id="{3B954946-E331-4C09-BE2C-9841A3FE5120}"/>
                  </a:ext>
                </a:extLst>
              </p:cNvPr>
              <p:cNvCxnSpPr>
                <a:cxnSpLocks/>
              </p:cNvCxnSpPr>
              <p:nvPr/>
            </p:nvCxnSpPr>
            <p:spPr>
              <a:xfrm>
                <a:off x="2739916" y="1511325"/>
                <a:ext cx="4066578" cy="0"/>
              </a:xfrm>
              <a:prstGeom prst="line">
                <a:avLst/>
              </a:prstGeom>
              <a:noFill/>
              <a:ln w="6350" cap="flat" cmpd="sng" algn="ctr">
                <a:solidFill>
                  <a:srgbClr val="016371"/>
                </a:solidFill>
                <a:prstDash val="solid"/>
                <a:miter lim="800000"/>
              </a:ln>
              <a:effectLst/>
            </p:spPr>
          </p:cxnSp>
          <p:cxnSp>
            <p:nvCxnSpPr>
              <p:cNvPr id="34" name="直接连接符 33">
                <a:extLst>
                  <a:ext uri="{FF2B5EF4-FFF2-40B4-BE49-F238E27FC236}">
                    <a16:creationId xmlns:a16="http://schemas.microsoft.com/office/drawing/2014/main" id="{E47B2997-F3AF-4CE2-AA67-6886D504EA7F}"/>
                  </a:ext>
                </a:extLst>
              </p:cNvPr>
              <p:cNvCxnSpPr>
                <a:cxnSpLocks/>
              </p:cNvCxnSpPr>
              <p:nvPr/>
            </p:nvCxnSpPr>
            <p:spPr>
              <a:xfrm>
                <a:off x="2739916" y="1443571"/>
                <a:ext cx="4066578" cy="0"/>
              </a:xfrm>
              <a:prstGeom prst="line">
                <a:avLst/>
              </a:prstGeom>
              <a:noFill/>
              <a:ln w="6350" cap="flat" cmpd="sng" algn="ctr">
                <a:solidFill>
                  <a:srgbClr val="016371"/>
                </a:solidFill>
                <a:prstDash val="solid"/>
                <a:miter lim="800000"/>
              </a:ln>
              <a:effectLst/>
            </p:spPr>
          </p:cxnSp>
        </p:grpSp>
        <p:sp>
          <p:nvSpPr>
            <p:cNvPr id="32" name="文本框 31">
              <a:extLst>
                <a:ext uri="{FF2B5EF4-FFF2-40B4-BE49-F238E27FC236}">
                  <a16:creationId xmlns:a16="http://schemas.microsoft.com/office/drawing/2014/main" id="{F07A84AE-FE2F-4218-B773-618FCFB08C78}"/>
                </a:ext>
              </a:extLst>
            </p:cNvPr>
            <p:cNvSpPr txBox="1"/>
            <p:nvPr/>
          </p:nvSpPr>
          <p:spPr>
            <a:xfrm>
              <a:off x="1228811" y="987574"/>
              <a:ext cx="2152826" cy="400110"/>
            </a:xfrm>
            <a:prstGeom prst="rect">
              <a:avLst/>
            </a:prstGeom>
            <a:solidFill>
              <a:srgbClr val="016371"/>
            </a:solidFill>
            <a:ln>
              <a:noFill/>
            </a:ln>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2000" b="0" i="0" u="none" strike="noStrike" kern="0" cap="none" spc="0" normalizeH="0" baseline="0" noProof="0" dirty="0">
                  <a:ln>
                    <a:noFill/>
                  </a:ln>
                  <a:solidFill>
                    <a:prstClr val="white"/>
                  </a:solidFill>
                  <a:effectLst/>
                  <a:uLnTx/>
                  <a:uFillTx/>
                  <a:latin typeface="等线"/>
                  <a:ea typeface="等线"/>
                </a:rPr>
                <a:t>制图影响因素</a:t>
              </a:r>
            </a:p>
          </p:txBody>
        </p:sp>
      </p:grpSp>
      <p:sp>
        <p:nvSpPr>
          <p:cNvPr id="18" name="ïšḷíḍé">
            <a:extLst>
              <a:ext uri="{FF2B5EF4-FFF2-40B4-BE49-F238E27FC236}">
                <a16:creationId xmlns:a16="http://schemas.microsoft.com/office/drawing/2014/main" id="{287702EB-E72E-4865-A176-5AE30BB4EB08}"/>
              </a:ext>
            </a:extLst>
          </p:cNvPr>
          <p:cNvSpPr/>
          <p:nvPr/>
        </p:nvSpPr>
        <p:spPr>
          <a:xfrm>
            <a:off x="4876418" y="1237763"/>
            <a:ext cx="415662" cy="3523089"/>
          </a:xfrm>
          <a:prstGeom prst="rect">
            <a:avLst/>
          </a:prstGeom>
          <a:noFill/>
          <a:ln w="6350">
            <a:solidFill>
              <a:srgbClr val="01637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defPPr>
              <a:defRPr lang="en-US"/>
            </a:defPPr>
            <a:lvl1pPr marL="0" algn="l" defTabSz="609585" rtl="0" eaLnBrk="1" latinLnBrk="0" hangingPunct="1">
              <a:defRPr sz="2400" kern="1200">
                <a:solidFill>
                  <a:schemeClr val="lt1"/>
                </a:solidFill>
              </a:defRPr>
            </a:lvl1pPr>
            <a:lvl2pPr marL="609585" algn="l" defTabSz="609585" rtl="0" eaLnBrk="1" latinLnBrk="0" hangingPunct="1">
              <a:defRPr sz="2400" kern="1200">
                <a:solidFill>
                  <a:schemeClr val="lt1"/>
                </a:solidFill>
              </a:defRPr>
            </a:lvl2pPr>
            <a:lvl3pPr marL="1219170" algn="l" defTabSz="609585" rtl="0" eaLnBrk="1" latinLnBrk="0" hangingPunct="1">
              <a:defRPr sz="2400" kern="1200">
                <a:solidFill>
                  <a:schemeClr val="lt1"/>
                </a:solidFill>
              </a:defRPr>
            </a:lvl3pPr>
            <a:lvl4pPr marL="1828754" algn="l" defTabSz="609585" rtl="0" eaLnBrk="1" latinLnBrk="0" hangingPunct="1">
              <a:defRPr sz="2400" kern="1200">
                <a:solidFill>
                  <a:schemeClr val="lt1"/>
                </a:solidFill>
              </a:defRPr>
            </a:lvl4pPr>
            <a:lvl5pPr marL="2438339" algn="l" defTabSz="609585" rtl="0" eaLnBrk="1" latinLnBrk="0" hangingPunct="1">
              <a:defRPr sz="2400" kern="1200">
                <a:solidFill>
                  <a:schemeClr val="lt1"/>
                </a:solidFill>
              </a:defRPr>
            </a:lvl5pPr>
            <a:lvl6pPr marL="3047924" algn="l" defTabSz="609585" rtl="0" eaLnBrk="1" latinLnBrk="0" hangingPunct="1">
              <a:defRPr sz="2400" kern="1200">
                <a:solidFill>
                  <a:schemeClr val="lt1"/>
                </a:solidFill>
              </a:defRPr>
            </a:lvl6pPr>
            <a:lvl7pPr marL="3657509" algn="l" defTabSz="609585" rtl="0" eaLnBrk="1" latinLnBrk="0" hangingPunct="1">
              <a:defRPr sz="2400" kern="1200">
                <a:solidFill>
                  <a:schemeClr val="lt1"/>
                </a:solidFill>
              </a:defRPr>
            </a:lvl7pPr>
            <a:lvl8pPr marL="4267093" algn="l" defTabSz="609585" rtl="0" eaLnBrk="1" latinLnBrk="0" hangingPunct="1">
              <a:defRPr sz="2400" kern="1200">
                <a:solidFill>
                  <a:schemeClr val="lt1"/>
                </a:solidFill>
              </a:defRPr>
            </a:lvl8pPr>
            <a:lvl9pPr marL="4876678" algn="l" defTabSz="609585" rtl="0" eaLnBrk="1" latinLnBrk="0" hangingPunct="1">
              <a:defRPr sz="2400" kern="1200">
                <a:solidFill>
                  <a:schemeClr val="lt1"/>
                </a:solidFill>
              </a:defRPr>
            </a:lvl9pPr>
          </a:lstStyle>
          <a:p>
            <a:pPr algn="ctr" defTabSz="457189">
              <a:lnSpc>
                <a:spcPct val="120000"/>
              </a:lnSpc>
            </a:pPr>
            <a:r>
              <a:rPr lang="zh-CN" altLang="en-US" sz="1600" dirty="0">
                <a:solidFill>
                  <a:srgbClr val="2B2B2B">
                    <a:lumMod val="90000"/>
                    <a:lumOff val="10000"/>
                  </a:srgbClr>
                </a:solidFill>
                <a:latin typeface="微软雅黑"/>
                <a:ea typeface="微软雅黑"/>
                <a:cs typeface="+mn-ea"/>
                <a:sym typeface="+mn-lt"/>
              </a:rPr>
              <a:t>制图影响因素</a:t>
            </a:r>
          </a:p>
        </p:txBody>
      </p:sp>
      <p:cxnSp>
        <p:nvCxnSpPr>
          <p:cNvPr id="19" name="íṥļïḑé">
            <a:extLst>
              <a:ext uri="{FF2B5EF4-FFF2-40B4-BE49-F238E27FC236}">
                <a16:creationId xmlns:a16="http://schemas.microsoft.com/office/drawing/2014/main" id="{DFE92B85-95D7-421F-A0BC-1BA7993B26AC}"/>
              </a:ext>
            </a:extLst>
          </p:cNvPr>
          <p:cNvCxnSpPr>
            <a:cxnSpLocks/>
            <a:stCxn id="23" idx="1"/>
            <a:endCxn id="18" idx="3"/>
          </p:cNvCxnSpPr>
          <p:nvPr/>
        </p:nvCxnSpPr>
        <p:spPr>
          <a:xfrm rot="10800000" flipV="1">
            <a:off x="5292080" y="1646152"/>
            <a:ext cx="432048" cy="1353156"/>
          </a:xfrm>
          <a:prstGeom prst="bentConnector3">
            <a:avLst>
              <a:gd name="adj1" fmla="val 50000"/>
            </a:avLst>
          </a:prstGeom>
          <a:ln>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23" name="îṧlïḑê">
            <a:extLst>
              <a:ext uri="{FF2B5EF4-FFF2-40B4-BE49-F238E27FC236}">
                <a16:creationId xmlns:a16="http://schemas.microsoft.com/office/drawing/2014/main" id="{F1A273A9-2DA9-4E1D-A51E-A21D541780E6}"/>
              </a:ext>
            </a:extLst>
          </p:cNvPr>
          <p:cNvSpPr/>
          <p:nvPr/>
        </p:nvSpPr>
        <p:spPr>
          <a:xfrm>
            <a:off x="5724128" y="1491630"/>
            <a:ext cx="1265368" cy="309043"/>
          </a:xfrm>
          <a:prstGeom prst="rect">
            <a:avLst/>
          </a:prstGeom>
          <a:noFill/>
          <a:ln w="6350">
            <a:solidFill>
              <a:srgbClr val="01637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defPPr>
              <a:defRPr lang="en-US"/>
            </a:defPPr>
            <a:lvl1pPr marL="0" algn="l" defTabSz="609585" rtl="0" eaLnBrk="1" latinLnBrk="0" hangingPunct="1">
              <a:defRPr sz="2400" kern="1200">
                <a:solidFill>
                  <a:schemeClr val="lt1"/>
                </a:solidFill>
              </a:defRPr>
            </a:lvl1pPr>
            <a:lvl2pPr marL="609585" algn="l" defTabSz="609585" rtl="0" eaLnBrk="1" latinLnBrk="0" hangingPunct="1">
              <a:defRPr sz="2400" kern="1200">
                <a:solidFill>
                  <a:schemeClr val="lt1"/>
                </a:solidFill>
              </a:defRPr>
            </a:lvl2pPr>
            <a:lvl3pPr marL="1219170" algn="l" defTabSz="609585" rtl="0" eaLnBrk="1" latinLnBrk="0" hangingPunct="1">
              <a:defRPr sz="2400" kern="1200">
                <a:solidFill>
                  <a:schemeClr val="lt1"/>
                </a:solidFill>
              </a:defRPr>
            </a:lvl3pPr>
            <a:lvl4pPr marL="1828754" algn="l" defTabSz="609585" rtl="0" eaLnBrk="1" latinLnBrk="0" hangingPunct="1">
              <a:defRPr sz="2400" kern="1200">
                <a:solidFill>
                  <a:schemeClr val="lt1"/>
                </a:solidFill>
              </a:defRPr>
            </a:lvl4pPr>
            <a:lvl5pPr marL="2438339" algn="l" defTabSz="609585" rtl="0" eaLnBrk="1" latinLnBrk="0" hangingPunct="1">
              <a:defRPr sz="2400" kern="1200">
                <a:solidFill>
                  <a:schemeClr val="lt1"/>
                </a:solidFill>
              </a:defRPr>
            </a:lvl5pPr>
            <a:lvl6pPr marL="3047924" algn="l" defTabSz="609585" rtl="0" eaLnBrk="1" latinLnBrk="0" hangingPunct="1">
              <a:defRPr sz="2400" kern="1200">
                <a:solidFill>
                  <a:schemeClr val="lt1"/>
                </a:solidFill>
              </a:defRPr>
            </a:lvl6pPr>
            <a:lvl7pPr marL="3657509" algn="l" defTabSz="609585" rtl="0" eaLnBrk="1" latinLnBrk="0" hangingPunct="1">
              <a:defRPr sz="2400" kern="1200">
                <a:solidFill>
                  <a:schemeClr val="lt1"/>
                </a:solidFill>
              </a:defRPr>
            </a:lvl7pPr>
            <a:lvl8pPr marL="4267093" algn="l" defTabSz="609585" rtl="0" eaLnBrk="1" latinLnBrk="0" hangingPunct="1">
              <a:defRPr sz="2400" kern="1200">
                <a:solidFill>
                  <a:schemeClr val="lt1"/>
                </a:solidFill>
              </a:defRPr>
            </a:lvl8pPr>
            <a:lvl9pPr marL="4876678" algn="l" defTabSz="609585" rtl="0" eaLnBrk="1" latinLnBrk="0" hangingPunct="1">
              <a:defRPr sz="2400" kern="1200">
                <a:solidFill>
                  <a:schemeClr val="lt1"/>
                </a:solidFill>
              </a:defRPr>
            </a:lvl9pPr>
          </a:lstStyle>
          <a:p>
            <a:pPr algn="ctr" defTabSz="457189">
              <a:lnSpc>
                <a:spcPct val="120000"/>
              </a:lnSpc>
            </a:pPr>
            <a:r>
              <a:rPr lang="zh-CN" altLang="en-US" sz="1400" dirty="0">
                <a:solidFill>
                  <a:srgbClr val="2B2B2B">
                    <a:lumMod val="90000"/>
                    <a:lumOff val="10000"/>
                  </a:srgbClr>
                </a:solidFill>
                <a:latin typeface="微软雅黑"/>
                <a:ea typeface="微软雅黑"/>
                <a:cs typeface="+mn-ea"/>
                <a:sym typeface="+mn-lt"/>
              </a:rPr>
              <a:t>版面大小</a:t>
            </a:r>
          </a:p>
        </p:txBody>
      </p:sp>
      <p:sp>
        <p:nvSpPr>
          <p:cNvPr id="24" name="iṣliďê">
            <a:extLst>
              <a:ext uri="{FF2B5EF4-FFF2-40B4-BE49-F238E27FC236}">
                <a16:creationId xmlns:a16="http://schemas.microsoft.com/office/drawing/2014/main" id="{29F4BEE0-AEE9-40EC-B471-60632FA7BE84}"/>
              </a:ext>
            </a:extLst>
          </p:cNvPr>
          <p:cNvSpPr/>
          <p:nvPr/>
        </p:nvSpPr>
        <p:spPr>
          <a:xfrm>
            <a:off x="5724129" y="2838771"/>
            <a:ext cx="1265368" cy="309043"/>
          </a:xfrm>
          <a:prstGeom prst="rect">
            <a:avLst/>
          </a:prstGeom>
          <a:noFill/>
          <a:ln w="6350">
            <a:solidFill>
              <a:srgbClr val="01637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defPPr>
              <a:defRPr lang="en-US"/>
            </a:defPPr>
            <a:lvl1pPr marL="0" algn="l" defTabSz="609585" rtl="0" eaLnBrk="1" latinLnBrk="0" hangingPunct="1">
              <a:defRPr sz="2400" kern="1200">
                <a:solidFill>
                  <a:schemeClr val="lt1"/>
                </a:solidFill>
              </a:defRPr>
            </a:lvl1pPr>
            <a:lvl2pPr marL="609585" algn="l" defTabSz="609585" rtl="0" eaLnBrk="1" latinLnBrk="0" hangingPunct="1">
              <a:defRPr sz="2400" kern="1200">
                <a:solidFill>
                  <a:schemeClr val="lt1"/>
                </a:solidFill>
              </a:defRPr>
            </a:lvl2pPr>
            <a:lvl3pPr marL="1219170" algn="l" defTabSz="609585" rtl="0" eaLnBrk="1" latinLnBrk="0" hangingPunct="1">
              <a:defRPr sz="2400" kern="1200">
                <a:solidFill>
                  <a:schemeClr val="lt1"/>
                </a:solidFill>
              </a:defRPr>
            </a:lvl3pPr>
            <a:lvl4pPr marL="1828754" algn="l" defTabSz="609585" rtl="0" eaLnBrk="1" latinLnBrk="0" hangingPunct="1">
              <a:defRPr sz="2400" kern="1200">
                <a:solidFill>
                  <a:schemeClr val="lt1"/>
                </a:solidFill>
              </a:defRPr>
            </a:lvl4pPr>
            <a:lvl5pPr marL="2438339" algn="l" defTabSz="609585" rtl="0" eaLnBrk="1" latinLnBrk="0" hangingPunct="1">
              <a:defRPr sz="2400" kern="1200">
                <a:solidFill>
                  <a:schemeClr val="lt1"/>
                </a:solidFill>
              </a:defRPr>
            </a:lvl5pPr>
            <a:lvl6pPr marL="3047924" algn="l" defTabSz="609585" rtl="0" eaLnBrk="1" latinLnBrk="0" hangingPunct="1">
              <a:defRPr sz="2400" kern="1200">
                <a:solidFill>
                  <a:schemeClr val="lt1"/>
                </a:solidFill>
              </a:defRPr>
            </a:lvl6pPr>
            <a:lvl7pPr marL="3657509" algn="l" defTabSz="609585" rtl="0" eaLnBrk="1" latinLnBrk="0" hangingPunct="1">
              <a:defRPr sz="2400" kern="1200">
                <a:solidFill>
                  <a:schemeClr val="lt1"/>
                </a:solidFill>
              </a:defRPr>
            </a:lvl7pPr>
            <a:lvl8pPr marL="4267093" algn="l" defTabSz="609585" rtl="0" eaLnBrk="1" latinLnBrk="0" hangingPunct="1">
              <a:defRPr sz="2400" kern="1200">
                <a:solidFill>
                  <a:schemeClr val="lt1"/>
                </a:solidFill>
              </a:defRPr>
            </a:lvl8pPr>
            <a:lvl9pPr marL="4876678" algn="l" defTabSz="609585" rtl="0" eaLnBrk="1" latinLnBrk="0" hangingPunct="1">
              <a:defRPr sz="2400" kern="1200">
                <a:solidFill>
                  <a:schemeClr val="lt1"/>
                </a:solidFill>
              </a:defRPr>
            </a:lvl9pPr>
          </a:lstStyle>
          <a:p>
            <a:pPr algn="ctr" defTabSz="457189">
              <a:lnSpc>
                <a:spcPct val="120000"/>
              </a:lnSpc>
            </a:pPr>
            <a:r>
              <a:rPr lang="zh-CN" altLang="en-US" sz="1400" dirty="0">
                <a:solidFill>
                  <a:srgbClr val="2B2B2B">
                    <a:lumMod val="90000"/>
                    <a:lumOff val="10000"/>
                  </a:srgbClr>
                </a:solidFill>
                <a:latin typeface="微软雅黑"/>
                <a:ea typeface="微软雅黑"/>
                <a:cs typeface="+mn-ea"/>
                <a:sym typeface="+mn-lt"/>
              </a:rPr>
              <a:t>制图区域</a:t>
            </a:r>
          </a:p>
        </p:txBody>
      </p:sp>
      <p:sp>
        <p:nvSpPr>
          <p:cNvPr id="25" name="îsḻïdé">
            <a:extLst>
              <a:ext uri="{FF2B5EF4-FFF2-40B4-BE49-F238E27FC236}">
                <a16:creationId xmlns:a16="http://schemas.microsoft.com/office/drawing/2014/main" id="{EE6245D8-96AE-4B9C-8015-41321D21FE94}"/>
              </a:ext>
            </a:extLst>
          </p:cNvPr>
          <p:cNvSpPr/>
          <p:nvPr/>
        </p:nvSpPr>
        <p:spPr>
          <a:xfrm>
            <a:off x="5724129" y="4350939"/>
            <a:ext cx="1265368" cy="309043"/>
          </a:xfrm>
          <a:prstGeom prst="rect">
            <a:avLst/>
          </a:prstGeom>
          <a:noFill/>
          <a:ln w="6350">
            <a:solidFill>
              <a:srgbClr val="01637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defPPr>
              <a:defRPr lang="en-US"/>
            </a:defPPr>
            <a:lvl1pPr marL="0" algn="l" defTabSz="609585" rtl="0" eaLnBrk="1" latinLnBrk="0" hangingPunct="1">
              <a:defRPr sz="2400" kern="1200">
                <a:solidFill>
                  <a:schemeClr val="lt1"/>
                </a:solidFill>
              </a:defRPr>
            </a:lvl1pPr>
            <a:lvl2pPr marL="609585" algn="l" defTabSz="609585" rtl="0" eaLnBrk="1" latinLnBrk="0" hangingPunct="1">
              <a:defRPr sz="2400" kern="1200">
                <a:solidFill>
                  <a:schemeClr val="lt1"/>
                </a:solidFill>
              </a:defRPr>
            </a:lvl2pPr>
            <a:lvl3pPr marL="1219170" algn="l" defTabSz="609585" rtl="0" eaLnBrk="1" latinLnBrk="0" hangingPunct="1">
              <a:defRPr sz="2400" kern="1200">
                <a:solidFill>
                  <a:schemeClr val="lt1"/>
                </a:solidFill>
              </a:defRPr>
            </a:lvl3pPr>
            <a:lvl4pPr marL="1828754" algn="l" defTabSz="609585" rtl="0" eaLnBrk="1" latinLnBrk="0" hangingPunct="1">
              <a:defRPr sz="2400" kern="1200">
                <a:solidFill>
                  <a:schemeClr val="lt1"/>
                </a:solidFill>
              </a:defRPr>
            </a:lvl4pPr>
            <a:lvl5pPr marL="2438339" algn="l" defTabSz="609585" rtl="0" eaLnBrk="1" latinLnBrk="0" hangingPunct="1">
              <a:defRPr sz="2400" kern="1200">
                <a:solidFill>
                  <a:schemeClr val="lt1"/>
                </a:solidFill>
              </a:defRPr>
            </a:lvl5pPr>
            <a:lvl6pPr marL="3047924" algn="l" defTabSz="609585" rtl="0" eaLnBrk="1" latinLnBrk="0" hangingPunct="1">
              <a:defRPr sz="2400" kern="1200">
                <a:solidFill>
                  <a:schemeClr val="lt1"/>
                </a:solidFill>
              </a:defRPr>
            </a:lvl6pPr>
            <a:lvl7pPr marL="3657509" algn="l" defTabSz="609585" rtl="0" eaLnBrk="1" latinLnBrk="0" hangingPunct="1">
              <a:defRPr sz="2400" kern="1200">
                <a:solidFill>
                  <a:schemeClr val="lt1"/>
                </a:solidFill>
              </a:defRPr>
            </a:lvl7pPr>
            <a:lvl8pPr marL="4267093" algn="l" defTabSz="609585" rtl="0" eaLnBrk="1" latinLnBrk="0" hangingPunct="1">
              <a:defRPr sz="2400" kern="1200">
                <a:solidFill>
                  <a:schemeClr val="lt1"/>
                </a:solidFill>
              </a:defRPr>
            </a:lvl8pPr>
            <a:lvl9pPr marL="4876678" algn="l" defTabSz="609585" rtl="0" eaLnBrk="1" latinLnBrk="0" hangingPunct="1">
              <a:defRPr sz="2400" kern="1200">
                <a:solidFill>
                  <a:schemeClr val="lt1"/>
                </a:solidFill>
              </a:defRPr>
            </a:lvl9pPr>
          </a:lstStyle>
          <a:p>
            <a:pPr algn="ctr" defTabSz="457189">
              <a:lnSpc>
                <a:spcPct val="120000"/>
              </a:lnSpc>
            </a:pPr>
            <a:r>
              <a:rPr lang="zh-CN" altLang="en-US" sz="1400" dirty="0">
                <a:solidFill>
                  <a:srgbClr val="2B2B2B">
                    <a:lumMod val="90000"/>
                    <a:lumOff val="10000"/>
                  </a:srgbClr>
                </a:solidFill>
                <a:latin typeface="微软雅黑"/>
                <a:ea typeface="微软雅黑"/>
                <a:cs typeface="+mn-ea"/>
                <a:sym typeface="+mn-lt"/>
              </a:rPr>
              <a:t>显示媒介</a:t>
            </a:r>
          </a:p>
        </p:txBody>
      </p:sp>
      <p:sp>
        <p:nvSpPr>
          <p:cNvPr id="27" name="iś1ïḋe">
            <a:extLst>
              <a:ext uri="{FF2B5EF4-FFF2-40B4-BE49-F238E27FC236}">
                <a16:creationId xmlns:a16="http://schemas.microsoft.com/office/drawing/2014/main" id="{AD42726F-87F6-4A4E-8528-EE6CA0CD9EDA}"/>
              </a:ext>
            </a:extLst>
          </p:cNvPr>
          <p:cNvSpPr/>
          <p:nvPr/>
        </p:nvSpPr>
        <p:spPr>
          <a:xfrm>
            <a:off x="7320332" y="915566"/>
            <a:ext cx="1368152" cy="309043"/>
          </a:xfrm>
          <a:prstGeom prst="rect">
            <a:avLst/>
          </a:prstGeom>
          <a:no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defPPr>
              <a:defRPr lang="en-US"/>
            </a:defPPr>
            <a:lvl1pPr marL="0" algn="l" defTabSz="609585" rtl="0" eaLnBrk="1" latinLnBrk="0" hangingPunct="1">
              <a:defRPr sz="2400" kern="1200">
                <a:solidFill>
                  <a:schemeClr val="lt1"/>
                </a:solidFill>
              </a:defRPr>
            </a:lvl1pPr>
            <a:lvl2pPr marL="609585" algn="l" defTabSz="609585" rtl="0" eaLnBrk="1" latinLnBrk="0" hangingPunct="1">
              <a:defRPr sz="2400" kern="1200">
                <a:solidFill>
                  <a:schemeClr val="lt1"/>
                </a:solidFill>
              </a:defRPr>
            </a:lvl2pPr>
            <a:lvl3pPr marL="1219170" algn="l" defTabSz="609585" rtl="0" eaLnBrk="1" latinLnBrk="0" hangingPunct="1">
              <a:defRPr sz="2400" kern="1200">
                <a:solidFill>
                  <a:schemeClr val="lt1"/>
                </a:solidFill>
              </a:defRPr>
            </a:lvl3pPr>
            <a:lvl4pPr marL="1828754" algn="l" defTabSz="609585" rtl="0" eaLnBrk="1" latinLnBrk="0" hangingPunct="1">
              <a:defRPr sz="2400" kern="1200">
                <a:solidFill>
                  <a:schemeClr val="lt1"/>
                </a:solidFill>
              </a:defRPr>
            </a:lvl4pPr>
            <a:lvl5pPr marL="2438339" algn="l" defTabSz="609585" rtl="0" eaLnBrk="1" latinLnBrk="0" hangingPunct="1">
              <a:defRPr sz="2400" kern="1200">
                <a:solidFill>
                  <a:schemeClr val="lt1"/>
                </a:solidFill>
              </a:defRPr>
            </a:lvl5pPr>
            <a:lvl6pPr marL="3047924" algn="l" defTabSz="609585" rtl="0" eaLnBrk="1" latinLnBrk="0" hangingPunct="1">
              <a:defRPr sz="2400" kern="1200">
                <a:solidFill>
                  <a:schemeClr val="lt1"/>
                </a:solidFill>
              </a:defRPr>
            </a:lvl6pPr>
            <a:lvl7pPr marL="3657509" algn="l" defTabSz="609585" rtl="0" eaLnBrk="1" latinLnBrk="0" hangingPunct="1">
              <a:defRPr sz="2400" kern="1200">
                <a:solidFill>
                  <a:schemeClr val="lt1"/>
                </a:solidFill>
              </a:defRPr>
            </a:lvl7pPr>
            <a:lvl8pPr marL="4267093" algn="l" defTabSz="609585" rtl="0" eaLnBrk="1" latinLnBrk="0" hangingPunct="1">
              <a:defRPr sz="2400" kern="1200">
                <a:solidFill>
                  <a:schemeClr val="lt1"/>
                </a:solidFill>
              </a:defRPr>
            </a:lvl8pPr>
            <a:lvl9pPr marL="4876678" algn="l" defTabSz="609585" rtl="0" eaLnBrk="1" latinLnBrk="0" hangingPunct="1">
              <a:defRPr sz="2400" kern="1200">
                <a:solidFill>
                  <a:schemeClr val="lt1"/>
                </a:solidFill>
              </a:defRPr>
            </a:lvl9pPr>
          </a:lstStyle>
          <a:p>
            <a:pPr algn="ctr" defTabSz="457189">
              <a:lnSpc>
                <a:spcPct val="120000"/>
              </a:lnSpc>
            </a:pPr>
            <a:r>
              <a:rPr lang="en-US" altLang="zh-CN" sz="1400" dirty="0">
                <a:solidFill>
                  <a:srgbClr val="2B2B2B">
                    <a:lumMod val="90000"/>
                    <a:lumOff val="10000"/>
                  </a:srgbClr>
                </a:solidFill>
                <a:latin typeface="微软雅黑"/>
                <a:ea typeface="微软雅黑"/>
                <a:cs typeface="+mn-ea"/>
                <a:sym typeface="+mn-lt"/>
              </a:rPr>
              <a:t>A1</a:t>
            </a:r>
            <a:endParaRPr lang="zh-CN" altLang="en-US" sz="1400" dirty="0">
              <a:solidFill>
                <a:srgbClr val="2B2B2B">
                  <a:lumMod val="90000"/>
                  <a:lumOff val="10000"/>
                </a:srgbClr>
              </a:solidFill>
              <a:latin typeface="微软雅黑"/>
              <a:ea typeface="微软雅黑"/>
              <a:cs typeface="+mn-ea"/>
              <a:sym typeface="+mn-lt"/>
            </a:endParaRPr>
          </a:p>
        </p:txBody>
      </p:sp>
      <p:sp>
        <p:nvSpPr>
          <p:cNvPr id="37" name="iś1ïḋe">
            <a:extLst>
              <a:ext uri="{FF2B5EF4-FFF2-40B4-BE49-F238E27FC236}">
                <a16:creationId xmlns:a16="http://schemas.microsoft.com/office/drawing/2014/main" id="{ED4AF252-7B9A-41E2-9D11-5D53F1C5FAF8}"/>
              </a:ext>
            </a:extLst>
          </p:cNvPr>
          <p:cNvSpPr/>
          <p:nvPr/>
        </p:nvSpPr>
        <p:spPr>
          <a:xfrm>
            <a:off x="7320332" y="1327398"/>
            <a:ext cx="1368152" cy="309043"/>
          </a:xfrm>
          <a:prstGeom prst="rect">
            <a:avLst/>
          </a:prstGeom>
          <a:no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defPPr>
              <a:defRPr lang="en-US"/>
            </a:defPPr>
            <a:lvl1pPr marL="0" algn="l" defTabSz="609585" rtl="0" eaLnBrk="1" latinLnBrk="0" hangingPunct="1">
              <a:defRPr sz="2400" kern="1200">
                <a:solidFill>
                  <a:schemeClr val="lt1"/>
                </a:solidFill>
              </a:defRPr>
            </a:lvl1pPr>
            <a:lvl2pPr marL="609585" algn="l" defTabSz="609585" rtl="0" eaLnBrk="1" latinLnBrk="0" hangingPunct="1">
              <a:defRPr sz="2400" kern="1200">
                <a:solidFill>
                  <a:schemeClr val="lt1"/>
                </a:solidFill>
              </a:defRPr>
            </a:lvl2pPr>
            <a:lvl3pPr marL="1219170" algn="l" defTabSz="609585" rtl="0" eaLnBrk="1" latinLnBrk="0" hangingPunct="1">
              <a:defRPr sz="2400" kern="1200">
                <a:solidFill>
                  <a:schemeClr val="lt1"/>
                </a:solidFill>
              </a:defRPr>
            </a:lvl3pPr>
            <a:lvl4pPr marL="1828754" algn="l" defTabSz="609585" rtl="0" eaLnBrk="1" latinLnBrk="0" hangingPunct="1">
              <a:defRPr sz="2400" kern="1200">
                <a:solidFill>
                  <a:schemeClr val="lt1"/>
                </a:solidFill>
              </a:defRPr>
            </a:lvl4pPr>
            <a:lvl5pPr marL="2438339" algn="l" defTabSz="609585" rtl="0" eaLnBrk="1" latinLnBrk="0" hangingPunct="1">
              <a:defRPr sz="2400" kern="1200">
                <a:solidFill>
                  <a:schemeClr val="lt1"/>
                </a:solidFill>
              </a:defRPr>
            </a:lvl5pPr>
            <a:lvl6pPr marL="3047924" algn="l" defTabSz="609585" rtl="0" eaLnBrk="1" latinLnBrk="0" hangingPunct="1">
              <a:defRPr sz="2400" kern="1200">
                <a:solidFill>
                  <a:schemeClr val="lt1"/>
                </a:solidFill>
              </a:defRPr>
            </a:lvl6pPr>
            <a:lvl7pPr marL="3657509" algn="l" defTabSz="609585" rtl="0" eaLnBrk="1" latinLnBrk="0" hangingPunct="1">
              <a:defRPr sz="2400" kern="1200">
                <a:solidFill>
                  <a:schemeClr val="lt1"/>
                </a:solidFill>
              </a:defRPr>
            </a:lvl7pPr>
            <a:lvl8pPr marL="4267093" algn="l" defTabSz="609585" rtl="0" eaLnBrk="1" latinLnBrk="0" hangingPunct="1">
              <a:defRPr sz="2400" kern="1200">
                <a:solidFill>
                  <a:schemeClr val="lt1"/>
                </a:solidFill>
              </a:defRPr>
            </a:lvl8pPr>
            <a:lvl9pPr marL="4876678" algn="l" defTabSz="609585" rtl="0" eaLnBrk="1" latinLnBrk="0" hangingPunct="1">
              <a:defRPr sz="2400" kern="1200">
                <a:solidFill>
                  <a:schemeClr val="lt1"/>
                </a:solidFill>
              </a:defRPr>
            </a:lvl9pPr>
          </a:lstStyle>
          <a:p>
            <a:pPr algn="ctr" defTabSz="457189">
              <a:lnSpc>
                <a:spcPct val="120000"/>
              </a:lnSpc>
            </a:pPr>
            <a:r>
              <a:rPr lang="en-US" altLang="zh-CN" sz="1400" dirty="0">
                <a:solidFill>
                  <a:srgbClr val="2B2B2B">
                    <a:lumMod val="90000"/>
                    <a:lumOff val="10000"/>
                  </a:srgbClr>
                </a:solidFill>
                <a:latin typeface="微软雅黑"/>
                <a:ea typeface="微软雅黑"/>
                <a:cs typeface="+mn-ea"/>
                <a:sym typeface="+mn-lt"/>
              </a:rPr>
              <a:t>…</a:t>
            </a:r>
            <a:endParaRPr lang="zh-CN" altLang="en-US" sz="1400" dirty="0">
              <a:solidFill>
                <a:srgbClr val="2B2B2B">
                  <a:lumMod val="90000"/>
                  <a:lumOff val="10000"/>
                </a:srgbClr>
              </a:solidFill>
              <a:latin typeface="微软雅黑"/>
              <a:ea typeface="微软雅黑"/>
              <a:cs typeface="+mn-ea"/>
              <a:sym typeface="+mn-lt"/>
            </a:endParaRPr>
          </a:p>
        </p:txBody>
      </p:sp>
      <p:cxnSp>
        <p:nvCxnSpPr>
          <p:cNvPr id="42" name="íṥļïḑé">
            <a:extLst>
              <a:ext uri="{FF2B5EF4-FFF2-40B4-BE49-F238E27FC236}">
                <a16:creationId xmlns:a16="http://schemas.microsoft.com/office/drawing/2014/main" id="{1B766E07-DCD4-4748-A4FA-6C50FC9F6803}"/>
              </a:ext>
            </a:extLst>
          </p:cNvPr>
          <p:cNvCxnSpPr>
            <a:cxnSpLocks/>
            <a:stCxn id="24" idx="1"/>
            <a:endCxn id="18" idx="3"/>
          </p:cNvCxnSpPr>
          <p:nvPr/>
        </p:nvCxnSpPr>
        <p:spPr>
          <a:xfrm rot="10800000" flipV="1">
            <a:off x="5292081" y="2993292"/>
            <a:ext cx="432049" cy="6015"/>
          </a:xfrm>
          <a:prstGeom prst="bentConnector3">
            <a:avLst>
              <a:gd name="adj1" fmla="val 50000"/>
            </a:avLst>
          </a:prstGeom>
          <a:ln>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3" name="íṥļïḑé">
            <a:extLst>
              <a:ext uri="{FF2B5EF4-FFF2-40B4-BE49-F238E27FC236}">
                <a16:creationId xmlns:a16="http://schemas.microsoft.com/office/drawing/2014/main" id="{0156ACA9-7BEC-407C-862F-E278980917E7}"/>
              </a:ext>
            </a:extLst>
          </p:cNvPr>
          <p:cNvCxnSpPr>
            <a:cxnSpLocks/>
            <a:stCxn id="25" idx="1"/>
            <a:endCxn id="18" idx="3"/>
          </p:cNvCxnSpPr>
          <p:nvPr/>
        </p:nvCxnSpPr>
        <p:spPr>
          <a:xfrm rot="10800000">
            <a:off x="5292081" y="2999309"/>
            <a:ext cx="432049" cy="1506153"/>
          </a:xfrm>
          <a:prstGeom prst="bentConnector3">
            <a:avLst>
              <a:gd name="adj1" fmla="val 50000"/>
            </a:avLst>
          </a:prstGeom>
          <a:ln>
            <a:prstDash val="solid"/>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96" name="iś1ïḋe">
            <a:extLst>
              <a:ext uri="{FF2B5EF4-FFF2-40B4-BE49-F238E27FC236}">
                <a16:creationId xmlns:a16="http://schemas.microsoft.com/office/drawing/2014/main" id="{C6EF588F-4CF8-4F13-8F93-2674B4804DF8}"/>
              </a:ext>
            </a:extLst>
          </p:cNvPr>
          <p:cNvSpPr/>
          <p:nvPr/>
        </p:nvSpPr>
        <p:spPr>
          <a:xfrm>
            <a:off x="7320332" y="1746116"/>
            <a:ext cx="1368152" cy="309043"/>
          </a:xfrm>
          <a:prstGeom prst="rect">
            <a:avLst/>
          </a:prstGeom>
          <a:no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defPPr>
              <a:defRPr lang="en-US"/>
            </a:defPPr>
            <a:lvl1pPr marL="0" algn="l" defTabSz="609585" rtl="0" eaLnBrk="1" latinLnBrk="0" hangingPunct="1">
              <a:defRPr sz="2400" kern="1200">
                <a:solidFill>
                  <a:schemeClr val="lt1"/>
                </a:solidFill>
              </a:defRPr>
            </a:lvl1pPr>
            <a:lvl2pPr marL="609585" algn="l" defTabSz="609585" rtl="0" eaLnBrk="1" latinLnBrk="0" hangingPunct="1">
              <a:defRPr sz="2400" kern="1200">
                <a:solidFill>
                  <a:schemeClr val="lt1"/>
                </a:solidFill>
              </a:defRPr>
            </a:lvl2pPr>
            <a:lvl3pPr marL="1219170" algn="l" defTabSz="609585" rtl="0" eaLnBrk="1" latinLnBrk="0" hangingPunct="1">
              <a:defRPr sz="2400" kern="1200">
                <a:solidFill>
                  <a:schemeClr val="lt1"/>
                </a:solidFill>
              </a:defRPr>
            </a:lvl3pPr>
            <a:lvl4pPr marL="1828754" algn="l" defTabSz="609585" rtl="0" eaLnBrk="1" latinLnBrk="0" hangingPunct="1">
              <a:defRPr sz="2400" kern="1200">
                <a:solidFill>
                  <a:schemeClr val="lt1"/>
                </a:solidFill>
              </a:defRPr>
            </a:lvl4pPr>
            <a:lvl5pPr marL="2438339" algn="l" defTabSz="609585" rtl="0" eaLnBrk="1" latinLnBrk="0" hangingPunct="1">
              <a:defRPr sz="2400" kern="1200">
                <a:solidFill>
                  <a:schemeClr val="lt1"/>
                </a:solidFill>
              </a:defRPr>
            </a:lvl5pPr>
            <a:lvl6pPr marL="3047924" algn="l" defTabSz="609585" rtl="0" eaLnBrk="1" latinLnBrk="0" hangingPunct="1">
              <a:defRPr sz="2400" kern="1200">
                <a:solidFill>
                  <a:schemeClr val="lt1"/>
                </a:solidFill>
              </a:defRPr>
            </a:lvl6pPr>
            <a:lvl7pPr marL="3657509" algn="l" defTabSz="609585" rtl="0" eaLnBrk="1" latinLnBrk="0" hangingPunct="1">
              <a:defRPr sz="2400" kern="1200">
                <a:solidFill>
                  <a:schemeClr val="lt1"/>
                </a:solidFill>
              </a:defRPr>
            </a:lvl7pPr>
            <a:lvl8pPr marL="4267093" algn="l" defTabSz="609585" rtl="0" eaLnBrk="1" latinLnBrk="0" hangingPunct="1">
              <a:defRPr sz="2400" kern="1200">
                <a:solidFill>
                  <a:schemeClr val="lt1"/>
                </a:solidFill>
              </a:defRPr>
            </a:lvl8pPr>
            <a:lvl9pPr marL="4876678" algn="l" defTabSz="609585" rtl="0" eaLnBrk="1" latinLnBrk="0" hangingPunct="1">
              <a:defRPr sz="2400" kern="1200">
                <a:solidFill>
                  <a:schemeClr val="lt1"/>
                </a:solidFill>
              </a:defRPr>
            </a:lvl9pPr>
          </a:lstStyle>
          <a:p>
            <a:pPr algn="ctr" defTabSz="457189">
              <a:lnSpc>
                <a:spcPct val="120000"/>
              </a:lnSpc>
            </a:pPr>
            <a:r>
              <a:rPr lang="en-US" altLang="zh-CN" sz="1400" dirty="0">
                <a:solidFill>
                  <a:srgbClr val="2B2B2B">
                    <a:lumMod val="90000"/>
                    <a:lumOff val="10000"/>
                  </a:srgbClr>
                </a:solidFill>
                <a:latin typeface="微软雅黑"/>
                <a:ea typeface="微软雅黑"/>
                <a:cs typeface="+mn-ea"/>
                <a:sym typeface="+mn-lt"/>
              </a:rPr>
              <a:t>B5</a:t>
            </a:r>
          </a:p>
        </p:txBody>
      </p:sp>
      <p:cxnSp>
        <p:nvCxnSpPr>
          <p:cNvPr id="99" name="连接符: 肘形 98">
            <a:extLst>
              <a:ext uri="{FF2B5EF4-FFF2-40B4-BE49-F238E27FC236}">
                <a16:creationId xmlns:a16="http://schemas.microsoft.com/office/drawing/2014/main" id="{B8197125-5375-41BF-8D34-1D1712280AD0}"/>
              </a:ext>
            </a:extLst>
          </p:cNvPr>
          <p:cNvCxnSpPr>
            <a:cxnSpLocks/>
            <a:stCxn id="23" idx="3"/>
            <a:endCxn id="27" idx="1"/>
          </p:cNvCxnSpPr>
          <p:nvPr/>
        </p:nvCxnSpPr>
        <p:spPr>
          <a:xfrm flipV="1">
            <a:off x="6989496" y="1070088"/>
            <a:ext cx="330836" cy="576064"/>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1" name="连接符: 肘形 100">
            <a:extLst>
              <a:ext uri="{FF2B5EF4-FFF2-40B4-BE49-F238E27FC236}">
                <a16:creationId xmlns:a16="http://schemas.microsoft.com/office/drawing/2014/main" id="{DFA376A5-5473-4512-8DE7-45D9B0D6B9E8}"/>
              </a:ext>
            </a:extLst>
          </p:cNvPr>
          <p:cNvCxnSpPr>
            <a:cxnSpLocks/>
            <a:stCxn id="23" idx="3"/>
            <a:endCxn id="37" idx="1"/>
          </p:cNvCxnSpPr>
          <p:nvPr/>
        </p:nvCxnSpPr>
        <p:spPr>
          <a:xfrm flipV="1">
            <a:off x="6989496" y="1481920"/>
            <a:ext cx="330836" cy="164232"/>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3" name="连接符: 肘形 102">
            <a:extLst>
              <a:ext uri="{FF2B5EF4-FFF2-40B4-BE49-F238E27FC236}">
                <a16:creationId xmlns:a16="http://schemas.microsoft.com/office/drawing/2014/main" id="{A547C11F-1B98-45EA-ADF9-746B9C42EB49}"/>
              </a:ext>
            </a:extLst>
          </p:cNvPr>
          <p:cNvCxnSpPr>
            <a:cxnSpLocks/>
            <a:stCxn id="23" idx="3"/>
            <a:endCxn id="96" idx="1"/>
          </p:cNvCxnSpPr>
          <p:nvPr/>
        </p:nvCxnSpPr>
        <p:spPr>
          <a:xfrm>
            <a:off x="6989496" y="1646152"/>
            <a:ext cx="330836" cy="254486"/>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156" name="íṩļíḍe">
            <a:extLst>
              <a:ext uri="{FF2B5EF4-FFF2-40B4-BE49-F238E27FC236}">
                <a16:creationId xmlns:a16="http://schemas.microsoft.com/office/drawing/2014/main" id="{E42E292C-5F8E-400D-B8F2-4CFFD0BAE52F}"/>
              </a:ext>
            </a:extLst>
          </p:cNvPr>
          <p:cNvSpPr/>
          <p:nvPr/>
        </p:nvSpPr>
        <p:spPr>
          <a:xfrm>
            <a:off x="7320332" y="4220365"/>
            <a:ext cx="1368152" cy="309043"/>
          </a:xfrm>
          <a:prstGeom prst="rect">
            <a:avLst/>
          </a:prstGeom>
          <a:no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defPPr>
              <a:defRPr lang="en-US"/>
            </a:defPPr>
            <a:lvl1pPr marL="0" algn="l" defTabSz="609585" rtl="0" eaLnBrk="1" latinLnBrk="0" hangingPunct="1">
              <a:defRPr sz="2400" kern="1200">
                <a:solidFill>
                  <a:schemeClr val="lt1"/>
                </a:solidFill>
              </a:defRPr>
            </a:lvl1pPr>
            <a:lvl2pPr marL="609585" algn="l" defTabSz="609585" rtl="0" eaLnBrk="1" latinLnBrk="0" hangingPunct="1">
              <a:defRPr sz="2400" kern="1200">
                <a:solidFill>
                  <a:schemeClr val="lt1"/>
                </a:solidFill>
              </a:defRPr>
            </a:lvl2pPr>
            <a:lvl3pPr marL="1219170" algn="l" defTabSz="609585" rtl="0" eaLnBrk="1" latinLnBrk="0" hangingPunct="1">
              <a:defRPr sz="2400" kern="1200">
                <a:solidFill>
                  <a:schemeClr val="lt1"/>
                </a:solidFill>
              </a:defRPr>
            </a:lvl3pPr>
            <a:lvl4pPr marL="1828754" algn="l" defTabSz="609585" rtl="0" eaLnBrk="1" latinLnBrk="0" hangingPunct="1">
              <a:defRPr sz="2400" kern="1200">
                <a:solidFill>
                  <a:schemeClr val="lt1"/>
                </a:solidFill>
              </a:defRPr>
            </a:lvl4pPr>
            <a:lvl5pPr marL="2438339" algn="l" defTabSz="609585" rtl="0" eaLnBrk="1" latinLnBrk="0" hangingPunct="1">
              <a:defRPr sz="2400" kern="1200">
                <a:solidFill>
                  <a:schemeClr val="lt1"/>
                </a:solidFill>
              </a:defRPr>
            </a:lvl5pPr>
            <a:lvl6pPr marL="3047924" algn="l" defTabSz="609585" rtl="0" eaLnBrk="1" latinLnBrk="0" hangingPunct="1">
              <a:defRPr sz="2400" kern="1200">
                <a:solidFill>
                  <a:schemeClr val="lt1"/>
                </a:solidFill>
              </a:defRPr>
            </a:lvl6pPr>
            <a:lvl7pPr marL="3657509" algn="l" defTabSz="609585" rtl="0" eaLnBrk="1" latinLnBrk="0" hangingPunct="1">
              <a:defRPr sz="2400" kern="1200">
                <a:solidFill>
                  <a:schemeClr val="lt1"/>
                </a:solidFill>
              </a:defRPr>
            </a:lvl7pPr>
            <a:lvl8pPr marL="4267093" algn="l" defTabSz="609585" rtl="0" eaLnBrk="1" latinLnBrk="0" hangingPunct="1">
              <a:defRPr sz="2400" kern="1200">
                <a:solidFill>
                  <a:schemeClr val="lt1"/>
                </a:solidFill>
              </a:defRPr>
            </a:lvl8pPr>
            <a:lvl9pPr marL="4876678" algn="l" defTabSz="609585" rtl="0" eaLnBrk="1" latinLnBrk="0" hangingPunct="1">
              <a:defRPr sz="2400" kern="1200">
                <a:solidFill>
                  <a:schemeClr val="lt1"/>
                </a:solidFill>
              </a:defRPr>
            </a:lvl9pPr>
          </a:lstStyle>
          <a:p>
            <a:pPr algn="ctr" defTabSz="457189">
              <a:lnSpc>
                <a:spcPct val="120000"/>
              </a:lnSpc>
            </a:pPr>
            <a:r>
              <a:rPr lang="zh-CN" altLang="en-US" sz="1400" dirty="0">
                <a:solidFill>
                  <a:srgbClr val="2B2B2B">
                    <a:lumMod val="90000"/>
                    <a:lumOff val="10000"/>
                  </a:srgbClr>
                </a:solidFill>
                <a:latin typeface="微软雅黑"/>
                <a:ea typeface="微软雅黑"/>
                <a:cs typeface="+mn-ea"/>
                <a:sym typeface="+mn-lt"/>
              </a:rPr>
              <a:t>纸质印刷</a:t>
            </a:r>
          </a:p>
        </p:txBody>
      </p:sp>
      <p:sp>
        <p:nvSpPr>
          <p:cNvPr id="157" name="íṩļíḍe">
            <a:extLst>
              <a:ext uri="{FF2B5EF4-FFF2-40B4-BE49-F238E27FC236}">
                <a16:creationId xmlns:a16="http://schemas.microsoft.com/office/drawing/2014/main" id="{38342E21-5297-4485-925F-ADD071B9C6F8}"/>
              </a:ext>
            </a:extLst>
          </p:cNvPr>
          <p:cNvSpPr/>
          <p:nvPr/>
        </p:nvSpPr>
        <p:spPr>
          <a:xfrm>
            <a:off x="7320332" y="4606330"/>
            <a:ext cx="1368152" cy="309043"/>
          </a:xfrm>
          <a:prstGeom prst="rect">
            <a:avLst/>
          </a:prstGeom>
          <a:no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defPPr>
              <a:defRPr lang="en-US"/>
            </a:defPPr>
            <a:lvl1pPr marL="0" algn="l" defTabSz="609585" rtl="0" eaLnBrk="1" latinLnBrk="0" hangingPunct="1">
              <a:defRPr sz="2400" kern="1200">
                <a:solidFill>
                  <a:schemeClr val="lt1"/>
                </a:solidFill>
              </a:defRPr>
            </a:lvl1pPr>
            <a:lvl2pPr marL="609585" algn="l" defTabSz="609585" rtl="0" eaLnBrk="1" latinLnBrk="0" hangingPunct="1">
              <a:defRPr sz="2400" kern="1200">
                <a:solidFill>
                  <a:schemeClr val="lt1"/>
                </a:solidFill>
              </a:defRPr>
            </a:lvl2pPr>
            <a:lvl3pPr marL="1219170" algn="l" defTabSz="609585" rtl="0" eaLnBrk="1" latinLnBrk="0" hangingPunct="1">
              <a:defRPr sz="2400" kern="1200">
                <a:solidFill>
                  <a:schemeClr val="lt1"/>
                </a:solidFill>
              </a:defRPr>
            </a:lvl3pPr>
            <a:lvl4pPr marL="1828754" algn="l" defTabSz="609585" rtl="0" eaLnBrk="1" latinLnBrk="0" hangingPunct="1">
              <a:defRPr sz="2400" kern="1200">
                <a:solidFill>
                  <a:schemeClr val="lt1"/>
                </a:solidFill>
              </a:defRPr>
            </a:lvl4pPr>
            <a:lvl5pPr marL="2438339" algn="l" defTabSz="609585" rtl="0" eaLnBrk="1" latinLnBrk="0" hangingPunct="1">
              <a:defRPr sz="2400" kern="1200">
                <a:solidFill>
                  <a:schemeClr val="lt1"/>
                </a:solidFill>
              </a:defRPr>
            </a:lvl5pPr>
            <a:lvl6pPr marL="3047924" algn="l" defTabSz="609585" rtl="0" eaLnBrk="1" latinLnBrk="0" hangingPunct="1">
              <a:defRPr sz="2400" kern="1200">
                <a:solidFill>
                  <a:schemeClr val="lt1"/>
                </a:solidFill>
              </a:defRPr>
            </a:lvl6pPr>
            <a:lvl7pPr marL="3657509" algn="l" defTabSz="609585" rtl="0" eaLnBrk="1" latinLnBrk="0" hangingPunct="1">
              <a:defRPr sz="2400" kern="1200">
                <a:solidFill>
                  <a:schemeClr val="lt1"/>
                </a:solidFill>
              </a:defRPr>
            </a:lvl7pPr>
            <a:lvl8pPr marL="4267093" algn="l" defTabSz="609585" rtl="0" eaLnBrk="1" latinLnBrk="0" hangingPunct="1">
              <a:defRPr sz="2400" kern="1200">
                <a:solidFill>
                  <a:schemeClr val="lt1"/>
                </a:solidFill>
              </a:defRPr>
            </a:lvl8pPr>
            <a:lvl9pPr marL="4876678" algn="l" defTabSz="609585" rtl="0" eaLnBrk="1" latinLnBrk="0" hangingPunct="1">
              <a:defRPr sz="2400" kern="1200">
                <a:solidFill>
                  <a:schemeClr val="lt1"/>
                </a:solidFill>
              </a:defRPr>
            </a:lvl9pPr>
          </a:lstStyle>
          <a:p>
            <a:pPr algn="ctr" defTabSz="457189">
              <a:lnSpc>
                <a:spcPct val="120000"/>
              </a:lnSpc>
            </a:pPr>
            <a:r>
              <a:rPr lang="zh-CN" altLang="en-US" sz="1400" dirty="0">
                <a:solidFill>
                  <a:srgbClr val="2B2B2B">
                    <a:lumMod val="90000"/>
                    <a:lumOff val="10000"/>
                  </a:srgbClr>
                </a:solidFill>
                <a:latin typeface="微软雅黑"/>
                <a:ea typeface="微软雅黑"/>
                <a:cs typeface="+mn-ea"/>
                <a:sym typeface="+mn-lt"/>
              </a:rPr>
              <a:t>电子屏幕</a:t>
            </a:r>
          </a:p>
        </p:txBody>
      </p:sp>
      <p:cxnSp>
        <p:nvCxnSpPr>
          <p:cNvPr id="159" name="连接符: 肘形 158">
            <a:extLst>
              <a:ext uri="{FF2B5EF4-FFF2-40B4-BE49-F238E27FC236}">
                <a16:creationId xmlns:a16="http://schemas.microsoft.com/office/drawing/2014/main" id="{6B4BEAED-4000-46FD-AC1F-20E073CA93A3}"/>
              </a:ext>
            </a:extLst>
          </p:cNvPr>
          <p:cNvCxnSpPr>
            <a:stCxn id="25" idx="3"/>
            <a:endCxn id="156" idx="1"/>
          </p:cNvCxnSpPr>
          <p:nvPr/>
        </p:nvCxnSpPr>
        <p:spPr>
          <a:xfrm flipV="1">
            <a:off x="6989497" y="4374887"/>
            <a:ext cx="330835" cy="130574"/>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1" name="连接符: 肘形 160">
            <a:extLst>
              <a:ext uri="{FF2B5EF4-FFF2-40B4-BE49-F238E27FC236}">
                <a16:creationId xmlns:a16="http://schemas.microsoft.com/office/drawing/2014/main" id="{7A6F8758-CAE1-45DB-BA76-DD60E0115210}"/>
              </a:ext>
            </a:extLst>
          </p:cNvPr>
          <p:cNvCxnSpPr>
            <a:stCxn id="25" idx="3"/>
            <a:endCxn id="157" idx="1"/>
          </p:cNvCxnSpPr>
          <p:nvPr/>
        </p:nvCxnSpPr>
        <p:spPr>
          <a:xfrm>
            <a:off x="6989497" y="4505461"/>
            <a:ext cx="330835" cy="255391"/>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39" name="iś1ïḋe">
            <a:extLst>
              <a:ext uri="{FF2B5EF4-FFF2-40B4-BE49-F238E27FC236}">
                <a16:creationId xmlns:a16="http://schemas.microsoft.com/office/drawing/2014/main" id="{6CE05D50-5CB4-4962-8866-3D19D8F1DAB6}"/>
              </a:ext>
            </a:extLst>
          </p:cNvPr>
          <p:cNvSpPr/>
          <p:nvPr/>
        </p:nvSpPr>
        <p:spPr>
          <a:xfrm>
            <a:off x="7320332" y="2355726"/>
            <a:ext cx="1368152" cy="309043"/>
          </a:xfrm>
          <a:prstGeom prst="rect">
            <a:avLst/>
          </a:prstGeom>
          <a:no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defPPr>
              <a:defRPr lang="en-US"/>
            </a:defPPr>
            <a:lvl1pPr marL="0" algn="l" defTabSz="609585" rtl="0" eaLnBrk="1" latinLnBrk="0" hangingPunct="1">
              <a:defRPr sz="2400" kern="1200">
                <a:solidFill>
                  <a:schemeClr val="lt1"/>
                </a:solidFill>
              </a:defRPr>
            </a:lvl1pPr>
            <a:lvl2pPr marL="609585" algn="l" defTabSz="609585" rtl="0" eaLnBrk="1" latinLnBrk="0" hangingPunct="1">
              <a:defRPr sz="2400" kern="1200">
                <a:solidFill>
                  <a:schemeClr val="lt1"/>
                </a:solidFill>
              </a:defRPr>
            </a:lvl2pPr>
            <a:lvl3pPr marL="1219170" algn="l" defTabSz="609585" rtl="0" eaLnBrk="1" latinLnBrk="0" hangingPunct="1">
              <a:defRPr sz="2400" kern="1200">
                <a:solidFill>
                  <a:schemeClr val="lt1"/>
                </a:solidFill>
              </a:defRPr>
            </a:lvl3pPr>
            <a:lvl4pPr marL="1828754" algn="l" defTabSz="609585" rtl="0" eaLnBrk="1" latinLnBrk="0" hangingPunct="1">
              <a:defRPr sz="2400" kern="1200">
                <a:solidFill>
                  <a:schemeClr val="lt1"/>
                </a:solidFill>
              </a:defRPr>
            </a:lvl4pPr>
            <a:lvl5pPr marL="2438339" algn="l" defTabSz="609585" rtl="0" eaLnBrk="1" latinLnBrk="0" hangingPunct="1">
              <a:defRPr sz="2400" kern="1200">
                <a:solidFill>
                  <a:schemeClr val="lt1"/>
                </a:solidFill>
              </a:defRPr>
            </a:lvl5pPr>
            <a:lvl6pPr marL="3047924" algn="l" defTabSz="609585" rtl="0" eaLnBrk="1" latinLnBrk="0" hangingPunct="1">
              <a:defRPr sz="2400" kern="1200">
                <a:solidFill>
                  <a:schemeClr val="lt1"/>
                </a:solidFill>
              </a:defRPr>
            </a:lvl6pPr>
            <a:lvl7pPr marL="3657509" algn="l" defTabSz="609585" rtl="0" eaLnBrk="1" latinLnBrk="0" hangingPunct="1">
              <a:defRPr sz="2400" kern="1200">
                <a:solidFill>
                  <a:schemeClr val="lt1"/>
                </a:solidFill>
              </a:defRPr>
            </a:lvl7pPr>
            <a:lvl8pPr marL="4267093" algn="l" defTabSz="609585" rtl="0" eaLnBrk="1" latinLnBrk="0" hangingPunct="1">
              <a:defRPr sz="2400" kern="1200">
                <a:solidFill>
                  <a:schemeClr val="lt1"/>
                </a:solidFill>
              </a:defRPr>
            </a:lvl8pPr>
            <a:lvl9pPr marL="4876678" algn="l" defTabSz="609585" rtl="0" eaLnBrk="1" latinLnBrk="0" hangingPunct="1">
              <a:defRPr sz="2400" kern="1200">
                <a:solidFill>
                  <a:schemeClr val="lt1"/>
                </a:solidFill>
              </a:defRPr>
            </a:lvl9pPr>
          </a:lstStyle>
          <a:p>
            <a:pPr algn="ctr" defTabSz="457189">
              <a:lnSpc>
                <a:spcPct val="120000"/>
              </a:lnSpc>
            </a:pPr>
            <a:r>
              <a:rPr lang="zh-CN" altLang="en-US" sz="1400" dirty="0">
                <a:solidFill>
                  <a:srgbClr val="2B2B2B">
                    <a:lumMod val="90000"/>
                    <a:lumOff val="10000"/>
                  </a:srgbClr>
                </a:solidFill>
                <a:latin typeface="微软雅黑"/>
                <a:ea typeface="微软雅黑"/>
                <a:cs typeface="+mn-ea"/>
                <a:sym typeface="+mn-lt"/>
              </a:rPr>
              <a:t>国家</a:t>
            </a:r>
          </a:p>
        </p:txBody>
      </p:sp>
      <p:sp>
        <p:nvSpPr>
          <p:cNvPr id="40" name="iś1ïḋe">
            <a:extLst>
              <a:ext uri="{FF2B5EF4-FFF2-40B4-BE49-F238E27FC236}">
                <a16:creationId xmlns:a16="http://schemas.microsoft.com/office/drawing/2014/main" id="{1D776640-0DF8-4F20-AB9F-F9F165A48EB7}"/>
              </a:ext>
            </a:extLst>
          </p:cNvPr>
          <p:cNvSpPr/>
          <p:nvPr/>
        </p:nvSpPr>
        <p:spPr>
          <a:xfrm>
            <a:off x="7320332" y="2740880"/>
            <a:ext cx="1368152" cy="309043"/>
          </a:xfrm>
          <a:prstGeom prst="rect">
            <a:avLst/>
          </a:prstGeom>
          <a:no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defPPr>
              <a:defRPr lang="en-US"/>
            </a:defPPr>
            <a:lvl1pPr marL="0" algn="l" defTabSz="609585" rtl="0" eaLnBrk="1" latinLnBrk="0" hangingPunct="1">
              <a:defRPr sz="2400" kern="1200">
                <a:solidFill>
                  <a:schemeClr val="lt1"/>
                </a:solidFill>
              </a:defRPr>
            </a:lvl1pPr>
            <a:lvl2pPr marL="609585" algn="l" defTabSz="609585" rtl="0" eaLnBrk="1" latinLnBrk="0" hangingPunct="1">
              <a:defRPr sz="2400" kern="1200">
                <a:solidFill>
                  <a:schemeClr val="lt1"/>
                </a:solidFill>
              </a:defRPr>
            </a:lvl2pPr>
            <a:lvl3pPr marL="1219170" algn="l" defTabSz="609585" rtl="0" eaLnBrk="1" latinLnBrk="0" hangingPunct="1">
              <a:defRPr sz="2400" kern="1200">
                <a:solidFill>
                  <a:schemeClr val="lt1"/>
                </a:solidFill>
              </a:defRPr>
            </a:lvl3pPr>
            <a:lvl4pPr marL="1828754" algn="l" defTabSz="609585" rtl="0" eaLnBrk="1" latinLnBrk="0" hangingPunct="1">
              <a:defRPr sz="2400" kern="1200">
                <a:solidFill>
                  <a:schemeClr val="lt1"/>
                </a:solidFill>
              </a:defRPr>
            </a:lvl4pPr>
            <a:lvl5pPr marL="2438339" algn="l" defTabSz="609585" rtl="0" eaLnBrk="1" latinLnBrk="0" hangingPunct="1">
              <a:defRPr sz="2400" kern="1200">
                <a:solidFill>
                  <a:schemeClr val="lt1"/>
                </a:solidFill>
              </a:defRPr>
            </a:lvl5pPr>
            <a:lvl6pPr marL="3047924" algn="l" defTabSz="609585" rtl="0" eaLnBrk="1" latinLnBrk="0" hangingPunct="1">
              <a:defRPr sz="2400" kern="1200">
                <a:solidFill>
                  <a:schemeClr val="lt1"/>
                </a:solidFill>
              </a:defRPr>
            </a:lvl6pPr>
            <a:lvl7pPr marL="3657509" algn="l" defTabSz="609585" rtl="0" eaLnBrk="1" latinLnBrk="0" hangingPunct="1">
              <a:defRPr sz="2400" kern="1200">
                <a:solidFill>
                  <a:schemeClr val="lt1"/>
                </a:solidFill>
              </a:defRPr>
            </a:lvl7pPr>
            <a:lvl8pPr marL="4267093" algn="l" defTabSz="609585" rtl="0" eaLnBrk="1" latinLnBrk="0" hangingPunct="1">
              <a:defRPr sz="2400" kern="1200">
                <a:solidFill>
                  <a:schemeClr val="lt1"/>
                </a:solidFill>
              </a:defRPr>
            </a:lvl8pPr>
            <a:lvl9pPr marL="4876678" algn="l" defTabSz="609585" rtl="0" eaLnBrk="1" latinLnBrk="0" hangingPunct="1">
              <a:defRPr sz="2400" kern="1200">
                <a:solidFill>
                  <a:schemeClr val="lt1"/>
                </a:solidFill>
              </a:defRPr>
            </a:lvl9pPr>
          </a:lstStyle>
          <a:p>
            <a:pPr algn="ctr" defTabSz="457189">
              <a:lnSpc>
                <a:spcPct val="120000"/>
              </a:lnSpc>
            </a:pPr>
            <a:r>
              <a:rPr lang="zh-CN" altLang="en-US" sz="1400" dirty="0">
                <a:solidFill>
                  <a:srgbClr val="2B2B2B">
                    <a:lumMod val="90000"/>
                    <a:lumOff val="10000"/>
                  </a:srgbClr>
                </a:solidFill>
                <a:latin typeface="微软雅黑"/>
                <a:ea typeface="微软雅黑"/>
                <a:cs typeface="+mn-ea"/>
                <a:sym typeface="+mn-lt"/>
              </a:rPr>
              <a:t>省份</a:t>
            </a:r>
          </a:p>
        </p:txBody>
      </p:sp>
      <p:sp>
        <p:nvSpPr>
          <p:cNvPr id="41" name="iś1ïḋe">
            <a:extLst>
              <a:ext uri="{FF2B5EF4-FFF2-40B4-BE49-F238E27FC236}">
                <a16:creationId xmlns:a16="http://schemas.microsoft.com/office/drawing/2014/main" id="{4271F158-80CE-4393-877A-328AFF69F259}"/>
              </a:ext>
            </a:extLst>
          </p:cNvPr>
          <p:cNvSpPr/>
          <p:nvPr/>
        </p:nvSpPr>
        <p:spPr>
          <a:xfrm>
            <a:off x="7320332" y="3126035"/>
            <a:ext cx="1368152" cy="309043"/>
          </a:xfrm>
          <a:prstGeom prst="rect">
            <a:avLst/>
          </a:prstGeom>
          <a:no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defPPr>
              <a:defRPr lang="en-US"/>
            </a:defPPr>
            <a:lvl1pPr marL="0" algn="l" defTabSz="609585" rtl="0" eaLnBrk="1" latinLnBrk="0" hangingPunct="1">
              <a:defRPr sz="2400" kern="1200">
                <a:solidFill>
                  <a:schemeClr val="lt1"/>
                </a:solidFill>
              </a:defRPr>
            </a:lvl1pPr>
            <a:lvl2pPr marL="609585" algn="l" defTabSz="609585" rtl="0" eaLnBrk="1" latinLnBrk="0" hangingPunct="1">
              <a:defRPr sz="2400" kern="1200">
                <a:solidFill>
                  <a:schemeClr val="lt1"/>
                </a:solidFill>
              </a:defRPr>
            </a:lvl2pPr>
            <a:lvl3pPr marL="1219170" algn="l" defTabSz="609585" rtl="0" eaLnBrk="1" latinLnBrk="0" hangingPunct="1">
              <a:defRPr sz="2400" kern="1200">
                <a:solidFill>
                  <a:schemeClr val="lt1"/>
                </a:solidFill>
              </a:defRPr>
            </a:lvl3pPr>
            <a:lvl4pPr marL="1828754" algn="l" defTabSz="609585" rtl="0" eaLnBrk="1" latinLnBrk="0" hangingPunct="1">
              <a:defRPr sz="2400" kern="1200">
                <a:solidFill>
                  <a:schemeClr val="lt1"/>
                </a:solidFill>
              </a:defRPr>
            </a:lvl4pPr>
            <a:lvl5pPr marL="2438339" algn="l" defTabSz="609585" rtl="0" eaLnBrk="1" latinLnBrk="0" hangingPunct="1">
              <a:defRPr sz="2400" kern="1200">
                <a:solidFill>
                  <a:schemeClr val="lt1"/>
                </a:solidFill>
              </a:defRPr>
            </a:lvl5pPr>
            <a:lvl6pPr marL="3047924" algn="l" defTabSz="609585" rtl="0" eaLnBrk="1" latinLnBrk="0" hangingPunct="1">
              <a:defRPr sz="2400" kern="1200">
                <a:solidFill>
                  <a:schemeClr val="lt1"/>
                </a:solidFill>
              </a:defRPr>
            </a:lvl6pPr>
            <a:lvl7pPr marL="3657509" algn="l" defTabSz="609585" rtl="0" eaLnBrk="1" latinLnBrk="0" hangingPunct="1">
              <a:defRPr sz="2400" kern="1200">
                <a:solidFill>
                  <a:schemeClr val="lt1"/>
                </a:solidFill>
              </a:defRPr>
            </a:lvl7pPr>
            <a:lvl8pPr marL="4267093" algn="l" defTabSz="609585" rtl="0" eaLnBrk="1" latinLnBrk="0" hangingPunct="1">
              <a:defRPr sz="2400" kern="1200">
                <a:solidFill>
                  <a:schemeClr val="lt1"/>
                </a:solidFill>
              </a:defRPr>
            </a:lvl8pPr>
            <a:lvl9pPr marL="4876678" algn="l" defTabSz="609585" rtl="0" eaLnBrk="1" latinLnBrk="0" hangingPunct="1">
              <a:defRPr sz="2400" kern="1200">
                <a:solidFill>
                  <a:schemeClr val="lt1"/>
                </a:solidFill>
              </a:defRPr>
            </a:lvl9pPr>
          </a:lstStyle>
          <a:p>
            <a:pPr algn="ctr" defTabSz="457189">
              <a:lnSpc>
                <a:spcPct val="120000"/>
              </a:lnSpc>
            </a:pPr>
            <a:r>
              <a:rPr lang="zh-CN" altLang="en-US" sz="1400" dirty="0">
                <a:solidFill>
                  <a:srgbClr val="2B2B2B">
                    <a:lumMod val="90000"/>
                    <a:lumOff val="10000"/>
                  </a:srgbClr>
                </a:solidFill>
                <a:latin typeface="微软雅黑"/>
                <a:ea typeface="微软雅黑"/>
                <a:cs typeface="+mn-ea"/>
                <a:sym typeface="+mn-lt"/>
              </a:rPr>
              <a:t>市</a:t>
            </a:r>
          </a:p>
        </p:txBody>
      </p:sp>
      <p:cxnSp>
        <p:nvCxnSpPr>
          <p:cNvPr id="10" name="连接符: 肘形 9">
            <a:extLst>
              <a:ext uri="{FF2B5EF4-FFF2-40B4-BE49-F238E27FC236}">
                <a16:creationId xmlns:a16="http://schemas.microsoft.com/office/drawing/2014/main" id="{A6DAFCF9-7594-43D4-8013-55384979EE7A}"/>
              </a:ext>
            </a:extLst>
          </p:cNvPr>
          <p:cNvCxnSpPr>
            <a:stCxn id="24" idx="3"/>
            <a:endCxn id="39" idx="1"/>
          </p:cNvCxnSpPr>
          <p:nvPr/>
        </p:nvCxnSpPr>
        <p:spPr>
          <a:xfrm flipV="1">
            <a:off x="6989497" y="2510248"/>
            <a:ext cx="330835" cy="483045"/>
          </a:xfrm>
          <a:prstGeom prst="bentConnector3">
            <a:avLst/>
          </a:prstGeom>
          <a:ln>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2" name="连接符: 肘形 11">
            <a:extLst>
              <a:ext uri="{FF2B5EF4-FFF2-40B4-BE49-F238E27FC236}">
                <a16:creationId xmlns:a16="http://schemas.microsoft.com/office/drawing/2014/main" id="{1991C330-87D5-46B0-9E16-3DDA416C73E6}"/>
              </a:ext>
            </a:extLst>
          </p:cNvPr>
          <p:cNvCxnSpPr>
            <a:stCxn id="24" idx="3"/>
            <a:endCxn id="40" idx="1"/>
          </p:cNvCxnSpPr>
          <p:nvPr/>
        </p:nvCxnSpPr>
        <p:spPr>
          <a:xfrm flipV="1">
            <a:off x="6989497" y="2895402"/>
            <a:ext cx="330835" cy="97891"/>
          </a:xfrm>
          <a:prstGeom prst="bentConnector3">
            <a:avLst/>
          </a:prstGeom>
          <a:ln>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4" name="连接符: 肘形 13">
            <a:extLst>
              <a:ext uri="{FF2B5EF4-FFF2-40B4-BE49-F238E27FC236}">
                <a16:creationId xmlns:a16="http://schemas.microsoft.com/office/drawing/2014/main" id="{11F8C186-E0A7-4E3A-AEF1-8E57A730118F}"/>
              </a:ext>
            </a:extLst>
          </p:cNvPr>
          <p:cNvCxnSpPr>
            <a:stCxn id="24" idx="3"/>
            <a:endCxn id="41" idx="1"/>
          </p:cNvCxnSpPr>
          <p:nvPr/>
        </p:nvCxnSpPr>
        <p:spPr>
          <a:xfrm>
            <a:off x="6989497" y="2993293"/>
            <a:ext cx="330835" cy="287264"/>
          </a:xfrm>
          <a:prstGeom prst="bentConnector3">
            <a:avLst/>
          </a:prstGeom>
          <a:ln>
            <a:prstDash val="dash"/>
            <a:tailEnd type="triangle"/>
          </a:ln>
        </p:spPr>
        <p:style>
          <a:lnRef idx="1">
            <a:schemeClr val="accent1"/>
          </a:lnRef>
          <a:fillRef idx="0">
            <a:schemeClr val="accent1"/>
          </a:fillRef>
          <a:effectRef idx="0">
            <a:schemeClr val="accent1"/>
          </a:effectRef>
          <a:fontRef idx="minor">
            <a:schemeClr val="tx1"/>
          </a:fontRef>
        </p:style>
      </p:cxnSp>
      <p:pic>
        <p:nvPicPr>
          <p:cNvPr id="44" name="图片 43">
            <a:extLst>
              <a:ext uri="{FF2B5EF4-FFF2-40B4-BE49-F238E27FC236}">
                <a16:creationId xmlns:a16="http://schemas.microsoft.com/office/drawing/2014/main" id="{239BB571-6614-4986-A763-701595CDEB8A}"/>
              </a:ext>
            </a:extLst>
          </p:cNvPr>
          <p:cNvPicPr/>
          <p:nvPr/>
        </p:nvPicPr>
        <p:blipFill>
          <a:blip r:embed="rId3"/>
          <a:stretch>
            <a:fillRect/>
          </a:stretch>
        </p:blipFill>
        <p:spPr>
          <a:xfrm>
            <a:off x="467544" y="1471414"/>
            <a:ext cx="3964134" cy="3372942"/>
          </a:xfrm>
          <a:prstGeom prst="rect">
            <a:avLst/>
          </a:prstGeom>
          <a:ln>
            <a:solidFill>
              <a:schemeClr val="tx1"/>
            </a:solidFill>
          </a:ln>
        </p:spPr>
      </p:pic>
      <p:sp>
        <p:nvSpPr>
          <p:cNvPr id="45" name="îṧlïḑê">
            <a:extLst>
              <a:ext uri="{FF2B5EF4-FFF2-40B4-BE49-F238E27FC236}">
                <a16:creationId xmlns:a16="http://schemas.microsoft.com/office/drawing/2014/main" id="{E5D03D37-F5D3-49B7-8DEF-E56349790B59}"/>
              </a:ext>
            </a:extLst>
          </p:cNvPr>
          <p:cNvSpPr/>
          <p:nvPr/>
        </p:nvSpPr>
        <p:spPr>
          <a:xfrm>
            <a:off x="5724128" y="2152451"/>
            <a:ext cx="1265368" cy="309043"/>
          </a:xfrm>
          <a:prstGeom prst="rect">
            <a:avLst/>
          </a:prstGeom>
          <a:noFill/>
          <a:ln w="6350">
            <a:solidFill>
              <a:srgbClr val="01637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defPPr>
              <a:defRPr lang="en-US"/>
            </a:defPPr>
            <a:lvl1pPr marL="0" algn="l" defTabSz="609585" rtl="0" eaLnBrk="1" latinLnBrk="0" hangingPunct="1">
              <a:defRPr sz="2400" kern="1200">
                <a:solidFill>
                  <a:schemeClr val="lt1"/>
                </a:solidFill>
              </a:defRPr>
            </a:lvl1pPr>
            <a:lvl2pPr marL="609585" algn="l" defTabSz="609585" rtl="0" eaLnBrk="1" latinLnBrk="0" hangingPunct="1">
              <a:defRPr sz="2400" kern="1200">
                <a:solidFill>
                  <a:schemeClr val="lt1"/>
                </a:solidFill>
              </a:defRPr>
            </a:lvl2pPr>
            <a:lvl3pPr marL="1219170" algn="l" defTabSz="609585" rtl="0" eaLnBrk="1" latinLnBrk="0" hangingPunct="1">
              <a:defRPr sz="2400" kern="1200">
                <a:solidFill>
                  <a:schemeClr val="lt1"/>
                </a:solidFill>
              </a:defRPr>
            </a:lvl3pPr>
            <a:lvl4pPr marL="1828754" algn="l" defTabSz="609585" rtl="0" eaLnBrk="1" latinLnBrk="0" hangingPunct="1">
              <a:defRPr sz="2400" kern="1200">
                <a:solidFill>
                  <a:schemeClr val="lt1"/>
                </a:solidFill>
              </a:defRPr>
            </a:lvl4pPr>
            <a:lvl5pPr marL="2438339" algn="l" defTabSz="609585" rtl="0" eaLnBrk="1" latinLnBrk="0" hangingPunct="1">
              <a:defRPr sz="2400" kern="1200">
                <a:solidFill>
                  <a:schemeClr val="lt1"/>
                </a:solidFill>
              </a:defRPr>
            </a:lvl5pPr>
            <a:lvl6pPr marL="3047924" algn="l" defTabSz="609585" rtl="0" eaLnBrk="1" latinLnBrk="0" hangingPunct="1">
              <a:defRPr sz="2400" kern="1200">
                <a:solidFill>
                  <a:schemeClr val="lt1"/>
                </a:solidFill>
              </a:defRPr>
            </a:lvl6pPr>
            <a:lvl7pPr marL="3657509" algn="l" defTabSz="609585" rtl="0" eaLnBrk="1" latinLnBrk="0" hangingPunct="1">
              <a:defRPr sz="2400" kern="1200">
                <a:solidFill>
                  <a:schemeClr val="lt1"/>
                </a:solidFill>
              </a:defRPr>
            </a:lvl7pPr>
            <a:lvl8pPr marL="4267093" algn="l" defTabSz="609585" rtl="0" eaLnBrk="1" latinLnBrk="0" hangingPunct="1">
              <a:defRPr sz="2400" kern="1200">
                <a:solidFill>
                  <a:schemeClr val="lt1"/>
                </a:solidFill>
              </a:defRPr>
            </a:lvl8pPr>
            <a:lvl9pPr marL="4876678" algn="l" defTabSz="609585" rtl="0" eaLnBrk="1" latinLnBrk="0" hangingPunct="1">
              <a:defRPr sz="2400" kern="1200">
                <a:solidFill>
                  <a:schemeClr val="lt1"/>
                </a:solidFill>
              </a:defRPr>
            </a:lvl9pPr>
          </a:lstStyle>
          <a:p>
            <a:pPr algn="ctr" defTabSz="457189">
              <a:lnSpc>
                <a:spcPct val="120000"/>
              </a:lnSpc>
            </a:pPr>
            <a:r>
              <a:rPr lang="zh-CN" altLang="en-US" sz="1400" dirty="0">
                <a:solidFill>
                  <a:srgbClr val="2B2B2B">
                    <a:lumMod val="90000"/>
                    <a:lumOff val="10000"/>
                  </a:srgbClr>
                </a:solidFill>
                <a:latin typeface="微软雅黑"/>
                <a:ea typeface="微软雅黑"/>
                <a:cs typeface="+mn-ea"/>
                <a:sym typeface="+mn-lt"/>
              </a:rPr>
              <a:t>地图主题</a:t>
            </a:r>
          </a:p>
        </p:txBody>
      </p:sp>
      <p:sp>
        <p:nvSpPr>
          <p:cNvPr id="46" name="iṣliďê">
            <a:extLst>
              <a:ext uri="{FF2B5EF4-FFF2-40B4-BE49-F238E27FC236}">
                <a16:creationId xmlns:a16="http://schemas.microsoft.com/office/drawing/2014/main" id="{2E5F17EE-80DD-4C7A-A6D1-99E0D5AA3880}"/>
              </a:ext>
            </a:extLst>
          </p:cNvPr>
          <p:cNvSpPr/>
          <p:nvPr/>
        </p:nvSpPr>
        <p:spPr>
          <a:xfrm>
            <a:off x="5738279" y="3630859"/>
            <a:ext cx="1265368" cy="309043"/>
          </a:xfrm>
          <a:prstGeom prst="rect">
            <a:avLst/>
          </a:prstGeom>
          <a:noFill/>
          <a:ln w="6350">
            <a:solidFill>
              <a:srgbClr val="01637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defPPr>
              <a:defRPr lang="en-US"/>
            </a:defPPr>
            <a:lvl1pPr marL="0" algn="l" defTabSz="609585" rtl="0" eaLnBrk="1" latinLnBrk="0" hangingPunct="1">
              <a:defRPr sz="2400" kern="1200">
                <a:solidFill>
                  <a:schemeClr val="lt1"/>
                </a:solidFill>
              </a:defRPr>
            </a:lvl1pPr>
            <a:lvl2pPr marL="609585" algn="l" defTabSz="609585" rtl="0" eaLnBrk="1" latinLnBrk="0" hangingPunct="1">
              <a:defRPr sz="2400" kern="1200">
                <a:solidFill>
                  <a:schemeClr val="lt1"/>
                </a:solidFill>
              </a:defRPr>
            </a:lvl2pPr>
            <a:lvl3pPr marL="1219170" algn="l" defTabSz="609585" rtl="0" eaLnBrk="1" latinLnBrk="0" hangingPunct="1">
              <a:defRPr sz="2400" kern="1200">
                <a:solidFill>
                  <a:schemeClr val="lt1"/>
                </a:solidFill>
              </a:defRPr>
            </a:lvl3pPr>
            <a:lvl4pPr marL="1828754" algn="l" defTabSz="609585" rtl="0" eaLnBrk="1" latinLnBrk="0" hangingPunct="1">
              <a:defRPr sz="2400" kern="1200">
                <a:solidFill>
                  <a:schemeClr val="lt1"/>
                </a:solidFill>
              </a:defRPr>
            </a:lvl4pPr>
            <a:lvl5pPr marL="2438339" algn="l" defTabSz="609585" rtl="0" eaLnBrk="1" latinLnBrk="0" hangingPunct="1">
              <a:defRPr sz="2400" kern="1200">
                <a:solidFill>
                  <a:schemeClr val="lt1"/>
                </a:solidFill>
              </a:defRPr>
            </a:lvl5pPr>
            <a:lvl6pPr marL="3047924" algn="l" defTabSz="609585" rtl="0" eaLnBrk="1" latinLnBrk="0" hangingPunct="1">
              <a:defRPr sz="2400" kern="1200">
                <a:solidFill>
                  <a:schemeClr val="lt1"/>
                </a:solidFill>
              </a:defRPr>
            </a:lvl6pPr>
            <a:lvl7pPr marL="3657509" algn="l" defTabSz="609585" rtl="0" eaLnBrk="1" latinLnBrk="0" hangingPunct="1">
              <a:defRPr sz="2400" kern="1200">
                <a:solidFill>
                  <a:schemeClr val="lt1"/>
                </a:solidFill>
              </a:defRPr>
            </a:lvl7pPr>
            <a:lvl8pPr marL="4267093" algn="l" defTabSz="609585" rtl="0" eaLnBrk="1" latinLnBrk="0" hangingPunct="1">
              <a:defRPr sz="2400" kern="1200">
                <a:solidFill>
                  <a:schemeClr val="lt1"/>
                </a:solidFill>
              </a:defRPr>
            </a:lvl8pPr>
            <a:lvl9pPr marL="4876678" algn="l" defTabSz="609585" rtl="0" eaLnBrk="1" latinLnBrk="0" hangingPunct="1">
              <a:defRPr sz="2400" kern="1200">
                <a:solidFill>
                  <a:schemeClr val="lt1"/>
                </a:solidFill>
              </a:defRPr>
            </a:lvl9pPr>
          </a:lstStyle>
          <a:p>
            <a:pPr algn="ctr" defTabSz="457189">
              <a:lnSpc>
                <a:spcPct val="120000"/>
              </a:lnSpc>
            </a:pPr>
            <a:r>
              <a:rPr lang="zh-CN" altLang="en-US" sz="1400" dirty="0">
                <a:solidFill>
                  <a:srgbClr val="2B2B2B">
                    <a:lumMod val="90000"/>
                    <a:lumOff val="10000"/>
                  </a:srgbClr>
                </a:solidFill>
                <a:latin typeface="微软雅黑"/>
                <a:ea typeface="微软雅黑"/>
                <a:cs typeface="+mn-ea"/>
                <a:sym typeface="+mn-lt"/>
              </a:rPr>
              <a:t>目标受众</a:t>
            </a:r>
          </a:p>
        </p:txBody>
      </p:sp>
      <p:cxnSp>
        <p:nvCxnSpPr>
          <p:cNvPr id="5" name="连接符: 肘形 4">
            <a:extLst>
              <a:ext uri="{FF2B5EF4-FFF2-40B4-BE49-F238E27FC236}">
                <a16:creationId xmlns:a16="http://schemas.microsoft.com/office/drawing/2014/main" id="{B3225AC5-4D3E-47BB-B7FE-2726A894615F}"/>
              </a:ext>
            </a:extLst>
          </p:cNvPr>
          <p:cNvCxnSpPr>
            <a:stCxn id="18" idx="3"/>
            <a:endCxn id="45" idx="1"/>
          </p:cNvCxnSpPr>
          <p:nvPr/>
        </p:nvCxnSpPr>
        <p:spPr>
          <a:xfrm flipV="1">
            <a:off x="5292080" y="2306973"/>
            <a:ext cx="432048" cy="692335"/>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连接符: 肘形 6">
            <a:extLst>
              <a:ext uri="{FF2B5EF4-FFF2-40B4-BE49-F238E27FC236}">
                <a16:creationId xmlns:a16="http://schemas.microsoft.com/office/drawing/2014/main" id="{7C5AD50E-8A6C-428E-8EC1-7A1334467A08}"/>
              </a:ext>
            </a:extLst>
          </p:cNvPr>
          <p:cNvCxnSpPr>
            <a:stCxn id="18" idx="3"/>
            <a:endCxn id="46" idx="1"/>
          </p:cNvCxnSpPr>
          <p:nvPr/>
        </p:nvCxnSpPr>
        <p:spPr>
          <a:xfrm>
            <a:off x="5292080" y="2999308"/>
            <a:ext cx="446199" cy="786073"/>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48" name="iś1ïḋe">
            <a:extLst>
              <a:ext uri="{FF2B5EF4-FFF2-40B4-BE49-F238E27FC236}">
                <a16:creationId xmlns:a16="http://schemas.microsoft.com/office/drawing/2014/main" id="{BFA0DB5B-E06C-4F34-8BBC-224328FD9F34}"/>
              </a:ext>
            </a:extLst>
          </p:cNvPr>
          <p:cNvSpPr/>
          <p:nvPr/>
        </p:nvSpPr>
        <p:spPr>
          <a:xfrm>
            <a:off x="7320332" y="3484908"/>
            <a:ext cx="1368152" cy="309043"/>
          </a:xfrm>
          <a:prstGeom prst="rect">
            <a:avLst/>
          </a:prstGeom>
          <a:no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defPPr>
              <a:defRPr lang="en-US"/>
            </a:defPPr>
            <a:lvl1pPr marL="0" algn="l" defTabSz="609585" rtl="0" eaLnBrk="1" latinLnBrk="0" hangingPunct="1">
              <a:defRPr sz="2400" kern="1200">
                <a:solidFill>
                  <a:schemeClr val="lt1"/>
                </a:solidFill>
              </a:defRPr>
            </a:lvl1pPr>
            <a:lvl2pPr marL="609585" algn="l" defTabSz="609585" rtl="0" eaLnBrk="1" latinLnBrk="0" hangingPunct="1">
              <a:defRPr sz="2400" kern="1200">
                <a:solidFill>
                  <a:schemeClr val="lt1"/>
                </a:solidFill>
              </a:defRPr>
            </a:lvl2pPr>
            <a:lvl3pPr marL="1219170" algn="l" defTabSz="609585" rtl="0" eaLnBrk="1" latinLnBrk="0" hangingPunct="1">
              <a:defRPr sz="2400" kern="1200">
                <a:solidFill>
                  <a:schemeClr val="lt1"/>
                </a:solidFill>
              </a:defRPr>
            </a:lvl3pPr>
            <a:lvl4pPr marL="1828754" algn="l" defTabSz="609585" rtl="0" eaLnBrk="1" latinLnBrk="0" hangingPunct="1">
              <a:defRPr sz="2400" kern="1200">
                <a:solidFill>
                  <a:schemeClr val="lt1"/>
                </a:solidFill>
              </a:defRPr>
            </a:lvl4pPr>
            <a:lvl5pPr marL="2438339" algn="l" defTabSz="609585" rtl="0" eaLnBrk="1" latinLnBrk="0" hangingPunct="1">
              <a:defRPr sz="2400" kern="1200">
                <a:solidFill>
                  <a:schemeClr val="lt1"/>
                </a:solidFill>
              </a:defRPr>
            </a:lvl5pPr>
            <a:lvl6pPr marL="3047924" algn="l" defTabSz="609585" rtl="0" eaLnBrk="1" latinLnBrk="0" hangingPunct="1">
              <a:defRPr sz="2400" kern="1200">
                <a:solidFill>
                  <a:schemeClr val="lt1"/>
                </a:solidFill>
              </a:defRPr>
            </a:lvl6pPr>
            <a:lvl7pPr marL="3657509" algn="l" defTabSz="609585" rtl="0" eaLnBrk="1" latinLnBrk="0" hangingPunct="1">
              <a:defRPr sz="2400" kern="1200">
                <a:solidFill>
                  <a:schemeClr val="lt1"/>
                </a:solidFill>
              </a:defRPr>
            </a:lvl7pPr>
            <a:lvl8pPr marL="4267093" algn="l" defTabSz="609585" rtl="0" eaLnBrk="1" latinLnBrk="0" hangingPunct="1">
              <a:defRPr sz="2400" kern="1200">
                <a:solidFill>
                  <a:schemeClr val="lt1"/>
                </a:solidFill>
              </a:defRPr>
            </a:lvl8pPr>
            <a:lvl9pPr marL="4876678" algn="l" defTabSz="609585" rtl="0" eaLnBrk="1" latinLnBrk="0" hangingPunct="1">
              <a:defRPr sz="2400" kern="1200">
                <a:solidFill>
                  <a:schemeClr val="lt1"/>
                </a:solidFill>
              </a:defRPr>
            </a:lvl9pPr>
          </a:lstStyle>
          <a:p>
            <a:pPr algn="ctr" defTabSz="457189">
              <a:lnSpc>
                <a:spcPct val="120000"/>
              </a:lnSpc>
            </a:pPr>
            <a:r>
              <a:rPr lang="zh-CN" altLang="en-US" sz="1400" dirty="0">
                <a:solidFill>
                  <a:srgbClr val="2B2B2B">
                    <a:lumMod val="90000"/>
                    <a:lumOff val="10000"/>
                  </a:srgbClr>
                </a:solidFill>
                <a:latin typeface="微软雅黑"/>
                <a:ea typeface="微软雅黑"/>
                <a:cs typeface="+mn-ea"/>
                <a:sym typeface="+mn-lt"/>
              </a:rPr>
              <a:t>县</a:t>
            </a:r>
          </a:p>
        </p:txBody>
      </p:sp>
      <p:cxnSp>
        <p:nvCxnSpPr>
          <p:cNvPr id="13" name="连接符: 肘形 12">
            <a:extLst>
              <a:ext uri="{FF2B5EF4-FFF2-40B4-BE49-F238E27FC236}">
                <a16:creationId xmlns:a16="http://schemas.microsoft.com/office/drawing/2014/main" id="{F41B87A3-6BB6-4AAD-AA42-9B6CFF0A3651}"/>
              </a:ext>
            </a:extLst>
          </p:cNvPr>
          <p:cNvCxnSpPr>
            <a:stCxn id="24" idx="3"/>
            <a:endCxn id="48" idx="1"/>
          </p:cNvCxnSpPr>
          <p:nvPr/>
        </p:nvCxnSpPr>
        <p:spPr>
          <a:xfrm>
            <a:off x="6989497" y="2993293"/>
            <a:ext cx="330835" cy="646137"/>
          </a:xfrm>
          <a:prstGeom prst="bentConnector3">
            <a:avLst/>
          </a:prstGeom>
          <a:ln>
            <a:prstDash val="dash"/>
            <a:tailEnd type="triangle"/>
          </a:ln>
        </p:spPr>
        <p:style>
          <a:lnRef idx="1">
            <a:schemeClr val="accent1"/>
          </a:lnRef>
          <a:fillRef idx="0">
            <a:schemeClr val="accent1"/>
          </a:fillRef>
          <a:effectRef idx="0">
            <a:schemeClr val="accent1"/>
          </a:effectRef>
          <a:fontRef idx="minor">
            <a:schemeClr val="tx1"/>
          </a:fontRef>
        </p:style>
      </p:cxnSp>
      <p:grpSp>
        <p:nvGrpSpPr>
          <p:cNvPr id="54" name="组合 53">
            <a:extLst>
              <a:ext uri="{FF2B5EF4-FFF2-40B4-BE49-F238E27FC236}">
                <a16:creationId xmlns:a16="http://schemas.microsoft.com/office/drawing/2014/main" id="{0EF0A15B-F1CC-424A-9402-04AFD656B5BA}"/>
              </a:ext>
            </a:extLst>
          </p:cNvPr>
          <p:cNvGrpSpPr/>
          <p:nvPr/>
        </p:nvGrpSpPr>
        <p:grpSpPr>
          <a:xfrm>
            <a:off x="-3" y="85172"/>
            <a:ext cx="4211963" cy="447238"/>
            <a:chOff x="-10956" y="85171"/>
            <a:chExt cx="2940485" cy="447238"/>
          </a:xfrm>
        </p:grpSpPr>
        <p:sp>
          <p:nvSpPr>
            <p:cNvPr id="55" name="矩形 1">
              <a:extLst>
                <a:ext uri="{FF2B5EF4-FFF2-40B4-BE49-F238E27FC236}">
                  <a16:creationId xmlns:a16="http://schemas.microsoft.com/office/drawing/2014/main" id="{5A21BE85-2B32-42B9-94CA-3873724E9F03}"/>
                </a:ext>
              </a:extLst>
            </p:cNvPr>
            <p:cNvSpPr/>
            <p:nvPr/>
          </p:nvSpPr>
          <p:spPr>
            <a:xfrm>
              <a:off x="-10956" y="123478"/>
              <a:ext cx="2900474" cy="408931"/>
            </a:xfrm>
            <a:custGeom>
              <a:avLst/>
              <a:gdLst>
                <a:gd name="connsiteX0" fmla="*/ 0 w 4211960"/>
                <a:gd name="connsiteY0" fmla="*/ 0 h 2088232"/>
                <a:gd name="connsiteX1" fmla="*/ 4211960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101133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281963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319192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712023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11960" h="2088232">
                  <a:moveTo>
                    <a:pt x="0" y="0"/>
                  </a:moveTo>
                  <a:lnTo>
                    <a:pt x="3712023" y="0"/>
                  </a:lnTo>
                  <a:lnTo>
                    <a:pt x="4211960" y="2088232"/>
                  </a:lnTo>
                  <a:lnTo>
                    <a:pt x="0" y="2088232"/>
                  </a:lnTo>
                  <a:lnTo>
                    <a:pt x="0" y="0"/>
                  </a:lnTo>
                  <a:close/>
                </a:path>
              </a:pathLst>
            </a:custGeom>
            <a:solidFill>
              <a:srgbClr val="0163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8">
                <a:lnSpc>
                  <a:spcPct val="120000"/>
                </a:lnSpc>
              </a:pPr>
              <a:endParaRPr lang="zh-CN" altLang="en-US" sz="2400">
                <a:solidFill>
                  <a:srgbClr val="FFFFFF"/>
                </a:solidFill>
                <a:latin typeface="微软雅黑"/>
                <a:ea typeface="微软雅黑"/>
                <a:cs typeface="+mn-ea"/>
                <a:sym typeface="+mn-lt"/>
              </a:endParaRPr>
            </a:p>
          </p:txBody>
        </p:sp>
        <p:sp>
          <p:nvSpPr>
            <p:cNvPr id="56" name="文本框 55">
              <a:extLst>
                <a:ext uri="{FF2B5EF4-FFF2-40B4-BE49-F238E27FC236}">
                  <a16:creationId xmlns:a16="http://schemas.microsoft.com/office/drawing/2014/main" id="{171ECEDB-53D4-4C90-9BD1-B7AFBD541A5E}"/>
                </a:ext>
              </a:extLst>
            </p:cNvPr>
            <p:cNvSpPr txBox="1"/>
            <p:nvPr/>
          </p:nvSpPr>
          <p:spPr>
            <a:xfrm>
              <a:off x="-10955" y="85171"/>
              <a:ext cx="2940484" cy="447238"/>
            </a:xfrm>
            <a:prstGeom prst="rect">
              <a:avLst/>
            </a:prstGeom>
            <a:noFill/>
          </p:spPr>
          <p:txBody>
            <a:bodyPr wrap="square" rtlCol="0">
              <a:spAutoFit/>
            </a:bodyPr>
            <a:lstStyle/>
            <a:p>
              <a:pPr defTabSz="914378">
                <a:lnSpc>
                  <a:spcPct val="120000"/>
                </a:lnSpc>
              </a:pPr>
              <a:r>
                <a:rPr lang="en-US" altLang="zh-CN" sz="2100" dirty="0">
                  <a:solidFill>
                    <a:srgbClr val="FFFFFF"/>
                  </a:solidFill>
                  <a:latin typeface="微软雅黑"/>
                  <a:ea typeface="微软雅黑"/>
                  <a:cs typeface="+mn-ea"/>
                  <a:sym typeface="+mn-lt"/>
                </a:rPr>
                <a:t>2.2 </a:t>
              </a:r>
              <a:r>
                <a:rPr lang="zh-CN" altLang="en-US" sz="2100" dirty="0">
                  <a:solidFill>
                    <a:srgbClr val="FFFFFF"/>
                  </a:solidFill>
                  <a:cs typeface="+mn-ea"/>
                  <a:sym typeface="+mn-lt"/>
                </a:rPr>
                <a:t>地图知识图谱构建与应用</a:t>
              </a:r>
              <a:endParaRPr lang="en-US" altLang="zh-CN" sz="2100" dirty="0">
                <a:solidFill>
                  <a:srgbClr val="FFFFFF"/>
                </a:solidFill>
                <a:cs typeface="+mn-ea"/>
                <a:sym typeface="+mn-lt"/>
              </a:endParaRPr>
            </a:p>
          </p:txBody>
        </p:sp>
      </p:grpSp>
    </p:spTree>
    <p:extLst>
      <p:ext uri="{BB962C8B-B14F-4D97-AF65-F5344CB8AC3E}">
        <p14:creationId xmlns:p14="http://schemas.microsoft.com/office/powerpoint/2010/main" val="82500082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形 11">
            <a:extLst>
              <a:ext uri="{FF2B5EF4-FFF2-40B4-BE49-F238E27FC236}">
                <a16:creationId xmlns:a16="http://schemas.microsoft.com/office/drawing/2014/main" id="{31DE26E1-DD45-4B54-8E31-AFF22A902199}"/>
              </a:ext>
            </a:extLst>
          </p:cNvPr>
          <p:cNvPicPr/>
          <p:nvPr/>
        </p:nvPicPr>
        <p:blipFill>
          <a:blip r:embed="rId3">
            <a:extLst>
              <a:ext uri="{96DAC541-7B7A-43D3-8B79-37D633B846F1}">
                <asvg:svgBlip xmlns:asvg="http://schemas.microsoft.com/office/drawing/2016/SVG/main" r:embed="rId4"/>
              </a:ext>
            </a:extLst>
          </a:blip>
          <a:stretch>
            <a:fillRect/>
          </a:stretch>
        </p:blipFill>
        <p:spPr>
          <a:xfrm>
            <a:off x="4097739" y="144709"/>
            <a:ext cx="4597300" cy="4516350"/>
          </a:xfrm>
          <a:prstGeom prst="rect">
            <a:avLst/>
          </a:prstGeom>
        </p:spPr>
      </p:pic>
      <p:grpSp>
        <p:nvGrpSpPr>
          <p:cNvPr id="61" name="组合 60">
            <a:extLst>
              <a:ext uri="{FF2B5EF4-FFF2-40B4-BE49-F238E27FC236}">
                <a16:creationId xmlns:a16="http://schemas.microsoft.com/office/drawing/2014/main" id="{31515112-53E9-4C7B-84CD-40624F377F9E}"/>
              </a:ext>
            </a:extLst>
          </p:cNvPr>
          <p:cNvGrpSpPr/>
          <p:nvPr/>
        </p:nvGrpSpPr>
        <p:grpSpPr>
          <a:xfrm>
            <a:off x="3578924" y="4376690"/>
            <a:ext cx="2417951" cy="714137"/>
            <a:chOff x="2917545" y="4314644"/>
            <a:chExt cx="2417951" cy="714137"/>
          </a:xfrm>
        </p:grpSpPr>
        <p:grpSp>
          <p:nvGrpSpPr>
            <p:cNvPr id="54" name="组合 53">
              <a:extLst>
                <a:ext uri="{FF2B5EF4-FFF2-40B4-BE49-F238E27FC236}">
                  <a16:creationId xmlns:a16="http://schemas.microsoft.com/office/drawing/2014/main" id="{C8A3C877-08BA-4690-84AF-B8D935EF35F7}"/>
                </a:ext>
              </a:extLst>
            </p:cNvPr>
            <p:cNvGrpSpPr/>
            <p:nvPr/>
          </p:nvGrpSpPr>
          <p:grpSpPr>
            <a:xfrm>
              <a:off x="2917545" y="4314644"/>
              <a:ext cx="1200577" cy="169277"/>
              <a:chOff x="2915816" y="3310141"/>
              <a:chExt cx="1200577" cy="169277"/>
            </a:xfrm>
          </p:grpSpPr>
          <p:sp>
            <p:nvSpPr>
              <p:cNvPr id="5" name="椭圆 4">
                <a:extLst>
                  <a:ext uri="{FF2B5EF4-FFF2-40B4-BE49-F238E27FC236}">
                    <a16:creationId xmlns:a16="http://schemas.microsoft.com/office/drawing/2014/main" id="{BDA9A58D-A608-48E1-BCF5-BBD92940A357}"/>
                  </a:ext>
                </a:extLst>
              </p:cNvPr>
              <p:cNvSpPr>
                <a:spLocks noChangeAspect="1"/>
              </p:cNvSpPr>
              <p:nvPr/>
            </p:nvSpPr>
            <p:spPr>
              <a:xfrm>
                <a:off x="2915816" y="3322779"/>
                <a:ext cx="144000" cy="144000"/>
              </a:xfrm>
              <a:prstGeom prst="ellipse">
                <a:avLst/>
              </a:prstGeom>
              <a:solidFill>
                <a:srgbClr val="F797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8" name="文本框 7">
                <a:extLst>
                  <a:ext uri="{FF2B5EF4-FFF2-40B4-BE49-F238E27FC236}">
                    <a16:creationId xmlns:a16="http://schemas.microsoft.com/office/drawing/2014/main" id="{E151B1F1-955D-4A09-82FE-27099442FF74}"/>
                  </a:ext>
                </a:extLst>
              </p:cNvPr>
              <p:cNvSpPr txBox="1"/>
              <p:nvPr/>
            </p:nvSpPr>
            <p:spPr>
              <a:xfrm>
                <a:off x="3108281" y="3310141"/>
                <a:ext cx="1008112" cy="169277"/>
              </a:xfrm>
              <a:prstGeom prst="rect">
                <a:avLst/>
              </a:prstGeom>
              <a:noFill/>
            </p:spPr>
            <p:txBody>
              <a:bodyPr wrap="square" lIns="0" tIns="0" rIns="0" bIns="0" rtlCol="0">
                <a:spAutoFit/>
              </a:bodyPr>
              <a:lstStyle/>
              <a:p>
                <a:r>
                  <a:rPr lang="zh-CN" altLang="en-US" sz="1100" dirty="0">
                    <a:solidFill>
                      <a:schemeClr val="tx1">
                        <a:lumMod val="75000"/>
                        <a:lumOff val="25000"/>
                      </a:schemeClr>
                    </a:solidFill>
                    <a:latin typeface="微软雅黑" panose="020B0503020204020204" pitchFamily="34" charset="-122"/>
                    <a:ea typeface="微软雅黑" panose="020B0503020204020204" pitchFamily="34" charset="-122"/>
                  </a:rPr>
                  <a:t>地图实体</a:t>
                </a:r>
              </a:p>
            </p:txBody>
          </p:sp>
        </p:grpSp>
        <p:grpSp>
          <p:nvGrpSpPr>
            <p:cNvPr id="53" name="组合 52">
              <a:extLst>
                <a:ext uri="{FF2B5EF4-FFF2-40B4-BE49-F238E27FC236}">
                  <a16:creationId xmlns:a16="http://schemas.microsoft.com/office/drawing/2014/main" id="{760F6517-5B7F-4A8F-B389-E778807B0094}"/>
                </a:ext>
              </a:extLst>
            </p:cNvPr>
            <p:cNvGrpSpPr/>
            <p:nvPr/>
          </p:nvGrpSpPr>
          <p:grpSpPr>
            <a:xfrm>
              <a:off x="2917545" y="4587074"/>
              <a:ext cx="1200577" cy="169277"/>
              <a:chOff x="2915816" y="3622732"/>
              <a:chExt cx="1200577" cy="169277"/>
            </a:xfrm>
          </p:grpSpPr>
          <p:sp>
            <p:nvSpPr>
              <p:cNvPr id="11" name="椭圆 10">
                <a:extLst>
                  <a:ext uri="{FF2B5EF4-FFF2-40B4-BE49-F238E27FC236}">
                    <a16:creationId xmlns:a16="http://schemas.microsoft.com/office/drawing/2014/main" id="{464D2D8B-3094-4B41-92F1-65CA82C9CD78}"/>
                  </a:ext>
                </a:extLst>
              </p:cNvPr>
              <p:cNvSpPr>
                <a:spLocks noChangeAspect="1"/>
              </p:cNvSpPr>
              <p:nvPr/>
            </p:nvSpPr>
            <p:spPr>
              <a:xfrm>
                <a:off x="2915816" y="3635370"/>
                <a:ext cx="144000" cy="144000"/>
              </a:xfrm>
              <a:prstGeom prst="ellipse">
                <a:avLst/>
              </a:prstGeom>
              <a:solidFill>
                <a:srgbClr val="FFC4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19" name="文本框 18">
                <a:extLst>
                  <a:ext uri="{FF2B5EF4-FFF2-40B4-BE49-F238E27FC236}">
                    <a16:creationId xmlns:a16="http://schemas.microsoft.com/office/drawing/2014/main" id="{66B53508-85EA-4DDF-A2B8-9D879DF20720}"/>
                  </a:ext>
                </a:extLst>
              </p:cNvPr>
              <p:cNvSpPr txBox="1"/>
              <p:nvPr/>
            </p:nvSpPr>
            <p:spPr>
              <a:xfrm>
                <a:off x="3108281" y="3622732"/>
                <a:ext cx="1008112" cy="169277"/>
              </a:xfrm>
              <a:prstGeom prst="rect">
                <a:avLst/>
              </a:prstGeom>
              <a:noFill/>
            </p:spPr>
            <p:txBody>
              <a:bodyPr wrap="square" lIns="0" tIns="0" rIns="0" bIns="0" rtlCol="0">
                <a:spAutoFit/>
              </a:bodyPr>
              <a:lstStyle/>
              <a:p>
                <a:r>
                  <a:rPr lang="zh-CN" altLang="en-US" sz="1100" dirty="0">
                    <a:solidFill>
                      <a:schemeClr val="tx1">
                        <a:lumMod val="75000"/>
                        <a:lumOff val="25000"/>
                      </a:schemeClr>
                    </a:solidFill>
                    <a:latin typeface="微软雅黑" panose="020B0503020204020204" pitchFamily="34" charset="-122"/>
                    <a:ea typeface="微软雅黑" panose="020B0503020204020204" pitchFamily="34" charset="-122"/>
                  </a:rPr>
                  <a:t>图层实体</a:t>
                </a:r>
              </a:p>
            </p:txBody>
          </p:sp>
        </p:grpSp>
        <p:grpSp>
          <p:nvGrpSpPr>
            <p:cNvPr id="52" name="组合 51">
              <a:extLst>
                <a:ext uri="{FF2B5EF4-FFF2-40B4-BE49-F238E27FC236}">
                  <a16:creationId xmlns:a16="http://schemas.microsoft.com/office/drawing/2014/main" id="{7C6C962B-8056-4C84-AD02-DC939C8B82E5}"/>
                </a:ext>
              </a:extLst>
            </p:cNvPr>
            <p:cNvGrpSpPr/>
            <p:nvPr/>
          </p:nvGrpSpPr>
          <p:grpSpPr>
            <a:xfrm>
              <a:off x="2917545" y="4859504"/>
              <a:ext cx="1200577" cy="169277"/>
              <a:chOff x="2915816" y="3935323"/>
              <a:chExt cx="1200577" cy="169277"/>
            </a:xfrm>
          </p:grpSpPr>
          <p:sp>
            <p:nvSpPr>
              <p:cNvPr id="12" name="椭圆 11">
                <a:extLst>
                  <a:ext uri="{FF2B5EF4-FFF2-40B4-BE49-F238E27FC236}">
                    <a16:creationId xmlns:a16="http://schemas.microsoft.com/office/drawing/2014/main" id="{24E9C825-5896-4A2A-87F7-1200DDD01764}"/>
                  </a:ext>
                </a:extLst>
              </p:cNvPr>
              <p:cNvSpPr>
                <a:spLocks noChangeAspect="1"/>
              </p:cNvSpPr>
              <p:nvPr/>
            </p:nvSpPr>
            <p:spPr>
              <a:xfrm>
                <a:off x="2915816" y="3947961"/>
                <a:ext cx="144000" cy="144000"/>
              </a:xfrm>
              <a:prstGeom prst="ellipse">
                <a:avLst/>
              </a:prstGeom>
              <a:solidFill>
                <a:srgbClr val="DA71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20" name="文本框 19">
                <a:extLst>
                  <a:ext uri="{FF2B5EF4-FFF2-40B4-BE49-F238E27FC236}">
                    <a16:creationId xmlns:a16="http://schemas.microsoft.com/office/drawing/2014/main" id="{F3C71961-9574-42FD-B911-3E0C42E65804}"/>
                  </a:ext>
                </a:extLst>
              </p:cNvPr>
              <p:cNvSpPr txBox="1"/>
              <p:nvPr/>
            </p:nvSpPr>
            <p:spPr>
              <a:xfrm>
                <a:off x="3108281" y="3935323"/>
                <a:ext cx="1008112" cy="169277"/>
              </a:xfrm>
              <a:prstGeom prst="rect">
                <a:avLst/>
              </a:prstGeom>
              <a:noFill/>
            </p:spPr>
            <p:txBody>
              <a:bodyPr wrap="square" lIns="0" tIns="0" rIns="0" bIns="0" rtlCol="0">
                <a:spAutoFit/>
              </a:bodyPr>
              <a:lstStyle>
                <a:defPPr>
                  <a:defRPr lang="zh-CN"/>
                </a:defPPr>
                <a:lvl1pPr>
                  <a:defRPr sz="1200">
                    <a:solidFill>
                      <a:schemeClr val="tx1">
                        <a:lumMod val="75000"/>
                        <a:lumOff val="25000"/>
                      </a:schemeClr>
                    </a:solidFill>
                    <a:latin typeface="微软雅黑" panose="020B0503020204020204" pitchFamily="34" charset="-122"/>
                    <a:ea typeface="微软雅黑" panose="020B0503020204020204" pitchFamily="34" charset="-122"/>
                  </a:defRPr>
                </a:lvl1pPr>
              </a:lstStyle>
              <a:p>
                <a:r>
                  <a:rPr lang="zh-CN" altLang="en-US" sz="1100" dirty="0"/>
                  <a:t>点符号实体</a:t>
                </a:r>
              </a:p>
            </p:txBody>
          </p:sp>
        </p:grpSp>
        <p:grpSp>
          <p:nvGrpSpPr>
            <p:cNvPr id="60" name="组合 59">
              <a:extLst>
                <a:ext uri="{FF2B5EF4-FFF2-40B4-BE49-F238E27FC236}">
                  <a16:creationId xmlns:a16="http://schemas.microsoft.com/office/drawing/2014/main" id="{356CC5EC-AE28-4171-B14B-02BB719268D1}"/>
                </a:ext>
              </a:extLst>
            </p:cNvPr>
            <p:cNvGrpSpPr/>
            <p:nvPr/>
          </p:nvGrpSpPr>
          <p:grpSpPr>
            <a:xfrm>
              <a:off x="3956250" y="4314646"/>
              <a:ext cx="1379246" cy="714135"/>
              <a:chOff x="3956250" y="4314646"/>
              <a:chExt cx="1379246" cy="714135"/>
            </a:xfrm>
          </p:grpSpPr>
          <p:grpSp>
            <p:nvGrpSpPr>
              <p:cNvPr id="7" name="组合 6">
                <a:extLst>
                  <a:ext uri="{FF2B5EF4-FFF2-40B4-BE49-F238E27FC236}">
                    <a16:creationId xmlns:a16="http://schemas.microsoft.com/office/drawing/2014/main" id="{6A963676-64A9-473F-A025-3DAF3B2F129F}"/>
                  </a:ext>
                </a:extLst>
              </p:cNvPr>
              <p:cNvGrpSpPr/>
              <p:nvPr/>
            </p:nvGrpSpPr>
            <p:grpSpPr>
              <a:xfrm>
                <a:off x="3956250" y="4587076"/>
                <a:ext cx="1200577" cy="169277"/>
                <a:chOff x="2915816" y="4560505"/>
                <a:chExt cx="1200577" cy="169277"/>
              </a:xfrm>
            </p:grpSpPr>
            <p:sp>
              <p:nvSpPr>
                <p:cNvPr id="13" name="椭圆 12">
                  <a:extLst>
                    <a:ext uri="{FF2B5EF4-FFF2-40B4-BE49-F238E27FC236}">
                      <a16:creationId xmlns:a16="http://schemas.microsoft.com/office/drawing/2014/main" id="{77B6F134-2EBB-481F-9342-877D80A389A1}"/>
                    </a:ext>
                  </a:extLst>
                </p:cNvPr>
                <p:cNvSpPr>
                  <a:spLocks noChangeAspect="1"/>
                </p:cNvSpPr>
                <p:nvPr/>
              </p:nvSpPr>
              <p:spPr>
                <a:xfrm>
                  <a:off x="2915816" y="4573143"/>
                  <a:ext cx="144000" cy="144000"/>
                </a:xfrm>
                <a:prstGeom prst="ellipse">
                  <a:avLst/>
                </a:prstGeom>
                <a:solidFill>
                  <a:srgbClr val="4C8ED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21" name="文本框 20">
                  <a:extLst>
                    <a:ext uri="{FF2B5EF4-FFF2-40B4-BE49-F238E27FC236}">
                      <a16:creationId xmlns:a16="http://schemas.microsoft.com/office/drawing/2014/main" id="{E7DC1A48-45F6-42A8-80B4-6B33419135F0}"/>
                    </a:ext>
                  </a:extLst>
                </p:cNvPr>
                <p:cNvSpPr txBox="1"/>
                <p:nvPr/>
              </p:nvSpPr>
              <p:spPr>
                <a:xfrm>
                  <a:off x="3108281" y="4560505"/>
                  <a:ext cx="1008112" cy="169277"/>
                </a:xfrm>
                <a:prstGeom prst="rect">
                  <a:avLst/>
                </a:prstGeom>
                <a:noFill/>
              </p:spPr>
              <p:txBody>
                <a:bodyPr wrap="square" lIns="0" tIns="0" rIns="0" bIns="0" rtlCol="0">
                  <a:spAutoFit/>
                </a:bodyPr>
                <a:lstStyle>
                  <a:defPPr>
                    <a:defRPr lang="zh-CN"/>
                  </a:defPPr>
                  <a:lvl1pPr>
                    <a:defRPr sz="1200">
                      <a:solidFill>
                        <a:schemeClr val="tx1">
                          <a:lumMod val="75000"/>
                          <a:lumOff val="25000"/>
                        </a:schemeClr>
                      </a:solidFill>
                      <a:latin typeface="微软雅黑" panose="020B0503020204020204" pitchFamily="34" charset="-122"/>
                      <a:ea typeface="微软雅黑" panose="020B0503020204020204" pitchFamily="34" charset="-122"/>
                    </a:defRPr>
                  </a:lvl1pPr>
                </a:lstStyle>
                <a:p>
                  <a:r>
                    <a:rPr lang="zh-CN" altLang="en-US" sz="1100" dirty="0"/>
                    <a:t>注记实体</a:t>
                  </a:r>
                </a:p>
              </p:txBody>
            </p:sp>
          </p:grpSp>
          <p:grpSp>
            <p:nvGrpSpPr>
              <p:cNvPr id="24" name="组合 23">
                <a:extLst>
                  <a:ext uri="{FF2B5EF4-FFF2-40B4-BE49-F238E27FC236}">
                    <a16:creationId xmlns:a16="http://schemas.microsoft.com/office/drawing/2014/main" id="{18B0B85E-1573-46F6-9E73-B66E1E0E4376}"/>
                  </a:ext>
                </a:extLst>
              </p:cNvPr>
              <p:cNvGrpSpPr/>
              <p:nvPr/>
            </p:nvGrpSpPr>
            <p:grpSpPr>
              <a:xfrm>
                <a:off x="3956250" y="4314646"/>
                <a:ext cx="1200577" cy="169277"/>
                <a:chOff x="2915816" y="4247914"/>
                <a:chExt cx="1200577" cy="169277"/>
              </a:xfrm>
            </p:grpSpPr>
            <p:sp>
              <p:nvSpPr>
                <p:cNvPr id="15" name="椭圆 14">
                  <a:extLst>
                    <a:ext uri="{FF2B5EF4-FFF2-40B4-BE49-F238E27FC236}">
                      <a16:creationId xmlns:a16="http://schemas.microsoft.com/office/drawing/2014/main" id="{C9263AF8-CE93-486D-AB5C-CFEF3C4E3623}"/>
                    </a:ext>
                  </a:extLst>
                </p:cNvPr>
                <p:cNvSpPr>
                  <a:spLocks noChangeAspect="1"/>
                </p:cNvSpPr>
                <p:nvPr/>
              </p:nvSpPr>
              <p:spPr>
                <a:xfrm>
                  <a:off x="2915816" y="4260552"/>
                  <a:ext cx="144000" cy="144000"/>
                </a:xfrm>
                <a:prstGeom prst="ellipse">
                  <a:avLst/>
                </a:prstGeom>
                <a:solidFill>
                  <a:srgbClr val="604A0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22" name="文本框 21">
                  <a:extLst>
                    <a:ext uri="{FF2B5EF4-FFF2-40B4-BE49-F238E27FC236}">
                      <a16:creationId xmlns:a16="http://schemas.microsoft.com/office/drawing/2014/main" id="{30CBAED7-3EE0-46EF-A015-0E96C7281045}"/>
                    </a:ext>
                  </a:extLst>
                </p:cNvPr>
                <p:cNvSpPr txBox="1"/>
                <p:nvPr/>
              </p:nvSpPr>
              <p:spPr>
                <a:xfrm>
                  <a:off x="3108281" y="4247914"/>
                  <a:ext cx="1008112" cy="169277"/>
                </a:xfrm>
                <a:prstGeom prst="rect">
                  <a:avLst/>
                </a:prstGeom>
                <a:noFill/>
              </p:spPr>
              <p:txBody>
                <a:bodyPr wrap="square" lIns="0" tIns="0" rIns="0" bIns="0" rtlCol="0">
                  <a:spAutoFit/>
                </a:bodyPr>
                <a:lstStyle>
                  <a:defPPr>
                    <a:defRPr lang="zh-CN"/>
                  </a:defPPr>
                  <a:lvl1pPr>
                    <a:defRPr sz="1200">
                      <a:solidFill>
                        <a:schemeClr val="tx1">
                          <a:lumMod val="75000"/>
                          <a:lumOff val="25000"/>
                        </a:schemeClr>
                      </a:solidFill>
                      <a:latin typeface="微软雅黑" panose="020B0503020204020204" pitchFamily="34" charset="-122"/>
                      <a:ea typeface="微软雅黑" panose="020B0503020204020204" pitchFamily="34" charset="-122"/>
                    </a:defRPr>
                  </a:lvl1pPr>
                </a:lstStyle>
                <a:p>
                  <a:r>
                    <a:rPr lang="zh-CN" altLang="en-US" sz="1100" dirty="0"/>
                    <a:t>面符号实体</a:t>
                  </a:r>
                </a:p>
              </p:txBody>
            </p:sp>
          </p:grpSp>
          <p:grpSp>
            <p:nvGrpSpPr>
              <p:cNvPr id="6" name="组合 5">
                <a:extLst>
                  <a:ext uri="{FF2B5EF4-FFF2-40B4-BE49-F238E27FC236}">
                    <a16:creationId xmlns:a16="http://schemas.microsoft.com/office/drawing/2014/main" id="{072C3824-9A3C-411A-A167-870A2E0512FD}"/>
                  </a:ext>
                </a:extLst>
              </p:cNvPr>
              <p:cNvGrpSpPr/>
              <p:nvPr/>
            </p:nvGrpSpPr>
            <p:grpSpPr>
              <a:xfrm>
                <a:off x="3956250" y="4859504"/>
                <a:ext cx="1379246" cy="169277"/>
                <a:chOff x="2915816" y="4852615"/>
                <a:chExt cx="1379246" cy="169277"/>
              </a:xfrm>
            </p:grpSpPr>
            <p:sp>
              <p:nvSpPr>
                <p:cNvPr id="14" name="椭圆 13">
                  <a:extLst>
                    <a:ext uri="{FF2B5EF4-FFF2-40B4-BE49-F238E27FC236}">
                      <a16:creationId xmlns:a16="http://schemas.microsoft.com/office/drawing/2014/main" id="{F5EEE337-BF8F-42EB-AA4E-FA532216DBAF}"/>
                    </a:ext>
                  </a:extLst>
                </p:cNvPr>
                <p:cNvSpPr/>
                <p:nvPr/>
              </p:nvSpPr>
              <p:spPr>
                <a:xfrm>
                  <a:off x="2915816" y="4865253"/>
                  <a:ext cx="144000" cy="144000"/>
                </a:xfrm>
                <a:prstGeom prst="ellipse">
                  <a:avLst/>
                </a:prstGeom>
                <a:solidFill>
                  <a:srgbClr val="5694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23" name="文本框 22">
                  <a:extLst>
                    <a:ext uri="{FF2B5EF4-FFF2-40B4-BE49-F238E27FC236}">
                      <a16:creationId xmlns:a16="http://schemas.microsoft.com/office/drawing/2014/main" id="{D84DB440-7BC9-4691-8EF3-2CEB70937F17}"/>
                    </a:ext>
                  </a:extLst>
                </p:cNvPr>
                <p:cNvSpPr txBox="1"/>
                <p:nvPr/>
              </p:nvSpPr>
              <p:spPr>
                <a:xfrm>
                  <a:off x="3108281" y="4852615"/>
                  <a:ext cx="1186781" cy="169277"/>
                </a:xfrm>
                <a:prstGeom prst="rect">
                  <a:avLst/>
                </a:prstGeom>
                <a:noFill/>
              </p:spPr>
              <p:txBody>
                <a:bodyPr wrap="square" lIns="0" tIns="0" rIns="0" bIns="0" rtlCol="0">
                  <a:spAutoFit/>
                </a:bodyPr>
                <a:lstStyle>
                  <a:defPPr>
                    <a:defRPr lang="zh-CN"/>
                  </a:defPPr>
                  <a:lvl1pPr>
                    <a:defRPr sz="1200">
                      <a:solidFill>
                        <a:schemeClr val="tx1">
                          <a:lumMod val="75000"/>
                          <a:lumOff val="25000"/>
                        </a:schemeClr>
                      </a:solidFill>
                      <a:latin typeface="微软雅黑" panose="020B0503020204020204" pitchFamily="34" charset="-122"/>
                      <a:ea typeface="微软雅黑" panose="020B0503020204020204" pitchFamily="34" charset="-122"/>
                    </a:defRPr>
                  </a:lvl1pPr>
                </a:lstStyle>
                <a:p>
                  <a:r>
                    <a:rPr lang="zh-CN" altLang="en-US" sz="1100" dirty="0"/>
                    <a:t>制图区域实体</a:t>
                  </a:r>
                </a:p>
              </p:txBody>
            </p:sp>
          </p:grpSp>
        </p:grpSp>
      </p:grpSp>
      <p:grpSp>
        <p:nvGrpSpPr>
          <p:cNvPr id="28" name="组合 27">
            <a:extLst>
              <a:ext uri="{FF2B5EF4-FFF2-40B4-BE49-F238E27FC236}">
                <a16:creationId xmlns:a16="http://schemas.microsoft.com/office/drawing/2014/main" id="{231C9E1F-248D-43C5-B649-7A64745E0B7D}"/>
              </a:ext>
            </a:extLst>
          </p:cNvPr>
          <p:cNvGrpSpPr/>
          <p:nvPr/>
        </p:nvGrpSpPr>
        <p:grpSpPr>
          <a:xfrm>
            <a:off x="221925" y="699542"/>
            <a:ext cx="2517752" cy="683207"/>
            <a:chOff x="971601" y="1419623"/>
            <a:chExt cx="2517752" cy="683207"/>
          </a:xfrm>
        </p:grpSpPr>
        <p:grpSp>
          <p:nvGrpSpPr>
            <p:cNvPr id="33" name="组合 32">
              <a:extLst>
                <a:ext uri="{FF2B5EF4-FFF2-40B4-BE49-F238E27FC236}">
                  <a16:creationId xmlns:a16="http://schemas.microsoft.com/office/drawing/2014/main" id="{C45792BC-BCE2-40BC-BAE8-4E0EAB40003F}"/>
                </a:ext>
              </a:extLst>
            </p:cNvPr>
            <p:cNvGrpSpPr/>
            <p:nvPr/>
          </p:nvGrpSpPr>
          <p:grpSpPr>
            <a:xfrm>
              <a:off x="971601" y="1419623"/>
              <a:ext cx="2517752" cy="683207"/>
              <a:chOff x="1958253" y="1973136"/>
              <a:chExt cx="3357004" cy="910943"/>
            </a:xfrm>
          </p:grpSpPr>
          <p:grpSp>
            <p:nvGrpSpPr>
              <p:cNvPr id="35" name="组合 34">
                <a:extLst>
                  <a:ext uri="{FF2B5EF4-FFF2-40B4-BE49-F238E27FC236}">
                    <a16:creationId xmlns:a16="http://schemas.microsoft.com/office/drawing/2014/main" id="{16C9F357-06EC-4F49-BD58-DAFB34DA5495}"/>
                  </a:ext>
                </a:extLst>
              </p:cNvPr>
              <p:cNvGrpSpPr/>
              <p:nvPr/>
            </p:nvGrpSpPr>
            <p:grpSpPr>
              <a:xfrm>
                <a:off x="1958253" y="1973136"/>
                <a:ext cx="3168352" cy="910943"/>
                <a:chOff x="1964603" y="1769935"/>
                <a:chExt cx="3168352" cy="910943"/>
              </a:xfrm>
            </p:grpSpPr>
            <p:sp>
              <p:nvSpPr>
                <p:cNvPr id="37" name="圆角矩形 12">
                  <a:extLst>
                    <a:ext uri="{FF2B5EF4-FFF2-40B4-BE49-F238E27FC236}">
                      <a16:creationId xmlns:a16="http://schemas.microsoft.com/office/drawing/2014/main" id="{A9BB4088-461C-4E5C-85AE-EA19E299AE8A}"/>
                    </a:ext>
                  </a:extLst>
                </p:cNvPr>
                <p:cNvSpPr/>
                <p:nvPr/>
              </p:nvSpPr>
              <p:spPr>
                <a:xfrm>
                  <a:off x="1964603" y="1769935"/>
                  <a:ext cx="3168352" cy="910943"/>
                </a:xfrm>
                <a:prstGeom prst="roundRect">
                  <a:avLst>
                    <a:gd name="adj" fmla="val 50000"/>
                  </a:avLst>
                </a:prstGeom>
                <a:solidFill>
                  <a:srgbClr val="000000">
                    <a:lumMod val="50000"/>
                    <a:lumOff val="50000"/>
                    <a:alpha val="5000"/>
                  </a:srgbClr>
                </a:solidFill>
                <a:ln w="12700" cap="rnd" cmpd="sng" algn="ctr">
                  <a:noFill/>
                  <a:prstDash val="solid"/>
                  <a:round/>
                  <a:headEnd/>
                  <a:tailEnd/>
                </a:ln>
                <a:effectLst/>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331" rtl="0" eaLnBrk="1" fontAlgn="auto" latinLnBrk="0" hangingPunct="1">
                    <a:lnSpc>
                      <a:spcPct val="120000"/>
                    </a:lnSpc>
                    <a:spcBef>
                      <a:spcPts val="0"/>
                    </a:spcBef>
                    <a:spcAft>
                      <a:spcPts val="0"/>
                    </a:spcAft>
                    <a:buClrTx/>
                    <a:buSzTx/>
                    <a:buFontTx/>
                    <a:buNone/>
                    <a:tabLst/>
                    <a:defRPr/>
                  </a:pPr>
                  <a:endParaRPr kumimoji="0" lang="zh-CN" altLang="en-US" sz="2800" b="1" i="0" u="none" strike="noStrike" kern="1200" cap="none" spc="0" normalizeH="0" baseline="0" noProof="0">
                    <a:ln>
                      <a:noFill/>
                    </a:ln>
                    <a:solidFill>
                      <a:srgbClr val="FFFFFF"/>
                    </a:solidFill>
                    <a:effectLst/>
                    <a:uLnTx/>
                    <a:uFillTx/>
                    <a:latin typeface="微软雅黑"/>
                    <a:ea typeface="微软雅黑"/>
                    <a:cs typeface="+mn-ea"/>
                    <a:sym typeface="+mn-lt"/>
                  </a:endParaRPr>
                </a:p>
              </p:txBody>
            </p:sp>
            <p:sp>
              <p:nvSpPr>
                <p:cNvPr id="38" name="椭圆 37">
                  <a:extLst>
                    <a:ext uri="{FF2B5EF4-FFF2-40B4-BE49-F238E27FC236}">
                      <a16:creationId xmlns:a16="http://schemas.microsoft.com/office/drawing/2014/main" id="{5E92FA0E-1E64-46B4-B080-1DF91B1D7240}"/>
                    </a:ext>
                  </a:extLst>
                </p:cNvPr>
                <p:cNvSpPr/>
                <p:nvPr/>
              </p:nvSpPr>
              <p:spPr>
                <a:xfrm>
                  <a:off x="2125039" y="1892140"/>
                  <a:ext cx="666536" cy="666534"/>
                </a:xfrm>
                <a:prstGeom prst="ellipse">
                  <a:avLst/>
                </a:prstGeom>
                <a:gradFill>
                  <a:gsLst>
                    <a:gs pos="0">
                      <a:srgbClr val="2B2B2B">
                        <a:lumMod val="60000"/>
                        <a:lumOff val="40000"/>
                      </a:srgbClr>
                    </a:gs>
                    <a:gs pos="60000">
                      <a:srgbClr val="2B2B2B"/>
                    </a:gs>
                  </a:gsLst>
                  <a:lin ang="2700000" scaled="0"/>
                </a:gradFill>
                <a:ln w="57150" cap="rnd" cmpd="sng" algn="ctr">
                  <a:noFill/>
                  <a:prstDash val="solid"/>
                  <a:round/>
                </a:ln>
                <a:effectLst>
                  <a:outerShdw blurRad="76200" dist="50800" dir="5400000" algn="ctr" rotWithShape="0">
                    <a:srgbClr val="2B2B2B">
                      <a:alpha val="20000"/>
                    </a:srgbClr>
                  </a:outerShdw>
                </a:effectLst>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3742" rtl="0" eaLnBrk="1" fontAlgn="auto" latinLnBrk="0" hangingPunct="1">
                    <a:lnSpc>
                      <a:spcPct val="130000"/>
                    </a:lnSpc>
                    <a:spcBef>
                      <a:spcPts val="0"/>
                    </a:spcBef>
                    <a:spcAft>
                      <a:spcPts val="0"/>
                    </a:spcAft>
                    <a:buClrTx/>
                    <a:buSzTx/>
                    <a:buFontTx/>
                    <a:buNone/>
                    <a:tabLst/>
                    <a:defRPr/>
                  </a:pPr>
                  <a:endParaRPr kumimoji="0" lang="zh-CN" altLang="en-US" sz="2000" b="1" i="0" u="none" strike="noStrike" kern="1200" cap="none" spc="0" normalizeH="0" baseline="0" noProof="0" dirty="0">
                    <a:ln>
                      <a:noFill/>
                    </a:ln>
                    <a:solidFill>
                      <a:srgbClr val="FFFFFF"/>
                    </a:solidFill>
                    <a:effectLst/>
                    <a:uLnTx/>
                    <a:uFillTx/>
                    <a:latin typeface="微软雅黑"/>
                    <a:ea typeface="微软雅黑"/>
                    <a:cs typeface="+mn-ea"/>
                    <a:sym typeface="+mn-lt"/>
                  </a:endParaRPr>
                </a:p>
              </p:txBody>
            </p:sp>
          </p:grpSp>
          <p:sp>
            <p:nvSpPr>
              <p:cNvPr id="36" name="文本框 25">
                <a:extLst>
                  <a:ext uri="{FF2B5EF4-FFF2-40B4-BE49-F238E27FC236}">
                    <a16:creationId xmlns:a16="http://schemas.microsoft.com/office/drawing/2014/main" id="{5706EDFF-941E-47BC-AFE8-F5A9FF224812}"/>
                  </a:ext>
                </a:extLst>
              </p:cNvPr>
              <p:cNvSpPr txBox="1"/>
              <p:nvPr/>
            </p:nvSpPr>
            <p:spPr>
              <a:xfrm>
                <a:off x="2785225" y="2164219"/>
                <a:ext cx="2530032" cy="528778"/>
              </a:xfrm>
              <a:prstGeom prst="rect">
                <a:avLst/>
              </a:prstGeom>
              <a:noFill/>
              <a:ln>
                <a:noFill/>
              </a:ln>
            </p:spPr>
            <p:txBody>
              <a:bodyPr wrap="square" lIns="91440" tIns="45720" rIns="91440" bIns="45720" anchor="ctr" anchorCtr="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20000"/>
                  </a:lnSpc>
                  <a:spcBef>
                    <a:spcPts val="0"/>
                  </a:spcBef>
                  <a:spcAft>
                    <a:spcPts val="0"/>
                  </a:spcAft>
                  <a:buClrTx/>
                  <a:buSzPct val="25000"/>
                  <a:buFontTx/>
                  <a:buNone/>
                  <a:tabLst/>
                  <a:defRPr/>
                </a:pPr>
                <a:r>
                  <a:rPr kumimoji="0" lang="zh-CN" altLang="en-US" b="1" i="0" u="none" strike="noStrike" kern="1200" cap="none" spc="0" normalizeH="0" baseline="0" noProof="0" dirty="0">
                    <a:ln>
                      <a:noFill/>
                    </a:ln>
                    <a:solidFill>
                      <a:srgbClr val="000000"/>
                    </a:solidFill>
                    <a:effectLst/>
                    <a:uLnTx/>
                    <a:uFillTx/>
                    <a:latin typeface="微软雅黑"/>
                    <a:ea typeface="微软雅黑"/>
                    <a:cs typeface="+mn-ea"/>
                    <a:sym typeface="+mn-lt"/>
                  </a:rPr>
                  <a:t>现有地图数据源</a:t>
                </a:r>
                <a:endParaRPr kumimoji="0" lang="en-US" altLang="zh-CN" b="1" i="0" u="none" strike="noStrike" kern="1200" cap="none" spc="0" normalizeH="0" baseline="0" noProof="0" dirty="0">
                  <a:ln>
                    <a:noFill/>
                  </a:ln>
                  <a:solidFill>
                    <a:srgbClr val="000000"/>
                  </a:solidFill>
                  <a:effectLst/>
                  <a:uLnTx/>
                  <a:uFillTx/>
                  <a:latin typeface="微软雅黑"/>
                  <a:ea typeface="微软雅黑"/>
                  <a:cs typeface="+mn-ea"/>
                  <a:sym typeface="+mn-lt"/>
                </a:endParaRPr>
              </a:p>
            </p:txBody>
          </p:sp>
        </p:grpSp>
        <p:pic>
          <p:nvPicPr>
            <p:cNvPr id="34" name="图片 33">
              <a:extLst>
                <a:ext uri="{FF2B5EF4-FFF2-40B4-BE49-F238E27FC236}">
                  <a16:creationId xmlns:a16="http://schemas.microsoft.com/office/drawing/2014/main" id="{435C5120-A3C1-4456-A290-ABFBC9BD99A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16833" y="1609607"/>
              <a:ext cx="250092" cy="250092"/>
            </a:xfrm>
            <a:prstGeom prst="rect">
              <a:avLst/>
            </a:prstGeom>
          </p:spPr>
        </p:pic>
      </p:grpSp>
      <p:grpSp>
        <p:nvGrpSpPr>
          <p:cNvPr id="56" name="组合 55">
            <a:extLst>
              <a:ext uri="{FF2B5EF4-FFF2-40B4-BE49-F238E27FC236}">
                <a16:creationId xmlns:a16="http://schemas.microsoft.com/office/drawing/2014/main" id="{E1CC42B2-19BF-4435-92DD-071F55A3A0F8}"/>
              </a:ext>
            </a:extLst>
          </p:cNvPr>
          <p:cNvGrpSpPr/>
          <p:nvPr/>
        </p:nvGrpSpPr>
        <p:grpSpPr>
          <a:xfrm>
            <a:off x="221925" y="2181440"/>
            <a:ext cx="2376264" cy="683207"/>
            <a:chOff x="206320" y="2476598"/>
            <a:chExt cx="2376264" cy="683207"/>
          </a:xfrm>
        </p:grpSpPr>
        <p:grpSp>
          <p:nvGrpSpPr>
            <p:cNvPr id="39" name="组合 38">
              <a:extLst>
                <a:ext uri="{FF2B5EF4-FFF2-40B4-BE49-F238E27FC236}">
                  <a16:creationId xmlns:a16="http://schemas.microsoft.com/office/drawing/2014/main" id="{0CD43E82-8A7D-4BE3-9AEF-DC619CFB122E}"/>
                </a:ext>
              </a:extLst>
            </p:cNvPr>
            <p:cNvGrpSpPr/>
            <p:nvPr/>
          </p:nvGrpSpPr>
          <p:grpSpPr>
            <a:xfrm>
              <a:off x="206320" y="2476598"/>
              <a:ext cx="2376264" cy="683207"/>
              <a:chOff x="1958252" y="3176728"/>
              <a:chExt cx="3168353" cy="910943"/>
            </a:xfrm>
          </p:grpSpPr>
          <p:grpSp>
            <p:nvGrpSpPr>
              <p:cNvPr id="40" name="组合 39">
                <a:extLst>
                  <a:ext uri="{FF2B5EF4-FFF2-40B4-BE49-F238E27FC236}">
                    <a16:creationId xmlns:a16="http://schemas.microsoft.com/office/drawing/2014/main" id="{29257ABB-6B3D-4B02-98A2-E05D64002FFC}"/>
                  </a:ext>
                </a:extLst>
              </p:cNvPr>
              <p:cNvGrpSpPr/>
              <p:nvPr/>
            </p:nvGrpSpPr>
            <p:grpSpPr>
              <a:xfrm>
                <a:off x="1958252" y="3176728"/>
                <a:ext cx="3168353" cy="910943"/>
                <a:chOff x="1964602" y="2973527"/>
                <a:chExt cx="3168353" cy="910943"/>
              </a:xfrm>
            </p:grpSpPr>
            <p:sp>
              <p:nvSpPr>
                <p:cNvPr id="42" name="圆角矩形 13">
                  <a:extLst>
                    <a:ext uri="{FF2B5EF4-FFF2-40B4-BE49-F238E27FC236}">
                      <a16:creationId xmlns:a16="http://schemas.microsoft.com/office/drawing/2014/main" id="{B41ACF35-0FEA-4E4B-A214-2125E866B16C}"/>
                    </a:ext>
                  </a:extLst>
                </p:cNvPr>
                <p:cNvSpPr/>
                <p:nvPr/>
              </p:nvSpPr>
              <p:spPr>
                <a:xfrm>
                  <a:off x="1964602" y="2973527"/>
                  <a:ext cx="3168353" cy="910943"/>
                </a:xfrm>
                <a:prstGeom prst="roundRect">
                  <a:avLst>
                    <a:gd name="adj" fmla="val 50000"/>
                  </a:avLst>
                </a:prstGeom>
                <a:solidFill>
                  <a:srgbClr val="000000">
                    <a:lumMod val="50000"/>
                    <a:lumOff val="50000"/>
                    <a:alpha val="5000"/>
                  </a:srgbClr>
                </a:solidFill>
                <a:ln w="12700" cap="rnd" cmpd="sng" algn="ctr">
                  <a:noFill/>
                  <a:prstDash val="solid"/>
                  <a:round/>
                  <a:headEnd/>
                  <a:tailEnd/>
                </a:ln>
                <a:effectLst/>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331" rtl="0" eaLnBrk="1" fontAlgn="auto" latinLnBrk="0" hangingPunct="1">
                    <a:lnSpc>
                      <a:spcPct val="120000"/>
                    </a:lnSpc>
                    <a:spcBef>
                      <a:spcPts val="0"/>
                    </a:spcBef>
                    <a:spcAft>
                      <a:spcPts val="0"/>
                    </a:spcAft>
                    <a:buClrTx/>
                    <a:buSzTx/>
                    <a:buFontTx/>
                    <a:buNone/>
                    <a:tabLst/>
                    <a:defRPr/>
                  </a:pPr>
                  <a:endParaRPr kumimoji="0" lang="zh-CN" altLang="en-US" sz="2800" b="1" i="0" u="none" strike="noStrike" kern="1200" cap="none" spc="0" normalizeH="0" baseline="0" noProof="0">
                    <a:ln>
                      <a:noFill/>
                    </a:ln>
                    <a:solidFill>
                      <a:srgbClr val="FFFFFF"/>
                    </a:solidFill>
                    <a:effectLst/>
                    <a:uLnTx/>
                    <a:uFillTx/>
                    <a:latin typeface="微软雅黑"/>
                    <a:ea typeface="微软雅黑"/>
                    <a:cs typeface="+mn-ea"/>
                    <a:sym typeface="+mn-lt"/>
                  </a:endParaRPr>
                </a:p>
              </p:txBody>
            </p:sp>
            <p:sp>
              <p:nvSpPr>
                <p:cNvPr id="43" name="椭圆 42">
                  <a:extLst>
                    <a:ext uri="{FF2B5EF4-FFF2-40B4-BE49-F238E27FC236}">
                      <a16:creationId xmlns:a16="http://schemas.microsoft.com/office/drawing/2014/main" id="{23538B15-5E17-4AFE-B7D6-0F350F262DE7}"/>
                    </a:ext>
                  </a:extLst>
                </p:cNvPr>
                <p:cNvSpPr/>
                <p:nvPr/>
              </p:nvSpPr>
              <p:spPr>
                <a:xfrm>
                  <a:off x="2125039" y="3095734"/>
                  <a:ext cx="666536" cy="666534"/>
                </a:xfrm>
                <a:prstGeom prst="ellipse">
                  <a:avLst/>
                </a:prstGeom>
                <a:gradFill>
                  <a:gsLst>
                    <a:gs pos="0">
                      <a:srgbClr val="016371">
                        <a:lumMod val="60000"/>
                        <a:lumOff val="40000"/>
                      </a:srgbClr>
                    </a:gs>
                    <a:gs pos="60000">
                      <a:srgbClr val="016371"/>
                    </a:gs>
                  </a:gsLst>
                  <a:lin ang="2700000" scaled="0"/>
                </a:gradFill>
                <a:ln w="57150" cap="rnd" cmpd="sng" algn="ctr">
                  <a:noFill/>
                  <a:prstDash val="solid"/>
                  <a:round/>
                </a:ln>
                <a:effectLst>
                  <a:outerShdw blurRad="76200" dist="50800" dir="5400000" algn="ctr" rotWithShape="0">
                    <a:srgbClr val="016371">
                      <a:alpha val="20000"/>
                    </a:srgbClr>
                  </a:outerShdw>
                </a:effectLst>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3742" rtl="0" eaLnBrk="1" fontAlgn="auto" latinLnBrk="0" hangingPunct="1">
                    <a:lnSpc>
                      <a:spcPct val="130000"/>
                    </a:lnSpc>
                    <a:spcBef>
                      <a:spcPts val="0"/>
                    </a:spcBef>
                    <a:spcAft>
                      <a:spcPts val="0"/>
                    </a:spcAft>
                    <a:buClrTx/>
                    <a:buSzTx/>
                    <a:buFontTx/>
                    <a:buNone/>
                    <a:tabLst/>
                    <a:defRPr/>
                  </a:pPr>
                  <a:endParaRPr kumimoji="0" lang="zh-CN" altLang="en-US" sz="2000" b="1" i="0" u="none" strike="noStrike" kern="1200" cap="none" spc="0" normalizeH="0" baseline="0" noProof="0" dirty="0">
                    <a:ln>
                      <a:noFill/>
                    </a:ln>
                    <a:solidFill>
                      <a:srgbClr val="FFFFFF"/>
                    </a:solidFill>
                    <a:effectLst/>
                    <a:uLnTx/>
                    <a:uFillTx/>
                    <a:latin typeface="微软雅黑"/>
                    <a:ea typeface="微软雅黑"/>
                    <a:cs typeface="+mn-ea"/>
                    <a:sym typeface="+mn-lt"/>
                  </a:endParaRPr>
                </a:p>
              </p:txBody>
            </p:sp>
          </p:grpSp>
          <p:sp>
            <p:nvSpPr>
              <p:cNvPr id="41" name="文本框 19">
                <a:extLst>
                  <a:ext uri="{FF2B5EF4-FFF2-40B4-BE49-F238E27FC236}">
                    <a16:creationId xmlns:a16="http://schemas.microsoft.com/office/drawing/2014/main" id="{CDDAF51A-3C89-482D-9348-F99F558DD73D}"/>
                  </a:ext>
                </a:extLst>
              </p:cNvPr>
              <p:cNvSpPr txBox="1"/>
              <p:nvPr/>
            </p:nvSpPr>
            <p:spPr>
              <a:xfrm>
                <a:off x="2785226" y="3353471"/>
                <a:ext cx="2149358" cy="528778"/>
              </a:xfrm>
              <a:prstGeom prst="rect">
                <a:avLst/>
              </a:prstGeom>
              <a:noFill/>
              <a:ln>
                <a:noFill/>
              </a:ln>
            </p:spPr>
            <p:txBody>
              <a:bodyPr wrap="square" lIns="91440" tIns="45720" rIns="91440" bIns="45720" anchor="ctr" anchorCtr="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20000"/>
                  </a:lnSpc>
                  <a:spcBef>
                    <a:spcPts val="0"/>
                  </a:spcBef>
                  <a:spcAft>
                    <a:spcPts val="0"/>
                  </a:spcAft>
                  <a:buClrTx/>
                  <a:buSzPct val="25000"/>
                  <a:buFontTx/>
                  <a:buNone/>
                  <a:tabLst/>
                  <a:defRPr/>
                </a:pPr>
                <a:r>
                  <a:rPr lang="zh-CN" altLang="en-US" b="1" dirty="0">
                    <a:solidFill>
                      <a:srgbClr val="000000"/>
                    </a:solidFill>
                    <a:latin typeface="微软雅黑"/>
                    <a:ea typeface="微软雅黑"/>
                    <a:cs typeface="+mn-ea"/>
                    <a:sym typeface="+mn-lt"/>
                  </a:rPr>
                  <a:t>图谱</a:t>
                </a:r>
                <a:r>
                  <a:rPr kumimoji="0" lang="zh-CN" altLang="en-US" b="1" i="0" u="none" strike="noStrike" kern="1200" cap="none" spc="0" normalizeH="0" baseline="0" noProof="0" dirty="0">
                    <a:ln>
                      <a:noFill/>
                    </a:ln>
                    <a:solidFill>
                      <a:srgbClr val="000000"/>
                    </a:solidFill>
                    <a:effectLst/>
                    <a:uLnTx/>
                    <a:uFillTx/>
                    <a:latin typeface="微软雅黑"/>
                    <a:ea typeface="微软雅黑"/>
                    <a:cs typeface="+mn-ea"/>
                    <a:sym typeface="+mn-lt"/>
                  </a:rPr>
                  <a:t>实体填充</a:t>
                </a:r>
                <a:endParaRPr kumimoji="0" lang="en-US" altLang="zh-CN" b="1" i="0" u="none" strike="noStrike" kern="1200" cap="none" spc="0" normalizeH="0" baseline="0" noProof="0" dirty="0">
                  <a:ln>
                    <a:noFill/>
                  </a:ln>
                  <a:solidFill>
                    <a:srgbClr val="000000"/>
                  </a:solidFill>
                  <a:effectLst/>
                  <a:uLnTx/>
                  <a:uFillTx/>
                  <a:latin typeface="微软雅黑"/>
                  <a:ea typeface="微软雅黑"/>
                  <a:cs typeface="+mn-ea"/>
                  <a:sym typeface="+mn-lt"/>
                </a:endParaRPr>
              </a:p>
            </p:txBody>
          </p:sp>
        </p:grpSp>
        <p:pic>
          <p:nvPicPr>
            <p:cNvPr id="44" name="图片 43">
              <a:extLst>
                <a:ext uri="{FF2B5EF4-FFF2-40B4-BE49-F238E27FC236}">
                  <a16:creationId xmlns:a16="http://schemas.microsoft.com/office/drawing/2014/main" id="{738B454D-2DFC-4E88-8F2B-614C921E1098}"/>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35902" y="2659428"/>
              <a:ext cx="281394" cy="281394"/>
            </a:xfrm>
            <a:prstGeom prst="rect">
              <a:avLst/>
            </a:prstGeom>
          </p:spPr>
        </p:pic>
      </p:grpSp>
      <p:grpSp>
        <p:nvGrpSpPr>
          <p:cNvPr id="45" name="组合 44">
            <a:extLst>
              <a:ext uri="{FF2B5EF4-FFF2-40B4-BE49-F238E27FC236}">
                <a16:creationId xmlns:a16="http://schemas.microsoft.com/office/drawing/2014/main" id="{33AF5CE4-3925-41E3-99F3-6675C0A058FF}"/>
              </a:ext>
            </a:extLst>
          </p:cNvPr>
          <p:cNvGrpSpPr/>
          <p:nvPr/>
        </p:nvGrpSpPr>
        <p:grpSpPr>
          <a:xfrm>
            <a:off x="221925" y="3435846"/>
            <a:ext cx="2429185" cy="683207"/>
            <a:chOff x="971601" y="3225012"/>
            <a:chExt cx="2429185" cy="683207"/>
          </a:xfrm>
        </p:grpSpPr>
        <p:grpSp>
          <p:nvGrpSpPr>
            <p:cNvPr id="46" name="组合 45">
              <a:extLst>
                <a:ext uri="{FF2B5EF4-FFF2-40B4-BE49-F238E27FC236}">
                  <a16:creationId xmlns:a16="http://schemas.microsoft.com/office/drawing/2014/main" id="{DE4B67FD-9FE7-4DED-AACB-C3B78D68EC6C}"/>
                </a:ext>
              </a:extLst>
            </p:cNvPr>
            <p:cNvGrpSpPr/>
            <p:nvPr/>
          </p:nvGrpSpPr>
          <p:grpSpPr>
            <a:xfrm>
              <a:off x="971601" y="3225012"/>
              <a:ext cx="2429185" cy="683207"/>
              <a:chOff x="1958253" y="4380321"/>
              <a:chExt cx="3238914" cy="910943"/>
            </a:xfrm>
          </p:grpSpPr>
          <p:grpSp>
            <p:nvGrpSpPr>
              <p:cNvPr id="48" name="组合 47">
                <a:extLst>
                  <a:ext uri="{FF2B5EF4-FFF2-40B4-BE49-F238E27FC236}">
                    <a16:creationId xmlns:a16="http://schemas.microsoft.com/office/drawing/2014/main" id="{C17FC55D-3B9A-432F-A9FF-D6F882ED096A}"/>
                  </a:ext>
                </a:extLst>
              </p:cNvPr>
              <p:cNvGrpSpPr/>
              <p:nvPr/>
            </p:nvGrpSpPr>
            <p:grpSpPr>
              <a:xfrm>
                <a:off x="1958253" y="4380321"/>
                <a:ext cx="3168351" cy="910943"/>
                <a:chOff x="1964603" y="4177120"/>
                <a:chExt cx="3168351" cy="910943"/>
              </a:xfrm>
            </p:grpSpPr>
            <p:sp>
              <p:nvSpPr>
                <p:cNvPr id="50" name="圆角矩形 14">
                  <a:extLst>
                    <a:ext uri="{FF2B5EF4-FFF2-40B4-BE49-F238E27FC236}">
                      <a16:creationId xmlns:a16="http://schemas.microsoft.com/office/drawing/2014/main" id="{07EC2310-D34C-45F6-B8A4-D0C05261F4A8}"/>
                    </a:ext>
                  </a:extLst>
                </p:cNvPr>
                <p:cNvSpPr/>
                <p:nvPr/>
              </p:nvSpPr>
              <p:spPr>
                <a:xfrm>
                  <a:off x="1964603" y="4177120"/>
                  <a:ext cx="3168351" cy="910943"/>
                </a:xfrm>
                <a:prstGeom prst="roundRect">
                  <a:avLst>
                    <a:gd name="adj" fmla="val 50000"/>
                  </a:avLst>
                </a:prstGeom>
                <a:solidFill>
                  <a:srgbClr val="000000">
                    <a:lumMod val="50000"/>
                    <a:lumOff val="50000"/>
                    <a:alpha val="5000"/>
                  </a:srgbClr>
                </a:solidFill>
                <a:ln w="12700" cap="rnd" cmpd="sng" algn="ctr">
                  <a:noFill/>
                  <a:prstDash val="solid"/>
                  <a:round/>
                  <a:headEnd/>
                  <a:tailEnd/>
                </a:ln>
                <a:effectLst/>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331" rtl="0" eaLnBrk="1" fontAlgn="auto" latinLnBrk="0" hangingPunct="1">
                    <a:lnSpc>
                      <a:spcPct val="120000"/>
                    </a:lnSpc>
                    <a:spcBef>
                      <a:spcPts val="0"/>
                    </a:spcBef>
                    <a:spcAft>
                      <a:spcPts val="0"/>
                    </a:spcAft>
                    <a:buClrTx/>
                    <a:buSzTx/>
                    <a:buFontTx/>
                    <a:buNone/>
                    <a:tabLst/>
                    <a:defRPr/>
                  </a:pPr>
                  <a:endParaRPr kumimoji="0" lang="zh-CN" altLang="en-US" sz="2800" b="1" i="0" u="none" strike="noStrike" kern="1200" cap="none" spc="0" normalizeH="0" baseline="0" noProof="0">
                    <a:ln>
                      <a:noFill/>
                    </a:ln>
                    <a:solidFill>
                      <a:srgbClr val="FFFFFF"/>
                    </a:solidFill>
                    <a:effectLst/>
                    <a:uLnTx/>
                    <a:uFillTx/>
                    <a:latin typeface="微软雅黑"/>
                    <a:ea typeface="微软雅黑"/>
                    <a:cs typeface="+mn-ea"/>
                    <a:sym typeface="+mn-lt"/>
                  </a:endParaRPr>
                </a:p>
              </p:txBody>
            </p:sp>
            <p:sp>
              <p:nvSpPr>
                <p:cNvPr id="51" name="椭圆 50">
                  <a:extLst>
                    <a:ext uri="{FF2B5EF4-FFF2-40B4-BE49-F238E27FC236}">
                      <a16:creationId xmlns:a16="http://schemas.microsoft.com/office/drawing/2014/main" id="{BD019896-636E-496A-8070-9E9CFA9CEC1D}"/>
                    </a:ext>
                  </a:extLst>
                </p:cNvPr>
                <p:cNvSpPr/>
                <p:nvPr/>
              </p:nvSpPr>
              <p:spPr>
                <a:xfrm>
                  <a:off x="2125039" y="4299325"/>
                  <a:ext cx="666536" cy="666534"/>
                </a:xfrm>
                <a:prstGeom prst="ellipse">
                  <a:avLst/>
                </a:prstGeom>
                <a:gradFill>
                  <a:gsLst>
                    <a:gs pos="0">
                      <a:srgbClr val="2B2B2B">
                        <a:lumMod val="60000"/>
                        <a:lumOff val="40000"/>
                      </a:srgbClr>
                    </a:gs>
                    <a:gs pos="60000">
                      <a:srgbClr val="2B2B2B"/>
                    </a:gs>
                  </a:gsLst>
                  <a:lin ang="2700000" scaled="0"/>
                </a:gradFill>
                <a:ln w="57150" cap="rnd" cmpd="sng" algn="ctr">
                  <a:noFill/>
                  <a:prstDash val="solid"/>
                  <a:round/>
                </a:ln>
                <a:effectLst>
                  <a:outerShdw blurRad="76200" dist="50800" dir="5400000" algn="ctr" rotWithShape="0">
                    <a:srgbClr val="2B2B2B">
                      <a:alpha val="20000"/>
                    </a:srgbClr>
                  </a:outerShdw>
                </a:effectLst>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3742" rtl="0" eaLnBrk="1" fontAlgn="auto" latinLnBrk="0" hangingPunct="1">
                    <a:lnSpc>
                      <a:spcPct val="130000"/>
                    </a:lnSpc>
                    <a:spcBef>
                      <a:spcPts val="0"/>
                    </a:spcBef>
                    <a:spcAft>
                      <a:spcPts val="0"/>
                    </a:spcAft>
                    <a:buClrTx/>
                    <a:buSzTx/>
                    <a:buFontTx/>
                    <a:buNone/>
                    <a:tabLst/>
                    <a:defRPr/>
                  </a:pPr>
                  <a:endParaRPr kumimoji="0" lang="zh-CN" altLang="en-US" sz="2000" b="1" i="0" u="none" strike="noStrike" kern="1200" cap="none" spc="0" normalizeH="0" baseline="0" noProof="0" dirty="0">
                    <a:ln>
                      <a:noFill/>
                    </a:ln>
                    <a:solidFill>
                      <a:srgbClr val="FFFFFF"/>
                    </a:solidFill>
                    <a:effectLst/>
                    <a:uLnTx/>
                    <a:uFillTx/>
                    <a:latin typeface="微软雅黑"/>
                    <a:ea typeface="微软雅黑"/>
                    <a:cs typeface="+mn-ea"/>
                    <a:sym typeface="+mn-lt"/>
                  </a:endParaRPr>
                </a:p>
              </p:txBody>
            </p:sp>
          </p:grpSp>
          <p:sp>
            <p:nvSpPr>
              <p:cNvPr id="49" name="文本框 13">
                <a:extLst>
                  <a:ext uri="{FF2B5EF4-FFF2-40B4-BE49-F238E27FC236}">
                    <a16:creationId xmlns:a16="http://schemas.microsoft.com/office/drawing/2014/main" id="{41C494BF-DDBE-4124-ADBF-2162259C135D}"/>
                  </a:ext>
                </a:extLst>
              </p:cNvPr>
              <p:cNvSpPr txBox="1"/>
              <p:nvPr/>
            </p:nvSpPr>
            <p:spPr>
              <a:xfrm>
                <a:off x="2785225" y="4542724"/>
                <a:ext cx="2411942" cy="528778"/>
              </a:xfrm>
              <a:prstGeom prst="rect">
                <a:avLst/>
              </a:prstGeom>
              <a:noFill/>
              <a:ln>
                <a:noFill/>
              </a:ln>
            </p:spPr>
            <p:txBody>
              <a:bodyPr wrap="square" lIns="91440" tIns="45720" rIns="91440" bIns="45720" anchor="ctr" anchorCtr="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20000"/>
                  </a:lnSpc>
                  <a:spcBef>
                    <a:spcPts val="0"/>
                  </a:spcBef>
                  <a:spcAft>
                    <a:spcPts val="0"/>
                  </a:spcAft>
                  <a:buClrTx/>
                  <a:buSzPct val="25000"/>
                  <a:buFontTx/>
                  <a:buNone/>
                  <a:tabLst/>
                  <a:defRPr/>
                </a:pPr>
                <a:r>
                  <a:rPr kumimoji="0" lang="zh-CN" altLang="en-US" b="1" i="0" u="none" strike="noStrike" kern="1200" cap="none" spc="0" normalizeH="0" baseline="0" noProof="0" dirty="0">
                    <a:ln>
                      <a:noFill/>
                    </a:ln>
                    <a:solidFill>
                      <a:srgbClr val="000000"/>
                    </a:solidFill>
                    <a:effectLst/>
                    <a:uLnTx/>
                    <a:uFillTx/>
                    <a:latin typeface="微软雅黑"/>
                    <a:ea typeface="微软雅黑"/>
                    <a:cs typeface="+mn-ea"/>
                    <a:sym typeface="+mn-lt"/>
                  </a:rPr>
                  <a:t>图谱关系填充</a:t>
                </a:r>
                <a:endParaRPr kumimoji="0" lang="en-US" altLang="zh-CN" b="1" i="0" u="none" strike="noStrike" kern="1200" cap="none" spc="0" normalizeH="0" baseline="0" noProof="0" dirty="0">
                  <a:ln>
                    <a:noFill/>
                  </a:ln>
                  <a:solidFill>
                    <a:srgbClr val="000000"/>
                  </a:solidFill>
                  <a:effectLst/>
                  <a:uLnTx/>
                  <a:uFillTx/>
                  <a:latin typeface="微软雅黑"/>
                  <a:ea typeface="微软雅黑"/>
                  <a:cs typeface="+mn-ea"/>
                  <a:sym typeface="+mn-lt"/>
                </a:endParaRPr>
              </a:p>
            </p:txBody>
          </p:sp>
        </p:grpSp>
        <p:pic>
          <p:nvPicPr>
            <p:cNvPr id="47" name="图片 46">
              <a:extLst>
                <a:ext uri="{FF2B5EF4-FFF2-40B4-BE49-F238E27FC236}">
                  <a16:creationId xmlns:a16="http://schemas.microsoft.com/office/drawing/2014/main" id="{455CDDBC-A684-4339-A5AE-D2999CB62C53}"/>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flipH="1">
              <a:off x="1227516" y="3424764"/>
              <a:ext cx="255529" cy="255529"/>
            </a:xfrm>
            <a:prstGeom prst="rect">
              <a:avLst/>
            </a:prstGeom>
          </p:spPr>
        </p:pic>
      </p:grpSp>
      <p:sp>
        <p:nvSpPr>
          <p:cNvPr id="4" name="矩形 3">
            <a:extLst>
              <a:ext uri="{FF2B5EF4-FFF2-40B4-BE49-F238E27FC236}">
                <a16:creationId xmlns:a16="http://schemas.microsoft.com/office/drawing/2014/main" id="{42B2B630-7EB1-47EA-B349-06669199BE7A}"/>
              </a:ext>
            </a:extLst>
          </p:cNvPr>
          <p:cNvSpPr/>
          <p:nvPr/>
        </p:nvSpPr>
        <p:spPr>
          <a:xfrm>
            <a:off x="467156" y="1391624"/>
            <a:ext cx="2736691" cy="701346"/>
          </a:xfrm>
          <a:prstGeom prst="rect">
            <a:avLst/>
          </a:prstGeom>
        </p:spPr>
        <p:txBody>
          <a:bodyPr wrap="square">
            <a:spAutoFit/>
          </a:bodyPr>
          <a:lstStyle/>
          <a:p>
            <a:pPr marL="285750" indent="-285750" defTabSz="685324">
              <a:lnSpc>
                <a:spcPct val="130000"/>
              </a:lnSpc>
              <a:buFont typeface="Arial" panose="020B0604020202020204" pitchFamily="34" charset="0"/>
              <a:buChar char="•"/>
            </a:pPr>
            <a:r>
              <a:rPr lang="zh-CN" altLang="en-US" sz="1600" dirty="0">
                <a:solidFill>
                  <a:srgbClr val="000000"/>
                </a:solidFill>
                <a:cs typeface="+mn-ea"/>
                <a:sym typeface="+mn-lt"/>
              </a:rPr>
              <a:t>现有地图文档、制图成果</a:t>
            </a:r>
            <a:br>
              <a:rPr lang="en-US" altLang="zh-CN" sz="1600" dirty="0">
                <a:solidFill>
                  <a:srgbClr val="000000"/>
                </a:solidFill>
                <a:cs typeface="+mn-ea"/>
                <a:sym typeface="+mn-lt"/>
              </a:rPr>
            </a:br>
            <a:r>
              <a:rPr lang="zh-CN" altLang="en-US" sz="1600" dirty="0">
                <a:solidFill>
                  <a:srgbClr val="000000"/>
                </a:solidFill>
                <a:cs typeface="+mn-ea"/>
                <a:sym typeface="+mn-lt"/>
              </a:rPr>
              <a:t>构成图谱数据源</a:t>
            </a:r>
            <a:endParaRPr lang="en-US" altLang="zh-CN" sz="1600" dirty="0">
              <a:solidFill>
                <a:srgbClr val="016371"/>
              </a:solidFill>
              <a:cs typeface="+mn-ea"/>
              <a:sym typeface="+mn-lt"/>
            </a:endParaRPr>
          </a:p>
        </p:txBody>
      </p:sp>
      <p:sp>
        <p:nvSpPr>
          <p:cNvPr id="57" name="矩形 56">
            <a:extLst>
              <a:ext uri="{FF2B5EF4-FFF2-40B4-BE49-F238E27FC236}">
                <a16:creationId xmlns:a16="http://schemas.microsoft.com/office/drawing/2014/main" id="{9BD2429B-0437-4D4A-8A2D-5C02B03E90DD}"/>
              </a:ext>
            </a:extLst>
          </p:cNvPr>
          <p:cNvSpPr/>
          <p:nvPr/>
        </p:nvSpPr>
        <p:spPr>
          <a:xfrm>
            <a:off x="450874" y="2910572"/>
            <a:ext cx="2769253" cy="381258"/>
          </a:xfrm>
          <a:prstGeom prst="rect">
            <a:avLst/>
          </a:prstGeom>
        </p:spPr>
        <p:txBody>
          <a:bodyPr wrap="square">
            <a:spAutoFit/>
          </a:bodyPr>
          <a:lstStyle/>
          <a:p>
            <a:pPr marL="285750" indent="-285750" defTabSz="685324">
              <a:lnSpc>
                <a:spcPct val="130000"/>
              </a:lnSpc>
              <a:buFont typeface="Arial" panose="020B0604020202020204" pitchFamily="34" charset="0"/>
              <a:buChar char="•"/>
            </a:pPr>
            <a:r>
              <a:rPr lang="zh-CN" altLang="en-US" sz="1600" dirty="0">
                <a:solidFill>
                  <a:srgbClr val="000000"/>
                </a:solidFill>
                <a:cs typeface="+mn-ea"/>
                <a:sym typeface="+mn-lt"/>
              </a:rPr>
              <a:t>地图、图层、符号等实体</a:t>
            </a:r>
            <a:endParaRPr lang="en-US" altLang="zh-CN" sz="1600" dirty="0">
              <a:solidFill>
                <a:srgbClr val="000000"/>
              </a:solidFill>
              <a:cs typeface="+mn-ea"/>
              <a:sym typeface="+mn-lt"/>
            </a:endParaRPr>
          </a:p>
        </p:txBody>
      </p:sp>
      <p:sp>
        <p:nvSpPr>
          <p:cNvPr id="58" name="矩形 57">
            <a:extLst>
              <a:ext uri="{FF2B5EF4-FFF2-40B4-BE49-F238E27FC236}">
                <a16:creationId xmlns:a16="http://schemas.microsoft.com/office/drawing/2014/main" id="{0116833B-2B57-4C80-8C71-6E77A86B714F}"/>
              </a:ext>
            </a:extLst>
          </p:cNvPr>
          <p:cNvSpPr/>
          <p:nvPr/>
        </p:nvSpPr>
        <p:spPr>
          <a:xfrm>
            <a:off x="477840" y="4109958"/>
            <a:ext cx="2798016" cy="701346"/>
          </a:xfrm>
          <a:prstGeom prst="rect">
            <a:avLst/>
          </a:prstGeom>
        </p:spPr>
        <p:txBody>
          <a:bodyPr wrap="square">
            <a:spAutoFit/>
          </a:bodyPr>
          <a:lstStyle/>
          <a:p>
            <a:pPr marL="285750" indent="-285750" defTabSz="685324">
              <a:lnSpc>
                <a:spcPct val="130000"/>
              </a:lnSpc>
              <a:buFont typeface="Arial" panose="020B0604020202020204" pitchFamily="34" charset="0"/>
              <a:buChar char="•"/>
            </a:pPr>
            <a:r>
              <a:rPr lang="zh-CN" altLang="en-US" sz="1600" dirty="0">
                <a:solidFill>
                  <a:srgbClr val="000000"/>
                </a:solidFill>
                <a:cs typeface="+mn-ea"/>
                <a:sym typeface="+mn-lt"/>
              </a:rPr>
              <a:t>制图区域、主题额外添加相似性描述</a:t>
            </a:r>
            <a:endParaRPr lang="en-US" altLang="zh-CN" sz="1600" dirty="0">
              <a:solidFill>
                <a:srgbClr val="016371"/>
              </a:solidFill>
              <a:cs typeface="+mn-ea"/>
              <a:sym typeface="+mn-lt"/>
            </a:endParaRPr>
          </a:p>
        </p:txBody>
      </p:sp>
      <p:grpSp>
        <p:nvGrpSpPr>
          <p:cNvPr id="63" name="组合 62">
            <a:extLst>
              <a:ext uri="{FF2B5EF4-FFF2-40B4-BE49-F238E27FC236}">
                <a16:creationId xmlns:a16="http://schemas.microsoft.com/office/drawing/2014/main" id="{E49DD9A5-6C58-4A94-894C-304AD0FC4D5A}"/>
              </a:ext>
            </a:extLst>
          </p:cNvPr>
          <p:cNvGrpSpPr/>
          <p:nvPr/>
        </p:nvGrpSpPr>
        <p:grpSpPr>
          <a:xfrm>
            <a:off x="-3" y="85172"/>
            <a:ext cx="4211963" cy="447238"/>
            <a:chOff x="-10956" y="85171"/>
            <a:chExt cx="2940485" cy="447238"/>
          </a:xfrm>
        </p:grpSpPr>
        <p:sp>
          <p:nvSpPr>
            <p:cNvPr id="64" name="矩形 1">
              <a:extLst>
                <a:ext uri="{FF2B5EF4-FFF2-40B4-BE49-F238E27FC236}">
                  <a16:creationId xmlns:a16="http://schemas.microsoft.com/office/drawing/2014/main" id="{FCCB1C2C-EAC9-4243-9B45-D514BF9C6BA4}"/>
                </a:ext>
              </a:extLst>
            </p:cNvPr>
            <p:cNvSpPr/>
            <p:nvPr/>
          </p:nvSpPr>
          <p:spPr>
            <a:xfrm>
              <a:off x="-10956" y="123478"/>
              <a:ext cx="2900474" cy="408931"/>
            </a:xfrm>
            <a:custGeom>
              <a:avLst/>
              <a:gdLst>
                <a:gd name="connsiteX0" fmla="*/ 0 w 4211960"/>
                <a:gd name="connsiteY0" fmla="*/ 0 h 2088232"/>
                <a:gd name="connsiteX1" fmla="*/ 4211960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101133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281963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319192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712023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11960" h="2088232">
                  <a:moveTo>
                    <a:pt x="0" y="0"/>
                  </a:moveTo>
                  <a:lnTo>
                    <a:pt x="3712023" y="0"/>
                  </a:lnTo>
                  <a:lnTo>
                    <a:pt x="4211960" y="2088232"/>
                  </a:lnTo>
                  <a:lnTo>
                    <a:pt x="0" y="2088232"/>
                  </a:lnTo>
                  <a:lnTo>
                    <a:pt x="0" y="0"/>
                  </a:lnTo>
                  <a:close/>
                </a:path>
              </a:pathLst>
            </a:custGeom>
            <a:solidFill>
              <a:srgbClr val="0163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8">
                <a:lnSpc>
                  <a:spcPct val="120000"/>
                </a:lnSpc>
              </a:pPr>
              <a:endParaRPr lang="zh-CN" altLang="en-US" sz="2400">
                <a:solidFill>
                  <a:srgbClr val="FFFFFF"/>
                </a:solidFill>
                <a:latin typeface="微软雅黑"/>
                <a:ea typeface="微软雅黑"/>
                <a:cs typeface="+mn-ea"/>
                <a:sym typeface="+mn-lt"/>
              </a:endParaRPr>
            </a:p>
          </p:txBody>
        </p:sp>
        <p:sp>
          <p:nvSpPr>
            <p:cNvPr id="65" name="文本框 64">
              <a:extLst>
                <a:ext uri="{FF2B5EF4-FFF2-40B4-BE49-F238E27FC236}">
                  <a16:creationId xmlns:a16="http://schemas.microsoft.com/office/drawing/2014/main" id="{6C094BBF-4252-4DE4-B67D-6A416B6083AD}"/>
                </a:ext>
              </a:extLst>
            </p:cNvPr>
            <p:cNvSpPr txBox="1"/>
            <p:nvPr/>
          </p:nvSpPr>
          <p:spPr>
            <a:xfrm>
              <a:off x="-10955" y="85171"/>
              <a:ext cx="2940484" cy="447238"/>
            </a:xfrm>
            <a:prstGeom prst="rect">
              <a:avLst/>
            </a:prstGeom>
            <a:noFill/>
          </p:spPr>
          <p:txBody>
            <a:bodyPr wrap="square" rtlCol="0">
              <a:spAutoFit/>
            </a:bodyPr>
            <a:lstStyle/>
            <a:p>
              <a:pPr defTabSz="914378">
                <a:lnSpc>
                  <a:spcPct val="120000"/>
                </a:lnSpc>
              </a:pPr>
              <a:r>
                <a:rPr lang="en-US" altLang="zh-CN" sz="2100" dirty="0">
                  <a:solidFill>
                    <a:srgbClr val="FFFFFF"/>
                  </a:solidFill>
                  <a:latin typeface="微软雅黑"/>
                  <a:ea typeface="微软雅黑"/>
                  <a:cs typeface="+mn-ea"/>
                  <a:sym typeface="+mn-lt"/>
                </a:rPr>
                <a:t>2.2 </a:t>
              </a:r>
              <a:r>
                <a:rPr lang="zh-CN" altLang="en-US" sz="2100" dirty="0">
                  <a:solidFill>
                    <a:srgbClr val="FFFFFF"/>
                  </a:solidFill>
                  <a:cs typeface="+mn-ea"/>
                  <a:sym typeface="+mn-lt"/>
                </a:rPr>
                <a:t>地图知识图谱构建与应用</a:t>
              </a:r>
              <a:endParaRPr lang="en-US" altLang="zh-CN" sz="2100" dirty="0">
                <a:solidFill>
                  <a:srgbClr val="FFFFFF"/>
                </a:solidFill>
                <a:cs typeface="+mn-ea"/>
                <a:sym typeface="+mn-lt"/>
              </a:endParaRPr>
            </a:p>
          </p:txBody>
        </p:sp>
      </p:grpSp>
    </p:spTree>
    <p:extLst>
      <p:ext uri="{BB962C8B-B14F-4D97-AF65-F5344CB8AC3E}">
        <p14:creationId xmlns:p14="http://schemas.microsoft.com/office/powerpoint/2010/main" val="394446073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iṧļïḑe">
            <a:extLst>
              <a:ext uri="{FF2B5EF4-FFF2-40B4-BE49-F238E27FC236}">
                <a16:creationId xmlns:a16="http://schemas.microsoft.com/office/drawing/2014/main" id="{4A6B7D3F-57E1-4112-BF52-347729A5FF2B}"/>
              </a:ext>
            </a:extLst>
          </p:cNvPr>
          <p:cNvSpPr txBox="1"/>
          <p:nvPr/>
        </p:nvSpPr>
        <p:spPr bwMode="auto">
          <a:xfrm>
            <a:off x="282787" y="574603"/>
            <a:ext cx="4641114" cy="30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marL="285750" indent="-285750" defTabSz="685783">
              <a:lnSpc>
                <a:spcPct val="120000"/>
              </a:lnSpc>
              <a:spcBef>
                <a:spcPct val="0"/>
              </a:spcBef>
              <a:buFont typeface="Wingdings" panose="05000000000000000000" pitchFamily="2" charset="2"/>
              <a:buChar char="u"/>
            </a:pPr>
            <a:r>
              <a:rPr lang="zh-CN" altLang="en-US" sz="2000" b="1" dirty="0">
                <a:solidFill>
                  <a:srgbClr val="000000"/>
                </a:solidFill>
                <a:latin typeface="微软雅黑"/>
                <a:ea typeface="微软雅黑"/>
                <a:cs typeface="+mn-ea"/>
                <a:sym typeface="+mn-lt"/>
              </a:rPr>
              <a:t> 知识获取基本框架</a:t>
            </a:r>
            <a:endParaRPr lang="en-US" altLang="zh-CN" sz="2000" b="1" dirty="0">
              <a:solidFill>
                <a:srgbClr val="000000"/>
              </a:solidFill>
              <a:latin typeface="微软雅黑"/>
              <a:ea typeface="微软雅黑"/>
              <a:cs typeface="+mn-ea"/>
              <a:sym typeface="+mn-lt"/>
            </a:endParaRPr>
          </a:p>
        </p:txBody>
      </p:sp>
      <p:grpSp>
        <p:nvGrpSpPr>
          <p:cNvPr id="12" name="组合 11">
            <a:extLst>
              <a:ext uri="{FF2B5EF4-FFF2-40B4-BE49-F238E27FC236}">
                <a16:creationId xmlns:a16="http://schemas.microsoft.com/office/drawing/2014/main" id="{DCFB0583-0AD7-4422-BE1B-884D898D5287}"/>
              </a:ext>
            </a:extLst>
          </p:cNvPr>
          <p:cNvGrpSpPr/>
          <p:nvPr/>
        </p:nvGrpSpPr>
        <p:grpSpPr>
          <a:xfrm>
            <a:off x="251199" y="1200216"/>
            <a:ext cx="3745180" cy="958673"/>
            <a:chOff x="251199" y="1200216"/>
            <a:chExt cx="3654128" cy="958673"/>
          </a:xfrm>
        </p:grpSpPr>
        <p:sp>
          <p:nvSpPr>
            <p:cNvPr id="35" name="í$1ïďê">
              <a:extLst>
                <a:ext uri="{FF2B5EF4-FFF2-40B4-BE49-F238E27FC236}">
                  <a16:creationId xmlns:a16="http://schemas.microsoft.com/office/drawing/2014/main" id="{4D1F21BE-9698-4D98-918A-278C309FDA42}"/>
                </a:ext>
              </a:extLst>
            </p:cNvPr>
            <p:cNvSpPr/>
            <p:nvPr/>
          </p:nvSpPr>
          <p:spPr>
            <a:xfrm>
              <a:off x="251199" y="1200216"/>
              <a:ext cx="3654128" cy="958673"/>
            </a:xfrm>
            <a:prstGeom prst="roundRect">
              <a:avLst>
                <a:gd name="adj" fmla="val 0"/>
              </a:avLst>
            </a:prstGeom>
            <a:solidFill>
              <a:schemeClr val="bg1"/>
            </a:solidFill>
            <a:ln w="12700" cap="rnd">
              <a:solidFill>
                <a:schemeClr val="bg2">
                  <a:lumMod val="90000"/>
                </a:schemeClr>
              </a:solid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32">
                <a:lnSpc>
                  <a:spcPct val="120000"/>
                </a:lnSpc>
              </a:pPr>
              <a:endParaRPr lang="zh-CN" altLang="en-US" sz="1600" b="1"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36" name="îṧlïďê">
              <a:extLst>
                <a:ext uri="{FF2B5EF4-FFF2-40B4-BE49-F238E27FC236}">
                  <a16:creationId xmlns:a16="http://schemas.microsoft.com/office/drawing/2014/main" id="{72EA4FF6-44A7-48E3-BE26-1FA0A1C64066}"/>
                </a:ext>
              </a:extLst>
            </p:cNvPr>
            <p:cNvSpPr/>
            <p:nvPr/>
          </p:nvSpPr>
          <p:spPr>
            <a:xfrm>
              <a:off x="402701" y="1454923"/>
              <a:ext cx="1505003" cy="397457"/>
            </a:xfrm>
            <a:prstGeom prst="rect">
              <a:avLst/>
            </a:prstGeom>
            <a:noFill/>
            <a:ln>
              <a:noFill/>
            </a:ln>
            <a:effectLst/>
          </p:spPr>
          <p:txBody>
            <a:bodyPr wrap="square" lIns="91440" tIns="45720" rIns="91440" bIns="45720" anchor="b" anchorCtr="0">
              <a:noAutofit/>
            </a:bodyPr>
            <a:lstStyle/>
            <a:p>
              <a:pPr defTabSz="914377">
                <a:lnSpc>
                  <a:spcPct val="120000"/>
                </a:lnSpc>
                <a:defRPr/>
              </a:pPr>
              <a:r>
                <a:rPr lang="zh-CN" altLang="en-US" sz="2000" b="1" dirty="0">
                  <a:latin typeface="微软雅黑" panose="020B0503020204020204" pitchFamily="34" charset="-122"/>
                  <a:ea typeface="微软雅黑" panose="020B0503020204020204" pitchFamily="34" charset="-122"/>
                  <a:cs typeface="+mn-ea"/>
                  <a:sym typeface="+mn-lt"/>
                </a:rPr>
                <a:t>① 问题输入</a:t>
              </a:r>
              <a:endParaRPr lang="en-US" altLang="zh-CN" sz="2000" b="1" dirty="0">
                <a:latin typeface="微软雅黑" panose="020B0503020204020204" pitchFamily="34" charset="-122"/>
                <a:ea typeface="微软雅黑" panose="020B0503020204020204" pitchFamily="34" charset="-122"/>
                <a:cs typeface="+mn-ea"/>
                <a:sym typeface="+mn-lt"/>
              </a:endParaRPr>
            </a:p>
          </p:txBody>
        </p:sp>
        <p:sp>
          <p:nvSpPr>
            <p:cNvPr id="37" name="ï$ľïḑê">
              <a:extLst>
                <a:ext uri="{FF2B5EF4-FFF2-40B4-BE49-F238E27FC236}">
                  <a16:creationId xmlns:a16="http://schemas.microsoft.com/office/drawing/2014/main" id="{30CB4A17-29B8-466A-9374-B8D9AD644999}"/>
                </a:ext>
              </a:extLst>
            </p:cNvPr>
            <p:cNvSpPr/>
            <p:nvPr/>
          </p:nvSpPr>
          <p:spPr>
            <a:xfrm>
              <a:off x="2092565" y="1232550"/>
              <a:ext cx="1812761" cy="894004"/>
            </a:xfrm>
            <a:prstGeom prst="rect">
              <a:avLst/>
            </a:prstGeom>
            <a:ln>
              <a:noFill/>
            </a:ln>
            <a:effectLst/>
          </p:spPr>
          <p:txBody>
            <a:bodyPr wrap="square" lIns="91440" tIns="45720" rIns="91440" bIns="45720" anchor="ctr" anchorCtr="0">
              <a:noAutofit/>
            </a:bodyPr>
            <a:lstStyle/>
            <a:p>
              <a:pPr marL="285750" indent="-285750">
                <a:lnSpc>
                  <a:spcPct val="120000"/>
                </a:lnSpc>
                <a:buFont typeface="Wingdings" panose="05000000000000000000" pitchFamily="2" charset="2"/>
                <a:buChar char="Ø"/>
              </a:pPr>
              <a:r>
                <a:rPr lang="zh-CN" altLang="en-US" sz="1600" dirty="0">
                  <a:latin typeface="微软雅黑" panose="020B0503020204020204" pitchFamily="34" charset="-122"/>
                  <a:ea typeface="微软雅黑" panose="020B0503020204020204" pitchFamily="34" charset="-122"/>
                  <a:cs typeface="+mn-ea"/>
                  <a:sym typeface="+mn-lt"/>
                </a:rPr>
                <a:t>制图问题</a:t>
              </a:r>
              <a:endParaRPr lang="en-US" altLang="zh-CN" sz="1600" dirty="0">
                <a:latin typeface="微软雅黑" panose="020B0503020204020204" pitchFamily="34" charset="-122"/>
                <a:ea typeface="微软雅黑" panose="020B0503020204020204" pitchFamily="34" charset="-122"/>
                <a:cs typeface="+mn-ea"/>
                <a:sym typeface="+mn-lt"/>
              </a:endParaRPr>
            </a:p>
            <a:p>
              <a:pPr marL="285750" indent="-285750">
                <a:lnSpc>
                  <a:spcPct val="120000"/>
                </a:lnSpc>
                <a:buFont typeface="Wingdings" panose="05000000000000000000" pitchFamily="2" charset="2"/>
                <a:buChar char="Ø"/>
              </a:pPr>
              <a:r>
                <a:rPr lang="zh-CN" altLang="en-US" sz="1600" dirty="0">
                  <a:latin typeface="微软雅黑" panose="020B0503020204020204" pitchFamily="34" charset="-122"/>
                  <a:ea typeface="微软雅黑" panose="020B0503020204020204" pitchFamily="34" charset="-122"/>
                  <a:cs typeface="+mn-ea"/>
                  <a:sym typeface="+mn-lt"/>
                </a:rPr>
                <a:t>地图本体结构</a:t>
              </a:r>
              <a:endParaRPr lang="en-US" altLang="zh-CN" sz="1600" dirty="0">
                <a:latin typeface="微软雅黑" panose="020B0503020204020204" pitchFamily="34" charset="-122"/>
                <a:ea typeface="微软雅黑" panose="020B0503020204020204" pitchFamily="34" charset="-122"/>
                <a:cs typeface="+mn-ea"/>
                <a:sym typeface="+mn-lt"/>
              </a:endParaRPr>
            </a:p>
            <a:p>
              <a:pPr marL="285750" indent="-285750">
                <a:lnSpc>
                  <a:spcPct val="120000"/>
                </a:lnSpc>
                <a:buFont typeface="Wingdings" panose="05000000000000000000" pitchFamily="2" charset="2"/>
                <a:buChar char="Ø"/>
              </a:pPr>
              <a:r>
                <a:rPr lang="zh-CN" altLang="en-US" sz="1600" dirty="0">
                  <a:latin typeface="微软雅黑" panose="020B0503020204020204" pitchFamily="34" charset="-122"/>
                  <a:ea typeface="微软雅黑" panose="020B0503020204020204" pitchFamily="34" charset="-122"/>
                  <a:cs typeface="+mn-ea"/>
                  <a:sym typeface="+mn-lt"/>
                </a:rPr>
                <a:t>提示模板</a:t>
              </a:r>
              <a:endParaRPr lang="en-US" altLang="zh-CN" sz="1600" dirty="0">
                <a:latin typeface="微软雅黑" panose="020B0503020204020204" pitchFamily="34" charset="-122"/>
                <a:ea typeface="微软雅黑" panose="020B0503020204020204" pitchFamily="34" charset="-122"/>
                <a:cs typeface="+mn-ea"/>
                <a:sym typeface="+mn-lt"/>
              </a:endParaRPr>
            </a:p>
          </p:txBody>
        </p:sp>
      </p:grpSp>
      <p:grpSp>
        <p:nvGrpSpPr>
          <p:cNvPr id="10" name="组合 9">
            <a:extLst>
              <a:ext uri="{FF2B5EF4-FFF2-40B4-BE49-F238E27FC236}">
                <a16:creationId xmlns:a16="http://schemas.microsoft.com/office/drawing/2014/main" id="{0E71012B-798D-4261-871F-EB75935EFB14}"/>
              </a:ext>
            </a:extLst>
          </p:cNvPr>
          <p:cNvGrpSpPr/>
          <p:nvPr/>
        </p:nvGrpSpPr>
        <p:grpSpPr>
          <a:xfrm>
            <a:off x="251198" y="2419382"/>
            <a:ext cx="3745180" cy="958673"/>
            <a:chOff x="251198" y="2499742"/>
            <a:chExt cx="3654128" cy="958673"/>
          </a:xfrm>
        </p:grpSpPr>
        <p:grpSp>
          <p:nvGrpSpPr>
            <p:cNvPr id="7" name="组合 6">
              <a:extLst>
                <a:ext uri="{FF2B5EF4-FFF2-40B4-BE49-F238E27FC236}">
                  <a16:creationId xmlns:a16="http://schemas.microsoft.com/office/drawing/2014/main" id="{F5EC5254-7C9D-400D-B1B4-91632DDFF536}"/>
                </a:ext>
              </a:extLst>
            </p:cNvPr>
            <p:cNvGrpSpPr/>
            <p:nvPr/>
          </p:nvGrpSpPr>
          <p:grpSpPr>
            <a:xfrm>
              <a:off x="251198" y="2499742"/>
              <a:ext cx="3654128" cy="958673"/>
              <a:chOff x="251197" y="2499742"/>
              <a:chExt cx="5184577" cy="958673"/>
            </a:xfrm>
          </p:grpSpPr>
          <p:sp>
            <p:nvSpPr>
              <p:cNvPr id="38" name="íš1idê">
                <a:extLst>
                  <a:ext uri="{FF2B5EF4-FFF2-40B4-BE49-F238E27FC236}">
                    <a16:creationId xmlns:a16="http://schemas.microsoft.com/office/drawing/2014/main" id="{FFE61D62-0930-4EAD-824D-11CBC4E96E98}"/>
                  </a:ext>
                </a:extLst>
              </p:cNvPr>
              <p:cNvSpPr/>
              <p:nvPr/>
            </p:nvSpPr>
            <p:spPr>
              <a:xfrm>
                <a:off x="251198" y="2499742"/>
                <a:ext cx="5184576" cy="958673"/>
              </a:xfrm>
              <a:prstGeom prst="roundRect">
                <a:avLst>
                  <a:gd name="adj" fmla="val 0"/>
                </a:avLst>
              </a:prstGeom>
              <a:solidFill>
                <a:schemeClr val="bg1"/>
              </a:solidFill>
              <a:ln w="12700" cap="rnd">
                <a:solidFill>
                  <a:schemeClr val="bg2">
                    <a:lumMod val="90000"/>
                  </a:schemeClr>
                </a:solid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32">
                  <a:lnSpc>
                    <a:spcPct val="120000"/>
                  </a:lnSpc>
                </a:pPr>
                <a:endParaRPr lang="zh-CN" altLang="en-US" sz="1600" b="1"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45" name="işľïḍê">
                <a:extLst>
                  <a:ext uri="{FF2B5EF4-FFF2-40B4-BE49-F238E27FC236}">
                    <a16:creationId xmlns:a16="http://schemas.microsoft.com/office/drawing/2014/main" id="{14EE565C-F209-432A-ABC7-7A49C1CF8334}"/>
                  </a:ext>
                </a:extLst>
              </p:cNvPr>
              <p:cNvSpPr/>
              <p:nvPr/>
            </p:nvSpPr>
            <p:spPr>
              <a:xfrm>
                <a:off x="251197" y="2571750"/>
                <a:ext cx="71564" cy="801912"/>
              </a:xfrm>
              <a:prstGeom prst="rect">
                <a:avLst/>
              </a:prstGeom>
              <a:solidFill>
                <a:srgbClr val="019287"/>
              </a:solidFill>
              <a:ln w="12700" cap="rnd">
                <a:solidFill>
                  <a:schemeClr val="bg2">
                    <a:lumMod val="90000"/>
                  </a:schemeClr>
                </a:solid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p>
                <a:pPr algn="ctr" defTabSz="914332">
                  <a:lnSpc>
                    <a:spcPct val="120000"/>
                  </a:lnSpc>
                </a:pPr>
                <a:endParaRPr lang="en-US" altLang="zh-CN" sz="1600" b="1" dirty="0">
                  <a:solidFill>
                    <a:srgbClr val="FFFFFF"/>
                  </a:solidFill>
                  <a:latin typeface="微软雅黑" panose="020B0503020204020204" pitchFamily="34" charset="-122"/>
                  <a:ea typeface="微软雅黑" panose="020B0503020204020204" pitchFamily="34" charset="-122"/>
                  <a:cs typeface="+mn-ea"/>
                  <a:sym typeface="+mn-lt"/>
                </a:endParaRPr>
              </a:p>
            </p:txBody>
          </p:sp>
        </p:grpSp>
        <p:sp>
          <p:nvSpPr>
            <p:cNvPr id="39" name="íšļîdè">
              <a:extLst>
                <a:ext uri="{FF2B5EF4-FFF2-40B4-BE49-F238E27FC236}">
                  <a16:creationId xmlns:a16="http://schemas.microsoft.com/office/drawing/2014/main" id="{5799BCC2-BB23-4188-A24D-3D64730AE370}"/>
                </a:ext>
              </a:extLst>
            </p:cNvPr>
            <p:cNvSpPr/>
            <p:nvPr/>
          </p:nvSpPr>
          <p:spPr>
            <a:xfrm>
              <a:off x="402701" y="2780350"/>
              <a:ext cx="1505003" cy="397457"/>
            </a:xfrm>
            <a:prstGeom prst="rect">
              <a:avLst/>
            </a:prstGeom>
            <a:noFill/>
            <a:ln>
              <a:noFill/>
            </a:ln>
            <a:effectLst/>
          </p:spPr>
          <p:txBody>
            <a:bodyPr wrap="square" lIns="91440" tIns="45720" rIns="91440" bIns="45720" anchor="b" anchorCtr="0">
              <a:noAutofit/>
            </a:bodyPr>
            <a:lstStyle/>
            <a:p>
              <a:pPr defTabSz="914377">
                <a:lnSpc>
                  <a:spcPct val="120000"/>
                </a:lnSpc>
                <a:defRPr/>
              </a:pPr>
              <a:r>
                <a:rPr lang="zh-CN" altLang="en-US" sz="2000" b="1" dirty="0">
                  <a:latin typeface="微软雅黑" panose="020B0503020204020204" pitchFamily="34" charset="-122"/>
                  <a:ea typeface="微软雅黑" panose="020B0503020204020204" pitchFamily="34" charset="-122"/>
                  <a:cs typeface="+mn-ea"/>
                  <a:sym typeface="+mn-lt"/>
                </a:rPr>
                <a:t>② 问题拆解</a:t>
              </a:r>
              <a:endParaRPr lang="en-US" altLang="zh-CN" sz="2000" b="1" dirty="0">
                <a:latin typeface="微软雅黑" panose="020B0503020204020204" pitchFamily="34" charset="-122"/>
                <a:ea typeface="微软雅黑" panose="020B0503020204020204" pitchFamily="34" charset="-122"/>
                <a:cs typeface="+mn-ea"/>
                <a:sym typeface="+mn-lt"/>
              </a:endParaRPr>
            </a:p>
          </p:txBody>
        </p:sp>
        <p:sp>
          <p:nvSpPr>
            <p:cNvPr id="40" name="îṧḷîḑé">
              <a:extLst>
                <a:ext uri="{FF2B5EF4-FFF2-40B4-BE49-F238E27FC236}">
                  <a16:creationId xmlns:a16="http://schemas.microsoft.com/office/drawing/2014/main" id="{93EDEFB5-D3BF-4340-92DE-264FF44B4D45}"/>
                </a:ext>
              </a:extLst>
            </p:cNvPr>
            <p:cNvSpPr/>
            <p:nvPr/>
          </p:nvSpPr>
          <p:spPr>
            <a:xfrm>
              <a:off x="2092565" y="2716158"/>
              <a:ext cx="1812761" cy="575672"/>
            </a:xfrm>
            <a:prstGeom prst="rect">
              <a:avLst/>
            </a:prstGeom>
            <a:ln>
              <a:noFill/>
            </a:ln>
            <a:effectLst/>
          </p:spPr>
          <p:txBody>
            <a:bodyPr wrap="square" lIns="91440" tIns="45720" rIns="91440" bIns="45720" anchor="ctr" anchorCtr="0">
              <a:noAutofit/>
            </a:bodyPr>
            <a:lstStyle/>
            <a:p>
              <a:pPr marL="285750" indent="-285750">
                <a:lnSpc>
                  <a:spcPct val="120000"/>
                </a:lnSpc>
                <a:buFont typeface="Wingdings" panose="05000000000000000000" pitchFamily="2" charset="2"/>
                <a:buChar char="Ø"/>
              </a:pPr>
              <a:r>
                <a:rPr lang="zh-CN" altLang="en-US" sz="1600" dirty="0">
                  <a:latin typeface="微软雅黑" panose="020B0503020204020204" pitchFamily="34" charset="-122"/>
                  <a:ea typeface="微软雅黑" panose="020B0503020204020204" pitchFamily="34" charset="-122"/>
                  <a:cs typeface="+mn-ea"/>
                  <a:sym typeface="+mn-lt"/>
                </a:rPr>
                <a:t>复杂问题拆解</a:t>
              </a:r>
              <a:endParaRPr lang="en-US" altLang="zh-CN" sz="1600" dirty="0">
                <a:latin typeface="微软雅黑" panose="020B0503020204020204" pitchFamily="34" charset="-122"/>
                <a:ea typeface="微软雅黑" panose="020B0503020204020204" pitchFamily="34" charset="-122"/>
                <a:cs typeface="+mn-ea"/>
                <a:sym typeface="+mn-lt"/>
              </a:endParaRPr>
            </a:p>
            <a:p>
              <a:pPr marL="285750" indent="-285750">
                <a:lnSpc>
                  <a:spcPct val="120000"/>
                </a:lnSpc>
                <a:buFont typeface="Wingdings" panose="05000000000000000000" pitchFamily="2" charset="2"/>
                <a:buChar char="Ø"/>
              </a:pPr>
              <a:r>
                <a:rPr lang="zh-CN" altLang="en-US" sz="1600" dirty="0">
                  <a:latin typeface="微软雅黑" panose="020B0503020204020204" pitchFamily="34" charset="-122"/>
                  <a:ea typeface="微软雅黑" panose="020B0503020204020204" pitchFamily="34" charset="-122"/>
                  <a:cs typeface="+mn-ea"/>
                  <a:sym typeface="+mn-lt"/>
                </a:rPr>
                <a:t>子问题生成</a:t>
              </a:r>
              <a:endParaRPr lang="en-US" altLang="zh-CN" sz="1600" dirty="0">
                <a:latin typeface="微软雅黑" panose="020B0503020204020204" pitchFamily="34" charset="-122"/>
                <a:ea typeface="微软雅黑" panose="020B0503020204020204" pitchFamily="34" charset="-122"/>
                <a:cs typeface="+mn-ea"/>
                <a:sym typeface="+mn-lt"/>
              </a:endParaRPr>
            </a:p>
          </p:txBody>
        </p:sp>
      </p:grpSp>
      <p:grpSp>
        <p:nvGrpSpPr>
          <p:cNvPr id="11" name="组合 10">
            <a:extLst>
              <a:ext uri="{FF2B5EF4-FFF2-40B4-BE49-F238E27FC236}">
                <a16:creationId xmlns:a16="http://schemas.microsoft.com/office/drawing/2014/main" id="{C95864F1-A814-45B8-9173-607DA2F1AC0A}"/>
              </a:ext>
            </a:extLst>
          </p:cNvPr>
          <p:cNvGrpSpPr/>
          <p:nvPr/>
        </p:nvGrpSpPr>
        <p:grpSpPr>
          <a:xfrm>
            <a:off x="251197" y="3638549"/>
            <a:ext cx="4133257" cy="958673"/>
            <a:chOff x="251198" y="3638549"/>
            <a:chExt cx="4032770" cy="958673"/>
          </a:xfrm>
        </p:grpSpPr>
        <p:grpSp>
          <p:nvGrpSpPr>
            <p:cNvPr id="8" name="组合 7">
              <a:extLst>
                <a:ext uri="{FF2B5EF4-FFF2-40B4-BE49-F238E27FC236}">
                  <a16:creationId xmlns:a16="http://schemas.microsoft.com/office/drawing/2014/main" id="{B4AC7876-35F4-44EC-A54B-73AA1D79C532}"/>
                </a:ext>
              </a:extLst>
            </p:cNvPr>
            <p:cNvGrpSpPr/>
            <p:nvPr/>
          </p:nvGrpSpPr>
          <p:grpSpPr>
            <a:xfrm>
              <a:off x="251198" y="3638549"/>
              <a:ext cx="3654128" cy="958673"/>
              <a:chOff x="251197" y="3638549"/>
              <a:chExt cx="4167069" cy="958673"/>
            </a:xfrm>
          </p:grpSpPr>
          <p:sp>
            <p:nvSpPr>
              <p:cNvPr id="41" name="ïŝḻiďe">
                <a:extLst>
                  <a:ext uri="{FF2B5EF4-FFF2-40B4-BE49-F238E27FC236}">
                    <a16:creationId xmlns:a16="http://schemas.microsoft.com/office/drawing/2014/main" id="{64201123-426F-4BE1-9594-1937C48C1B7B}"/>
                  </a:ext>
                </a:extLst>
              </p:cNvPr>
              <p:cNvSpPr/>
              <p:nvPr/>
            </p:nvSpPr>
            <p:spPr>
              <a:xfrm>
                <a:off x="251198" y="3638549"/>
                <a:ext cx="4167068" cy="958673"/>
              </a:xfrm>
              <a:prstGeom prst="roundRect">
                <a:avLst>
                  <a:gd name="adj" fmla="val 0"/>
                </a:avLst>
              </a:prstGeom>
              <a:solidFill>
                <a:schemeClr val="bg1"/>
              </a:solidFill>
              <a:ln w="12700" cap="rnd">
                <a:solidFill>
                  <a:schemeClr val="bg2">
                    <a:lumMod val="90000"/>
                  </a:schemeClr>
                </a:solid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32">
                  <a:lnSpc>
                    <a:spcPct val="120000"/>
                  </a:lnSpc>
                </a:pPr>
                <a:endParaRPr lang="zh-CN" altLang="en-US" sz="1600" b="1"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46" name="isļîḋé">
                <a:extLst>
                  <a:ext uri="{FF2B5EF4-FFF2-40B4-BE49-F238E27FC236}">
                    <a16:creationId xmlns:a16="http://schemas.microsoft.com/office/drawing/2014/main" id="{90315EB8-8BF2-496E-917F-016609E70A27}"/>
                  </a:ext>
                </a:extLst>
              </p:cNvPr>
              <p:cNvSpPr/>
              <p:nvPr/>
            </p:nvSpPr>
            <p:spPr>
              <a:xfrm>
                <a:off x="251197" y="3716929"/>
                <a:ext cx="71564" cy="801912"/>
              </a:xfrm>
              <a:prstGeom prst="rect">
                <a:avLst/>
              </a:prstGeom>
              <a:solidFill>
                <a:srgbClr val="62D09C"/>
              </a:solidFill>
              <a:ln w="12700" cap="rnd">
                <a:solidFill>
                  <a:schemeClr val="bg2">
                    <a:lumMod val="90000"/>
                  </a:schemeClr>
                </a:solid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p>
                <a:pPr algn="ctr" defTabSz="914332">
                  <a:lnSpc>
                    <a:spcPct val="120000"/>
                  </a:lnSpc>
                </a:pPr>
                <a:endParaRPr lang="en-US" altLang="zh-CN" sz="1600" b="1" dirty="0">
                  <a:solidFill>
                    <a:schemeClr val="bg1"/>
                  </a:solidFill>
                  <a:latin typeface="微软雅黑" panose="020B0503020204020204" pitchFamily="34" charset="-122"/>
                  <a:ea typeface="微软雅黑" panose="020B0503020204020204" pitchFamily="34" charset="-122"/>
                  <a:cs typeface="+mn-ea"/>
                  <a:sym typeface="+mn-lt"/>
                </a:endParaRPr>
              </a:p>
            </p:txBody>
          </p:sp>
        </p:grpSp>
        <p:sp>
          <p:nvSpPr>
            <p:cNvPr id="42" name="íṣļïde">
              <a:extLst>
                <a:ext uri="{FF2B5EF4-FFF2-40B4-BE49-F238E27FC236}">
                  <a16:creationId xmlns:a16="http://schemas.microsoft.com/office/drawing/2014/main" id="{6B6FBC7C-0D03-476F-AFAB-86E55C012953}"/>
                </a:ext>
              </a:extLst>
            </p:cNvPr>
            <p:cNvSpPr/>
            <p:nvPr/>
          </p:nvSpPr>
          <p:spPr>
            <a:xfrm>
              <a:off x="402701" y="3919157"/>
              <a:ext cx="1505003" cy="397457"/>
            </a:xfrm>
            <a:prstGeom prst="rect">
              <a:avLst/>
            </a:prstGeom>
            <a:noFill/>
            <a:ln>
              <a:noFill/>
            </a:ln>
            <a:effectLst/>
          </p:spPr>
          <p:txBody>
            <a:bodyPr wrap="square" lIns="91440" tIns="45720" rIns="91440" bIns="45720" anchor="b" anchorCtr="0">
              <a:noAutofit/>
            </a:bodyPr>
            <a:lstStyle/>
            <a:p>
              <a:pPr defTabSz="914377">
                <a:lnSpc>
                  <a:spcPct val="120000"/>
                </a:lnSpc>
                <a:defRPr/>
              </a:pPr>
              <a:r>
                <a:rPr lang="zh-CN" altLang="en-US" sz="2000" b="1" dirty="0">
                  <a:latin typeface="微软雅黑" panose="020B0503020204020204" pitchFamily="34" charset="-122"/>
                  <a:ea typeface="微软雅黑" panose="020B0503020204020204" pitchFamily="34" charset="-122"/>
                  <a:cs typeface="+mn-ea"/>
                  <a:sym typeface="+mn-lt"/>
                </a:rPr>
                <a:t>③ 自动交互</a:t>
              </a:r>
              <a:endParaRPr lang="en-US" altLang="zh-CN" sz="2000" b="1" dirty="0">
                <a:latin typeface="微软雅黑" panose="020B0503020204020204" pitchFamily="34" charset="-122"/>
                <a:ea typeface="微软雅黑" panose="020B0503020204020204" pitchFamily="34" charset="-122"/>
                <a:cs typeface="+mn-ea"/>
                <a:sym typeface="+mn-lt"/>
              </a:endParaRPr>
            </a:p>
          </p:txBody>
        </p:sp>
        <p:sp>
          <p:nvSpPr>
            <p:cNvPr id="43" name="ísľïḋe">
              <a:extLst>
                <a:ext uri="{FF2B5EF4-FFF2-40B4-BE49-F238E27FC236}">
                  <a16:creationId xmlns:a16="http://schemas.microsoft.com/office/drawing/2014/main" id="{A40FD2E0-902B-4695-8DB0-01E8C98DEE8A}"/>
                </a:ext>
              </a:extLst>
            </p:cNvPr>
            <p:cNvSpPr/>
            <p:nvPr/>
          </p:nvSpPr>
          <p:spPr>
            <a:xfrm>
              <a:off x="2092565" y="3671715"/>
              <a:ext cx="2191403" cy="880293"/>
            </a:xfrm>
            <a:prstGeom prst="rect">
              <a:avLst/>
            </a:prstGeom>
            <a:ln>
              <a:noFill/>
            </a:ln>
            <a:effectLst/>
          </p:spPr>
          <p:txBody>
            <a:bodyPr wrap="square" lIns="0" tIns="0" rIns="0" bIns="0" anchor="ctr" anchorCtr="0">
              <a:noAutofit/>
            </a:bodyPr>
            <a:lstStyle/>
            <a:p>
              <a:pPr marL="285750" indent="-285750">
                <a:lnSpc>
                  <a:spcPct val="120000"/>
                </a:lnSpc>
                <a:buFont typeface="Wingdings" panose="05000000000000000000" pitchFamily="2" charset="2"/>
                <a:buChar char="Ø"/>
              </a:pP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sym typeface="+mn-lt"/>
                </a:rPr>
                <a:t>Cypher</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sym typeface="+mn-lt"/>
                </a:rPr>
                <a:t>语句生成</a:t>
              </a:r>
              <a:endParaRPr lang="en-US" altLang="zh-CN" sz="1600" dirty="0">
                <a:latin typeface="微软雅黑" panose="020B0503020204020204" pitchFamily="34" charset="-122"/>
                <a:ea typeface="微软雅黑" panose="020B0503020204020204" pitchFamily="34" charset="-122"/>
                <a:cs typeface="Times New Roman" panose="02020603050405020304" pitchFamily="18" charset="0"/>
                <a:sym typeface="+mn-lt"/>
              </a:endParaRPr>
            </a:p>
            <a:p>
              <a:pPr marL="285750" indent="-285750">
                <a:lnSpc>
                  <a:spcPct val="120000"/>
                </a:lnSpc>
                <a:buFont typeface="Wingdings" panose="05000000000000000000" pitchFamily="2" charset="2"/>
                <a:buChar char="Ø"/>
              </a:pP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sym typeface="+mn-lt"/>
                </a:rPr>
                <a:t>图数据库交互</a:t>
              </a:r>
              <a:endParaRPr lang="en-US" altLang="zh-CN" sz="1600" dirty="0">
                <a:latin typeface="微软雅黑" panose="020B0503020204020204" pitchFamily="34" charset="-122"/>
                <a:ea typeface="微软雅黑" panose="020B0503020204020204" pitchFamily="34" charset="-122"/>
                <a:cs typeface="Times New Roman" panose="02020603050405020304" pitchFamily="18" charset="0"/>
                <a:sym typeface="+mn-lt"/>
              </a:endParaRPr>
            </a:p>
            <a:p>
              <a:pPr marL="285750" indent="-285750">
                <a:lnSpc>
                  <a:spcPct val="120000"/>
                </a:lnSpc>
                <a:buFont typeface="Wingdings" panose="05000000000000000000" pitchFamily="2" charset="2"/>
                <a:buChar char="Ø"/>
              </a:pP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sym typeface="+mn-lt"/>
                </a:rPr>
                <a:t>结果过滤</a:t>
              </a:r>
              <a:endParaRPr lang="en-US" altLang="zh-CN" sz="1600" dirty="0">
                <a:latin typeface="微软雅黑" panose="020B0503020204020204" pitchFamily="34" charset="-122"/>
                <a:ea typeface="微软雅黑" panose="020B0503020204020204" pitchFamily="34" charset="-122"/>
                <a:cs typeface="Times New Roman" panose="02020603050405020304" pitchFamily="18" charset="0"/>
                <a:sym typeface="+mn-lt"/>
              </a:endParaRPr>
            </a:p>
          </p:txBody>
        </p:sp>
      </p:grpSp>
      <p:sp>
        <p:nvSpPr>
          <p:cNvPr id="44" name="íslíḋe">
            <a:extLst>
              <a:ext uri="{FF2B5EF4-FFF2-40B4-BE49-F238E27FC236}">
                <a16:creationId xmlns:a16="http://schemas.microsoft.com/office/drawing/2014/main" id="{6904FC4A-1538-4B89-A91B-73218324EC23}"/>
              </a:ext>
            </a:extLst>
          </p:cNvPr>
          <p:cNvSpPr/>
          <p:nvPr/>
        </p:nvSpPr>
        <p:spPr>
          <a:xfrm>
            <a:off x="251197" y="1288926"/>
            <a:ext cx="71564" cy="801912"/>
          </a:xfrm>
          <a:prstGeom prst="rect">
            <a:avLst/>
          </a:prstGeom>
          <a:solidFill>
            <a:schemeClr val="accent2"/>
          </a:solidFill>
          <a:ln w="12700" cap="rnd">
            <a:solidFill>
              <a:schemeClr val="bg2">
                <a:lumMod val="90000"/>
              </a:schemeClr>
            </a:solid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p>
            <a:pPr algn="ctr" defTabSz="914332">
              <a:lnSpc>
                <a:spcPct val="120000"/>
              </a:lnSpc>
            </a:pPr>
            <a:endParaRPr lang="en-US" altLang="zh-CN" sz="1600" b="1" dirty="0">
              <a:solidFill>
                <a:schemeClr val="bg1"/>
              </a:solidFill>
              <a:latin typeface="微软雅黑" panose="020B0503020204020204" pitchFamily="34" charset="-122"/>
              <a:ea typeface="微软雅黑" panose="020B0503020204020204" pitchFamily="34" charset="-122"/>
              <a:cs typeface="+mn-ea"/>
              <a:sym typeface="+mn-lt"/>
            </a:endParaRPr>
          </a:p>
        </p:txBody>
      </p:sp>
      <p:pic>
        <p:nvPicPr>
          <p:cNvPr id="14" name="图片 13">
            <a:extLst>
              <a:ext uri="{FF2B5EF4-FFF2-40B4-BE49-F238E27FC236}">
                <a16:creationId xmlns:a16="http://schemas.microsoft.com/office/drawing/2014/main" id="{A2E0E8AE-876D-4D37-A176-65B5DB80F227}"/>
              </a:ext>
            </a:extLst>
          </p:cNvPr>
          <p:cNvPicPr>
            <a:picLocks noChangeAspect="1"/>
          </p:cNvPicPr>
          <p:nvPr/>
        </p:nvPicPr>
        <p:blipFill>
          <a:blip r:embed="rId3"/>
          <a:stretch>
            <a:fillRect/>
          </a:stretch>
        </p:blipFill>
        <p:spPr>
          <a:xfrm>
            <a:off x="4324621" y="1399226"/>
            <a:ext cx="4565476" cy="3041008"/>
          </a:xfrm>
          <a:prstGeom prst="rect">
            <a:avLst/>
          </a:prstGeom>
        </p:spPr>
      </p:pic>
      <p:grpSp>
        <p:nvGrpSpPr>
          <p:cNvPr id="64" name="组合 63">
            <a:extLst>
              <a:ext uri="{FF2B5EF4-FFF2-40B4-BE49-F238E27FC236}">
                <a16:creationId xmlns:a16="http://schemas.microsoft.com/office/drawing/2014/main" id="{1B5557FF-9F5B-4835-987A-74CAC67C7B70}"/>
              </a:ext>
            </a:extLst>
          </p:cNvPr>
          <p:cNvGrpSpPr/>
          <p:nvPr/>
        </p:nvGrpSpPr>
        <p:grpSpPr>
          <a:xfrm>
            <a:off x="-3" y="85172"/>
            <a:ext cx="4211963" cy="447238"/>
            <a:chOff x="-10956" y="85171"/>
            <a:chExt cx="2940485" cy="447238"/>
          </a:xfrm>
        </p:grpSpPr>
        <p:sp>
          <p:nvSpPr>
            <p:cNvPr id="65" name="矩形 1">
              <a:extLst>
                <a:ext uri="{FF2B5EF4-FFF2-40B4-BE49-F238E27FC236}">
                  <a16:creationId xmlns:a16="http://schemas.microsoft.com/office/drawing/2014/main" id="{345CD2C8-EE28-45F0-B61A-E372B9ADA6FB}"/>
                </a:ext>
              </a:extLst>
            </p:cNvPr>
            <p:cNvSpPr/>
            <p:nvPr/>
          </p:nvSpPr>
          <p:spPr>
            <a:xfrm>
              <a:off x="-10956" y="123478"/>
              <a:ext cx="2900474" cy="408931"/>
            </a:xfrm>
            <a:custGeom>
              <a:avLst/>
              <a:gdLst>
                <a:gd name="connsiteX0" fmla="*/ 0 w 4211960"/>
                <a:gd name="connsiteY0" fmla="*/ 0 h 2088232"/>
                <a:gd name="connsiteX1" fmla="*/ 4211960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101133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281963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319192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712023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11960" h="2088232">
                  <a:moveTo>
                    <a:pt x="0" y="0"/>
                  </a:moveTo>
                  <a:lnTo>
                    <a:pt x="3712023" y="0"/>
                  </a:lnTo>
                  <a:lnTo>
                    <a:pt x="4211960" y="2088232"/>
                  </a:lnTo>
                  <a:lnTo>
                    <a:pt x="0" y="2088232"/>
                  </a:lnTo>
                  <a:lnTo>
                    <a:pt x="0" y="0"/>
                  </a:lnTo>
                  <a:close/>
                </a:path>
              </a:pathLst>
            </a:custGeom>
            <a:solidFill>
              <a:srgbClr val="016371"/>
            </a:solidFill>
            <a:ln w="25400" cap="flat" cmpd="sng" algn="ctr">
              <a:noFill/>
              <a:prstDash val="solid"/>
            </a:ln>
            <a:effectLst/>
          </p:spPr>
          <p:txBody>
            <a:bodyPr rtlCol="0" anchor="ctr"/>
            <a:lstStyle/>
            <a:p>
              <a:pPr marL="0" marR="0" lvl="0" indent="0" algn="ctr" defTabSz="914378" eaLnBrk="1" fontAlgn="auto" latinLnBrk="0" hangingPunct="1">
                <a:lnSpc>
                  <a:spcPct val="12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FFFFFF"/>
                </a:solidFill>
                <a:effectLst/>
                <a:uLnTx/>
                <a:uFillTx/>
                <a:latin typeface="微软雅黑"/>
                <a:ea typeface="微软雅黑"/>
                <a:cs typeface="+mn-ea"/>
                <a:sym typeface="+mn-lt"/>
              </a:endParaRPr>
            </a:p>
          </p:txBody>
        </p:sp>
        <p:sp>
          <p:nvSpPr>
            <p:cNvPr id="66" name="文本框 65">
              <a:extLst>
                <a:ext uri="{FF2B5EF4-FFF2-40B4-BE49-F238E27FC236}">
                  <a16:creationId xmlns:a16="http://schemas.microsoft.com/office/drawing/2014/main" id="{E2C0E8FF-8CBC-4103-9B30-E70909BD0181}"/>
                </a:ext>
              </a:extLst>
            </p:cNvPr>
            <p:cNvSpPr txBox="1"/>
            <p:nvPr/>
          </p:nvSpPr>
          <p:spPr>
            <a:xfrm>
              <a:off x="-10955" y="85171"/>
              <a:ext cx="2940484" cy="447238"/>
            </a:xfrm>
            <a:prstGeom prst="rect">
              <a:avLst/>
            </a:prstGeom>
            <a:noFill/>
          </p:spPr>
          <p:txBody>
            <a:bodyPr wrap="square" rtlCol="0">
              <a:spAutoFit/>
            </a:bodyPr>
            <a:lstStyle/>
            <a:p>
              <a:pPr marL="0" marR="0" lvl="0" indent="0" defTabSz="914378" eaLnBrk="1" fontAlgn="auto" latinLnBrk="0" hangingPunct="1">
                <a:lnSpc>
                  <a:spcPct val="120000"/>
                </a:lnSpc>
                <a:spcBef>
                  <a:spcPts val="0"/>
                </a:spcBef>
                <a:spcAft>
                  <a:spcPts val="0"/>
                </a:spcAft>
                <a:buClrTx/>
                <a:buSzTx/>
                <a:buFontTx/>
                <a:buNone/>
                <a:tabLst/>
                <a:defRPr/>
              </a:pPr>
              <a:r>
                <a:rPr kumimoji="0" lang="en-US" altLang="zh-CN" sz="2100" b="0" i="0" u="none" strike="noStrike" kern="0" cap="none" spc="0" normalizeH="0" baseline="0" noProof="0" dirty="0">
                  <a:ln>
                    <a:noFill/>
                  </a:ln>
                  <a:solidFill>
                    <a:srgbClr val="FFFFFF"/>
                  </a:solidFill>
                  <a:effectLst/>
                  <a:uLnTx/>
                  <a:uFillTx/>
                  <a:latin typeface="微软雅黑"/>
                  <a:ea typeface="微软雅黑"/>
                  <a:cs typeface="+mn-ea"/>
                  <a:sym typeface="+mn-lt"/>
                </a:rPr>
                <a:t>2.2 </a:t>
              </a:r>
              <a:r>
                <a:rPr kumimoji="0" lang="zh-CN" altLang="en-US" sz="2100" b="0" i="0" u="none" strike="noStrike" kern="0" cap="none" spc="0" normalizeH="0" baseline="0" noProof="0" dirty="0">
                  <a:ln>
                    <a:noFill/>
                  </a:ln>
                  <a:solidFill>
                    <a:srgbClr val="FFFFFF"/>
                  </a:solidFill>
                  <a:effectLst/>
                  <a:uLnTx/>
                  <a:uFillTx/>
                  <a:latin typeface="微软雅黑"/>
                  <a:ea typeface="微软雅黑"/>
                  <a:cs typeface="+mn-ea"/>
                  <a:sym typeface="+mn-lt"/>
                </a:rPr>
                <a:t>地图知识图谱构建与应用</a:t>
              </a:r>
              <a:endParaRPr kumimoji="0" lang="en-US" altLang="zh-CN" sz="2100" b="0" i="0" u="none" strike="noStrike" kern="0" cap="none" spc="0" normalizeH="0" baseline="0" noProof="0" dirty="0">
                <a:ln>
                  <a:noFill/>
                </a:ln>
                <a:solidFill>
                  <a:srgbClr val="FFFFFF"/>
                </a:solidFill>
                <a:effectLst/>
                <a:uLnTx/>
                <a:uFillTx/>
                <a:latin typeface="微软雅黑"/>
                <a:ea typeface="微软雅黑"/>
                <a:cs typeface="+mn-ea"/>
                <a:sym typeface="+mn-lt"/>
              </a:endParaRPr>
            </a:p>
          </p:txBody>
        </p:sp>
      </p:grpSp>
    </p:spTree>
    <p:extLst>
      <p:ext uri="{BB962C8B-B14F-4D97-AF65-F5344CB8AC3E}">
        <p14:creationId xmlns:p14="http://schemas.microsoft.com/office/powerpoint/2010/main" val="241151566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图片 16">
            <a:extLst>
              <a:ext uri="{FF2B5EF4-FFF2-40B4-BE49-F238E27FC236}">
                <a16:creationId xmlns:a16="http://schemas.microsoft.com/office/drawing/2014/main" id="{D9F51156-2AC0-4714-92F1-84D9AFFFE6DC}"/>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240" y="987574"/>
            <a:ext cx="8825181" cy="3834969"/>
          </a:xfrm>
          <a:prstGeom prst="rect">
            <a:avLst/>
          </a:prstGeom>
          <a:noFill/>
        </p:spPr>
      </p:pic>
      <p:grpSp>
        <p:nvGrpSpPr>
          <p:cNvPr id="22" name="组合 21">
            <a:extLst>
              <a:ext uri="{FF2B5EF4-FFF2-40B4-BE49-F238E27FC236}">
                <a16:creationId xmlns:a16="http://schemas.microsoft.com/office/drawing/2014/main" id="{513C10C5-8024-4244-8B3B-CF9C9C51E3AC}"/>
              </a:ext>
            </a:extLst>
          </p:cNvPr>
          <p:cNvGrpSpPr/>
          <p:nvPr/>
        </p:nvGrpSpPr>
        <p:grpSpPr>
          <a:xfrm>
            <a:off x="-3" y="85172"/>
            <a:ext cx="4211963" cy="447238"/>
            <a:chOff x="-10956" y="85171"/>
            <a:chExt cx="2940485" cy="447238"/>
          </a:xfrm>
        </p:grpSpPr>
        <p:sp>
          <p:nvSpPr>
            <p:cNvPr id="23" name="矩形 1">
              <a:extLst>
                <a:ext uri="{FF2B5EF4-FFF2-40B4-BE49-F238E27FC236}">
                  <a16:creationId xmlns:a16="http://schemas.microsoft.com/office/drawing/2014/main" id="{8A43A7BA-E286-4B1C-BD85-31F0D4B576B1}"/>
                </a:ext>
              </a:extLst>
            </p:cNvPr>
            <p:cNvSpPr/>
            <p:nvPr/>
          </p:nvSpPr>
          <p:spPr>
            <a:xfrm>
              <a:off x="-10956" y="123478"/>
              <a:ext cx="2900474" cy="408931"/>
            </a:xfrm>
            <a:custGeom>
              <a:avLst/>
              <a:gdLst>
                <a:gd name="connsiteX0" fmla="*/ 0 w 4211960"/>
                <a:gd name="connsiteY0" fmla="*/ 0 h 2088232"/>
                <a:gd name="connsiteX1" fmla="*/ 4211960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101133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281963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319192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712023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11960" h="2088232">
                  <a:moveTo>
                    <a:pt x="0" y="0"/>
                  </a:moveTo>
                  <a:lnTo>
                    <a:pt x="3712023" y="0"/>
                  </a:lnTo>
                  <a:lnTo>
                    <a:pt x="4211960" y="2088232"/>
                  </a:lnTo>
                  <a:lnTo>
                    <a:pt x="0" y="2088232"/>
                  </a:lnTo>
                  <a:lnTo>
                    <a:pt x="0" y="0"/>
                  </a:lnTo>
                  <a:close/>
                </a:path>
              </a:pathLst>
            </a:custGeom>
            <a:solidFill>
              <a:srgbClr val="016371"/>
            </a:solidFill>
            <a:ln w="25400" cap="flat" cmpd="sng" algn="ctr">
              <a:noFill/>
              <a:prstDash val="solid"/>
            </a:ln>
            <a:effectLst/>
          </p:spPr>
          <p:txBody>
            <a:bodyPr rtlCol="0" anchor="ctr"/>
            <a:lstStyle/>
            <a:p>
              <a:pPr marL="0" marR="0" lvl="0" indent="0" algn="ctr" defTabSz="914378" eaLnBrk="1" fontAlgn="auto" latinLnBrk="0" hangingPunct="1">
                <a:lnSpc>
                  <a:spcPct val="12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FFFFFF"/>
                </a:solidFill>
                <a:effectLst/>
                <a:uLnTx/>
                <a:uFillTx/>
                <a:latin typeface="微软雅黑"/>
                <a:ea typeface="微软雅黑"/>
                <a:cs typeface="+mn-ea"/>
                <a:sym typeface="+mn-lt"/>
              </a:endParaRPr>
            </a:p>
          </p:txBody>
        </p:sp>
        <p:sp>
          <p:nvSpPr>
            <p:cNvPr id="24" name="文本框 23">
              <a:extLst>
                <a:ext uri="{FF2B5EF4-FFF2-40B4-BE49-F238E27FC236}">
                  <a16:creationId xmlns:a16="http://schemas.microsoft.com/office/drawing/2014/main" id="{4B7A29CB-087C-4336-B7E3-0BB06A830218}"/>
                </a:ext>
              </a:extLst>
            </p:cNvPr>
            <p:cNvSpPr txBox="1"/>
            <p:nvPr/>
          </p:nvSpPr>
          <p:spPr>
            <a:xfrm>
              <a:off x="-10955" y="85171"/>
              <a:ext cx="2940484" cy="447238"/>
            </a:xfrm>
            <a:prstGeom prst="rect">
              <a:avLst/>
            </a:prstGeom>
            <a:noFill/>
          </p:spPr>
          <p:txBody>
            <a:bodyPr wrap="square" rtlCol="0">
              <a:spAutoFit/>
            </a:bodyPr>
            <a:lstStyle/>
            <a:p>
              <a:pPr marL="0" marR="0" lvl="0" indent="0" defTabSz="914378" eaLnBrk="1" fontAlgn="auto" latinLnBrk="0" hangingPunct="1">
                <a:lnSpc>
                  <a:spcPct val="120000"/>
                </a:lnSpc>
                <a:spcBef>
                  <a:spcPts val="0"/>
                </a:spcBef>
                <a:spcAft>
                  <a:spcPts val="0"/>
                </a:spcAft>
                <a:buClrTx/>
                <a:buSzTx/>
                <a:buFontTx/>
                <a:buNone/>
                <a:tabLst/>
                <a:defRPr/>
              </a:pPr>
              <a:r>
                <a:rPr kumimoji="0" lang="en-US" altLang="zh-CN" sz="2100" b="0" i="0" u="none" strike="noStrike" kern="0" cap="none" spc="0" normalizeH="0" baseline="0" noProof="0" dirty="0">
                  <a:ln>
                    <a:noFill/>
                  </a:ln>
                  <a:solidFill>
                    <a:srgbClr val="FFFFFF"/>
                  </a:solidFill>
                  <a:effectLst/>
                  <a:uLnTx/>
                  <a:uFillTx/>
                  <a:latin typeface="微软雅黑"/>
                  <a:ea typeface="微软雅黑"/>
                  <a:cs typeface="+mn-ea"/>
                  <a:sym typeface="+mn-lt"/>
                </a:rPr>
                <a:t>2.2 </a:t>
              </a:r>
              <a:r>
                <a:rPr kumimoji="0" lang="zh-CN" altLang="en-US" sz="2100" b="0" i="0" u="none" strike="noStrike" kern="0" cap="none" spc="0" normalizeH="0" baseline="0" noProof="0" dirty="0">
                  <a:ln>
                    <a:noFill/>
                  </a:ln>
                  <a:solidFill>
                    <a:srgbClr val="FFFFFF"/>
                  </a:solidFill>
                  <a:effectLst/>
                  <a:uLnTx/>
                  <a:uFillTx/>
                  <a:latin typeface="微软雅黑"/>
                  <a:ea typeface="微软雅黑"/>
                  <a:cs typeface="+mn-ea"/>
                  <a:sym typeface="+mn-lt"/>
                </a:rPr>
                <a:t>地图知识图谱构建与应用</a:t>
              </a:r>
              <a:endParaRPr kumimoji="0" lang="en-US" altLang="zh-CN" sz="2100" b="0" i="0" u="none" strike="noStrike" kern="0" cap="none" spc="0" normalizeH="0" baseline="0" noProof="0" dirty="0">
                <a:ln>
                  <a:noFill/>
                </a:ln>
                <a:solidFill>
                  <a:srgbClr val="FFFFFF"/>
                </a:solidFill>
                <a:effectLst/>
                <a:uLnTx/>
                <a:uFillTx/>
                <a:latin typeface="微软雅黑"/>
                <a:ea typeface="微软雅黑"/>
                <a:cs typeface="+mn-ea"/>
                <a:sym typeface="+mn-lt"/>
              </a:endParaRPr>
            </a:p>
          </p:txBody>
        </p:sp>
      </p:grpSp>
      <p:sp>
        <p:nvSpPr>
          <p:cNvPr id="25" name="iṧļïḑe">
            <a:extLst>
              <a:ext uri="{FF2B5EF4-FFF2-40B4-BE49-F238E27FC236}">
                <a16:creationId xmlns:a16="http://schemas.microsoft.com/office/drawing/2014/main" id="{BF626EA5-89CC-4115-B2D3-83E93C1BB0D0}"/>
              </a:ext>
            </a:extLst>
          </p:cNvPr>
          <p:cNvSpPr txBox="1"/>
          <p:nvPr/>
        </p:nvSpPr>
        <p:spPr bwMode="auto">
          <a:xfrm>
            <a:off x="282787" y="574602"/>
            <a:ext cx="4641114" cy="4129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marL="285750" indent="-285750" defTabSz="685783">
              <a:lnSpc>
                <a:spcPct val="120000"/>
              </a:lnSpc>
              <a:spcBef>
                <a:spcPct val="0"/>
              </a:spcBef>
              <a:buFont typeface="Wingdings" panose="05000000000000000000" pitchFamily="2" charset="2"/>
              <a:buChar char="u"/>
            </a:pPr>
            <a:r>
              <a:rPr lang="zh-CN" altLang="en-US" sz="2000" b="1" dirty="0">
                <a:solidFill>
                  <a:srgbClr val="000000"/>
                </a:solidFill>
                <a:latin typeface="微软雅黑"/>
                <a:ea typeface="微软雅黑"/>
                <a:cs typeface="+mn-ea"/>
                <a:sym typeface="+mn-lt"/>
              </a:rPr>
              <a:t>武汉市交通地图知识获取案例</a:t>
            </a:r>
            <a:endParaRPr lang="en-US" altLang="zh-CN" sz="2000" b="1" dirty="0">
              <a:solidFill>
                <a:srgbClr val="000000"/>
              </a:solidFill>
              <a:latin typeface="微软雅黑"/>
              <a:ea typeface="微软雅黑"/>
              <a:cs typeface="+mn-ea"/>
              <a:sym typeface="+mn-lt"/>
            </a:endParaRPr>
          </a:p>
        </p:txBody>
      </p:sp>
    </p:spTree>
    <p:extLst>
      <p:ext uri="{BB962C8B-B14F-4D97-AF65-F5344CB8AC3E}">
        <p14:creationId xmlns:p14="http://schemas.microsoft.com/office/powerpoint/2010/main" val="361979081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2" name="组合 61">
            <a:extLst>
              <a:ext uri="{FF2B5EF4-FFF2-40B4-BE49-F238E27FC236}">
                <a16:creationId xmlns:a16="http://schemas.microsoft.com/office/drawing/2014/main" id="{2F2309ED-BF25-46FA-B6B3-E4E33445C3A5}"/>
              </a:ext>
            </a:extLst>
          </p:cNvPr>
          <p:cNvGrpSpPr/>
          <p:nvPr/>
        </p:nvGrpSpPr>
        <p:grpSpPr>
          <a:xfrm>
            <a:off x="-3" y="85172"/>
            <a:ext cx="5124849" cy="447238"/>
            <a:chOff x="-10956" y="85171"/>
            <a:chExt cx="2847563" cy="447238"/>
          </a:xfrm>
        </p:grpSpPr>
        <p:sp>
          <p:nvSpPr>
            <p:cNvPr id="60" name="矩形 1">
              <a:extLst>
                <a:ext uri="{FF2B5EF4-FFF2-40B4-BE49-F238E27FC236}">
                  <a16:creationId xmlns:a16="http://schemas.microsoft.com/office/drawing/2014/main" id="{72C485CC-2508-40A8-B97B-3FE6C671D4F6}"/>
                </a:ext>
              </a:extLst>
            </p:cNvPr>
            <p:cNvSpPr/>
            <p:nvPr/>
          </p:nvSpPr>
          <p:spPr>
            <a:xfrm>
              <a:off x="-10956" y="123478"/>
              <a:ext cx="2847563" cy="408931"/>
            </a:xfrm>
            <a:custGeom>
              <a:avLst/>
              <a:gdLst>
                <a:gd name="connsiteX0" fmla="*/ 0 w 4211960"/>
                <a:gd name="connsiteY0" fmla="*/ 0 h 2088232"/>
                <a:gd name="connsiteX1" fmla="*/ 4211960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101133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281963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319192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712023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11960" h="2088232">
                  <a:moveTo>
                    <a:pt x="0" y="0"/>
                  </a:moveTo>
                  <a:lnTo>
                    <a:pt x="3712023" y="0"/>
                  </a:lnTo>
                  <a:lnTo>
                    <a:pt x="4211960" y="2088232"/>
                  </a:lnTo>
                  <a:lnTo>
                    <a:pt x="0" y="2088232"/>
                  </a:lnTo>
                  <a:lnTo>
                    <a:pt x="0" y="0"/>
                  </a:lnTo>
                  <a:close/>
                </a:path>
              </a:pathLst>
            </a:custGeom>
            <a:solidFill>
              <a:srgbClr val="0163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8">
                <a:lnSpc>
                  <a:spcPct val="120000"/>
                </a:lnSpc>
              </a:pPr>
              <a:endParaRPr lang="zh-CN" altLang="en-US" sz="2400">
                <a:solidFill>
                  <a:srgbClr val="FFFFFF"/>
                </a:solidFill>
                <a:latin typeface="微软雅黑"/>
                <a:ea typeface="微软雅黑"/>
                <a:cs typeface="+mn-ea"/>
                <a:sym typeface="+mn-lt"/>
              </a:endParaRPr>
            </a:p>
          </p:txBody>
        </p:sp>
        <p:sp>
          <p:nvSpPr>
            <p:cNvPr id="61" name="文本框 60">
              <a:extLst>
                <a:ext uri="{FF2B5EF4-FFF2-40B4-BE49-F238E27FC236}">
                  <a16:creationId xmlns:a16="http://schemas.microsoft.com/office/drawing/2014/main" id="{D99DF1AB-EC0A-4803-955A-135B15D8CB4F}"/>
                </a:ext>
              </a:extLst>
            </p:cNvPr>
            <p:cNvSpPr txBox="1"/>
            <p:nvPr/>
          </p:nvSpPr>
          <p:spPr>
            <a:xfrm>
              <a:off x="-10955" y="85171"/>
              <a:ext cx="2494723" cy="447238"/>
            </a:xfrm>
            <a:prstGeom prst="rect">
              <a:avLst/>
            </a:prstGeom>
            <a:noFill/>
          </p:spPr>
          <p:txBody>
            <a:bodyPr wrap="square" rtlCol="0">
              <a:spAutoFit/>
            </a:bodyPr>
            <a:lstStyle/>
            <a:p>
              <a:pPr defTabSz="914378">
                <a:lnSpc>
                  <a:spcPct val="120000"/>
                </a:lnSpc>
              </a:pPr>
              <a:r>
                <a:rPr lang="en-US" altLang="zh-CN" sz="2100" dirty="0">
                  <a:solidFill>
                    <a:srgbClr val="FFFFFF"/>
                  </a:solidFill>
                  <a:latin typeface="微软雅黑"/>
                  <a:ea typeface="微软雅黑"/>
                  <a:cs typeface="+mn-ea"/>
                  <a:sym typeface="+mn-lt"/>
                </a:rPr>
                <a:t>2.3  </a:t>
              </a:r>
              <a:r>
                <a:rPr lang="zh-CN" altLang="en-US" sz="2100" dirty="0">
                  <a:solidFill>
                    <a:srgbClr val="FFFFFF"/>
                  </a:solidFill>
                  <a:latin typeface="微软雅黑"/>
                  <a:ea typeface="微软雅黑"/>
                  <a:cs typeface="+mn-ea"/>
                  <a:sym typeface="+mn-lt"/>
                </a:rPr>
                <a:t>融合</a:t>
              </a:r>
              <a:r>
                <a:rPr lang="en-US" altLang="zh-CN" sz="2100" dirty="0">
                  <a:solidFill>
                    <a:srgbClr val="FFFFFF"/>
                  </a:solidFill>
                  <a:latin typeface="微软雅黑"/>
                  <a:ea typeface="微软雅黑"/>
                  <a:cs typeface="+mn-ea"/>
                  <a:sym typeface="+mn-lt"/>
                </a:rPr>
                <a:t>LLM</a:t>
              </a:r>
              <a:r>
                <a:rPr lang="zh-CN" altLang="en-US" sz="2100" dirty="0">
                  <a:solidFill>
                    <a:srgbClr val="FFFFFF"/>
                  </a:solidFill>
                  <a:latin typeface="微软雅黑"/>
                  <a:ea typeface="微软雅黑"/>
                  <a:cs typeface="+mn-ea"/>
                  <a:sym typeface="+mn-lt"/>
                </a:rPr>
                <a:t>的自动化制图框架</a:t>
              </a:r>
            </a:p>
          </p:txBody>
        </p:sp>
      </p:grpSp>
      <p:pic>
        <p:nvPicPr>
          <p:cNvPr id="7" name="图片 6">
            <a:extLst>
              <a:ext uri="{FF2B5EF4-FFF2-40B4-BE49-F238E27FC236}">
                <a16:creationId xmlns:a16="http://schemas.microsoft.com/office/drawing/2014/main" id="{B3B88E5B-52CD-4886-B37A-A403254D1AB5}"/>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833859" y="635218"/>
            <a:ext cx="4707672" cy="4384803"/>
          </a:xfrm>
          <a:prstGeom prst="rect">
            <a:avLst/>
          </a:prstGeom>
          <a:noFill/>
        </p:spPr>
      </p:pic>
      <p:sp>
        <p:nvSpPr>
          <p:cNvPr id="9" name="矩形 8">
            <a:extLst>
              <a:ext uri="{FF2B5EF4-FFF2-40B4-BE49-F238E27FC236}">
                <a16:creationId xmlns:a16="http://schemas.microsoft.com/office/drawing/2014/main" id="{88F77A87-AE9C-4538-8E07-02C3083B83F6}"/>
              </a:ext>
            </a:extLst>
          </p:cNvPr>
          <p:cNvSpPr/>
          <p:nvPr/>
        </p:nvSpPr>
        <p:spPr>
          <a:xfrm>
            <a:off x="467544" y="989774"/>
            <a:ext cx="2880320" cy="3598199"/>
          </a:xfrm>
          <a:prstGeom prst="rect">
            <a:avLst/>
          </a:prstGeom>
          <a:noFill/>
          <a:ln>
            <a:solidFill>
              <a:srgbClr val="243B2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zh-CN" altLang="en-US" sz="1350">
              <a:solidFill>
                <a:prstClr val="white"/>
              </a:solidFill>
              <a:latin typeface="等线"/>
              <a:ea typeface="等线"/>
            </a:endParaRPr>
          </a:p>
        </p:txBody>
      </p:sp>
      <p:sp>
        <p:nvSpPr>
          <p:cNvPr id="10" name="矩形 9">
            <a:extLst>
              <a:ext uri="{FF2B5EF4-FFF2-40B4-BE49-F238E27FC236}">
                <a16:creationId xmlns:a16="http://schemas.microsoft.com/office/drawing/2014/main" id="{665BE6D7-235A-4B8D-BC2F-9D33F04E078C}"/>
              </a:ext>
            </a:extLst>
          </p:cNvPr>
          <p:cNvSpPr/>
          <p:nvPr/>
        </p:nvSpPr>
        <p:spPr>
          <a:xfrm>
            <a:off x="206664" y="825778"/>
            <a:ext cx="1693150" cy="376597"/>
          </a:xfrm>
          <a:prstGeom prst="rect">
            <a:avLst/>
          </a:prstGeom>
          <a:solidFill>
            <a:srgbClr val="0179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r>
              <a:rPr lang="zh-CN" altLang="en-US" sz="1600" b="1" dirty="0">
                <a:solidFill>
                  <a:prstClr val="white"/>
                </a:solidFill>
                <a:latin typeface="等线"/>
                <a:ea typeface="等线"/>
              </a:rPr>
              <a:t>自动化制图框架</a:t>
            </a:r>
            <a:endParaRPr lang="en-US" altLang="zh-CN" sz="1600" b="1" dirty="0">
              <a:solidFill>
                <a:prstClr val="white"/>
              </a:solidFill>
              <a:latin typeface="等线"/>
              <a:ea typeface="等线"/>
            </a:endParaRPr>
          </a:p>
        </p:txBody>
      </p:sp>
      <p:sp>
        <p:nvSpPr>
          <p:cNvPr id="11" name="文本框 10">
            <a:extLst>
              <a:ext uri="{FF2B5EF4-FFF2-40B4-BE49-F238E27FC236}">
                <a16:creationId xmlns:a16="http://schemas.microsoft.com/office/drawing/2014/main" id="{F477F5F3-FA09-4472-ACB5-28A106BBDEC1}"/>
              </a:ext>
            </a:extLst>
          </p:cNvPr>
          <p:cNvSpPr txBox="1"/>
          <p:nvPr/>
        </p:nvSpPr>
        <p:spPr>
          <a:xfrm>
            <a:off x="582500" y="1485052"/>
            <a:ext cx="2704923" cy="2777683"/>
          </a:xfrm>
          <a:prstGeom prst="rect">
            <a:avLst/>
          </a:prstGeom>
          <a:noFill/>
        </p:spPr>
        <p:txBody>
          <a:bodyPr wrap="square" lIns="0" tIns="0" rIns="0" bIns="0" rtlCol="0">
            <a:spAutoFit/>
          </a:bodyPr>
          <a:lstStyle/>
          <a:p>
            <a:pPr marL="214313" indent="-214313" algn="just" defTabSz="685800">
              <a:spcBef>
                <a:spcPts val="900"/>
              </a:spcBef>
              <a:buFont typeface="Wingdings" panose="05000000000000000000" pitchFamily="2" charset="2"/>
              <a:buChar char="Ø"/>
            </a:pPr>
            <a:r>
              <a:rPr lang="zh-CN" altLang="en-US" sz="1600" b="1" dirty="0">
                <a:solidFill>
                  <a:prstClr val="black"/>
                </a:solidFill>
                <a:latin typeface="等线"/>
                <a:ea typeface="等线"/>
              </a:rPr>
              <a:t>融合</a:t>
            </a:r>
            <a:r>
              <a:rPr lang="en-US" altLang="zh-CN" sz="1600" b="1" dirty="0">
                <a:solidFill>
                  <a:prstClr val="black"/>
                </a:solidFill>
                <a:latin typeface="等线"/>
                <a:ea typeface="等线"/>
              </a:rPr>
              <a:t>LLM</a:t>
            </a:r>
            <a:r>
              <a:rPr lang="zh-CN" altLang="en-US" sz="1600" b="1" dirty="0">
                <a:solidFill>
                  <a:prstClr val="black"/>
                </a:solidFill>
                <a:latin typeface="等线"/>
                <a:ea typeface="等线"/>
              </a:rPr>
              <a:t>的自动化制图框架</a:t>
            </a:r>
            <a:endParaRPr lang="en-US" altLang="zh-CN" sz="1600" b="1" dirty="0">
              <a:solidFill>
                <a:prstClr val="black"/>
              </a:solidFill>
              <a:latin typeface="等线"/>
              <a:ea typeface="等线"/>
            </a:endParaRPr>
          </a:p>
          <a:p>
            <a:pPr marL="557213" lvl="2" indent="-214313" algn="just" defTabSz="685800">
              <a:spcBef>
                <a:spcPts val="900"/>
              </a:spcBef>
              <a:buFont typeface="Arial" panose="020B0604020202020204" pitchFamily="34" charset="0"/>
              <a:buChar char="•"/>
            </a:pPr>
            <a:r>
              <a:rPr lang="zh-CN" altLang="en-US" sz="1600" dirty="0">
                <a:solidFill>
                  <a:prstClr val="black"/>
                </a:solidFill>
                <a:latin typeface="等线"/>
                <a:ea typeface="等线"/>
                <a:cs typeface="Times New Roman" panose="02020603050405020304" pitchFamily="18" charset="0"/>
              </a:rPr>
              <a:t>地图设计方案生成</a:t>
            </a:r>
            <a:endParaRPr lang="en-US" altLang="zh-CN" sz="1600" dirty="0">
              <a:solidFill>
                <a:prstClr val="black"/>
              </a:solidFill>
              <a:latin typeface="等线"/>
              <a:ea typeface="等线"/>
              <a:cs typeface="Times New Roman" panose="02020603050405020304" pitchFamily="18" charset="0"/>
            </a:endParaRPr>
          </a:p>
          <a:p>
            <a:pPr marL="557213" lvl="2" indent="-214313" algn="just" defTabSz="685800">
              <a:spcBef>
                <a:spcPts val="900"/>
              </a:spcBef>
              <a:buFont typeface="Arial" panose="020B0604020202020204" pitchFamily="34" charset="0"/>
              <a:buChar char="•"/>
            </a:pPr>
            <a:r>
              <a:rPr lang="zh-CN" altLang="en-US" sz="1600" dirty="0">
                <a:solidFill>
                  <a:prstClr val="black"/>
                </a:solidFill>
                <a:latin typeface="等线"/>
                <a:ea typeface="等线"/>
                <a:cs typeface="Times New Roman" panose="02020603050405020304" pitchFamily="18" charset="0"/>
              </a:rPr>
              <a:t>交互式设计方案修改</a:t>
            </a:r>
            <a:endParaRPr lang="en-US" altLang="zh-CN" sz="1600" dirty="0">
              <a:solidFill>
                <a:prstClr val="black"/>
              </a:solidFill>
              <a:latin typeface="等线"/>
              <a:ea typeface="等线"/>
              <a:cs typeface="Times New Roman" panose="02020603050405020304" pitchFamily="18" charset="0"/>
            </a:endParaRPr>
          </a:p>
          <a:p>
            <a:pPr marL="557213" lvl="2" indent="-214313" algn="just" defTabSz="685800">
              <a:spcBef>
                <a:spcPts val="900"/>
              </a:spcBef>
              <a:buFont typeface="Arial" panose="020B0604020202020204" pitchFamily="34" charset="0"/>
              <a:buChar char="•"/>
            </a:pPr>
            <a:r>
              <a:rPr lang="zh-CN" altLang="en-US" sz="1600" dirty="0">
                <a:solidFill>
                  <a:prstClr val="black"/>
                </a:solidFill>
                <a:latin typeface="等线"/>
                <a:ea typeface="等线"/>
                <a:cs typeface="Times New Roman" panose="02020603050405020304" pitchFamily="18" charset="0"/>
              </a:rPr>
              <a:t>自动化地图生成</a:t>
            </a:r>
            <a:endParaRPr lang="en-US" altLang="zh-CN" sz="1600" dirty="0">
              <a:solidFill>
                <a:prstClr val="black"/>
              </a:solidFill>
              <a:latin typeface="等线"/>
              <a:ea typeface="等线"/>
              <a:cs typeface="Times New Roman" panose="02020603050405020304" pitchFamily="18" charset="0"/>
            </a:endParaRPr>
          </a:p>
          <a:p>
            <a:pPr marL="342900" lvl="2" algn="just" defTabSz="685800">
              <a:spcBef>
                <a:spcPts val="900"/>
              </a:spcBef>
            </a:pPr>
            <a:endParaRPr lang="en-US" altLang="zh-CN" sz="1600" dirty="0">
              <a:solidFill>
                <a:prstClr val="black"/>
              </a:solidFill>
              <a:latin typeface="等线"/>
              <a:ea typeface="等线"/>
              <a:cs typeface="Times New Roman" panose="02020603050405020304" pitchFamily="18" charset="0"/>
            </a:endParaRPr>
          </a:p>
          <a:p>
            <a:pPr marL="171450" lvl="1" indent="-285750" algn="just" defTabSz="685800">
              <a:spcBef>
                <a:spcPts val="900"/>
              </a:spcBef>
              <a:buFont typeface="Wingdings" panose="05000000000000000000" pitchFamily="2" charset="2"/>
              <a:buChar char="Ø"/>
            </a:pPr>
            <a:r>
              <a:rPr lang="en-US" altLang="zh-CN" sz="1600" b="1" dirty="0">
                <a:solidFill>
                  <a:prstClr val="black"/>
                </a:solidFill>
                <a:latin typeface="等线"/>
                <a:ea typeface="等线"/>
                <a:cs typeface="Times New Roman" panose="02020603050405020304" pitchFamily="18" charset="0"/>
              </a:rPr>
              <a:t>LLM</a:t>
            </a:r>
            <a:r>
              <a:rPr lang="zh-CN" altLang="en-US" sz="1600" b="1" dirty="0">
                <a:solidFill>
                  <a:prstClr val="black"/>
                </a:solidFill>
                <a:latin typeface="等线"/>
                <a:ea typeface="等线"/>
                <a:cs typeface="Times New Roman" panose="02020603050405020304" pitchFamily="18" charset="0"/>
              </a:rPr>
              <a:t>融合的优点</a:t>
            </a:r>
            <a:endParaRPr lang="en-US" altLang="zh-CN" sz="1600" b="1" dirty="0">
              <a:solidFill>
                <a:prstClr val="black"/>
              </a:solidFill>
              <a:latin typeface="等线"/>
              <a:ea typeface="等线"/>
              <a:cs typeface="Times New Roman" panose="02020603050405020304" pitchFamily="18" charset="0"/>
            </a:endParaRPr>
          </a:p>
          <a:p>
            <a:pPr marL="557213" lvl="2" indent="-214313" algn="just" defTabSz="685800">
              <a:spcBef>
                <a:spcPts val="900"/>
              </a:spcBef>
              <a:buFont typeface="Arial" panose="020B0604020202020204" pitchFamily="34" charset="0"/>
              <a:buChar char="•"/>
            </a:pPr>
            <a:r>
              <a:rPr lang="zh-CN" altLang="en-US" sz="1600" dirty="0">
                <a:solidFill>
                  <a:prstClr val="black"/>
                </a:solidFill>
                <a:latin typeface="等线"/>
                <a:ea typeface="等线"/>
                <a:cs typeface="Times New Roman" panose="02020603050405020304" pitchFamily="18" charset="0"/>
              </a:rPr>
              <a:t>降低制图过程复杂性</a:t>
            </a:r>
            <a:endParaRPr lang="en-US" altLang="zh-CN" sz="1600" dirty="0">
              <a:solidFill>
                <a:prstClr val="black"/>
              </a:solidFill>
              <a:latin typeface="等线"/>
              <a:ea typeface="等线"/>
              <a:cs typeface="Times New Roman" panose="02020603050405020304" pitchFamily="18" charset="0"/>
            </a:endParaRPr>
          </a:p>
          <a:p>
            <a:pPr marL="557213" lvl="2" indent="-214313" algn="just" defTabSz="685800">
              <a:spcBef>
                <a:spcPts val="900"/>
              </a:spcBef>
              <a:buFont typeface="Arial" panose="020B0604020202020204" pitchFamily="34" charset="0"/>
              <a:buChar char="•"/>
            </a:pPr>
            <a:r>
              <a:rPr lang="zh-CN" altLang="en-US" sz="1600" dirty="0">
                <a:solidFill>
                  <a:prstClr val="black"/>
                </a:solidFill>
                <a:latin typeface="等线"/>
                <a:ea typeface="等线"/>
                <a:cs typeface="Times New Roman" panose="02020603050405020304" pitchFamily="18" charset="0"/>
              </a:rPr>
              <a:t>弥补制图知识的缺点</a:t>
            </a:r>
            <a:endParaRPr lang="en-US" altLang="zh-CN" sz="1600" dirty="0">
              <a:solidFill>
                <a:prstClr val="black"/>
              </a:solidFill>
              <a:latin typeface="等线"/>
              <a:ea typeface="等线"/>
              <a:cs typeface="Times New Roman" panose="02020603050405020304" pitchFamily="18" charset="0"/>
            </a:endParaRPr>
          </a:p>
        </p:txBody>
      </p:sp>
    </p:spTree>
    <p:extLst>
      <p:ext uri="{BB962C8B-B14F-4D97-AF65-F5344CB8AC3E}">
        <p14:creationId xmlns:p14="http://schemas.microsoft.com/office/powerpoint/2010/main" val="229424972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iṧļïḑe">
            <a:extLst>
              <a:ext uri="{FF2B5EF4-FFF2-40B4-BE49-F238E27FC236}">
                <a16:creationId xmlns:a16="http://schemas.microsoft.com/office/drawing/2014/main" id="{B3CDDA42-AB8D-440C-898C-32FE7F293A52}"/>
              </a:ext>
            </a:extLst>
          </p:cNvPr>
          <p:cNvSpPr txBox="1"/>
          <p:nvPr/>
        </p:nvSpPr>
        <p:spPr bwMode="auto">
          <a:xfrm>
            <a:off x="318819" y="546276"/>
            <a:ext cx="2741013" cy="3868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marL="285750" indent="-285750" defTabSz="685783">
              <a:lnSpc>
                <a:spcPct val="120000"/>
              </a:lnSpc>
              <a:spcBef>
                <a:spcPct val="0"/>
              </a:spcBef>
              <a:buFont typeface="Wingdings" panose="05000000000000000000" pitchFamily="2" charset="2"/>
              <a:buChar char="u"/>
            </a:pPr>
            <a:r>
              <a:rPr lang="zh-CN" altLang="en-US" sz="2000" b="1" dirty="0">
                <a:solidFill>
                  <a:srgbClr val="000000"/>
                </a:solidFill>
                <a:latin typeface="微软雅黑"/>
                <a:ea typeface="微软雅黑"/>
                <a:cs typeface="+mn-ea"/>
                <a:sym typeface="+mn-lt"/>
              </a:rPr>
              <a:t>自动化符号推荐</a:t>
            </a:r>
            <a:endParaRPr lang="en-US" altLang="zh-CN" sz="2000" b="1" dirty="0">
              <a:solidFill>
                <a:srgbClr val="000000"/>
              </a:solidFill>
              <a:latin typeface="微软雅黑"/>
              <a:ea typeface="微软雅黑"/>
              <a:cs typeface="+mn-ea"/>
              <a:sym typeface="+mn-lt"/>
            </a:endParaRPr>
          </a:p>
        </p:txBody>
      </p:sp>
      <p:pic>
        <p:nvPicPr>
          <p:cNvPr id="9" name="图片 8">
            <a:extLst>
              <a:ext uri="{FF2B5EF4-FFF2-40B4-BE49-F238E27FC236}">
                <a16:creationId xmlns:a16="http://schemas.microsoft.com/office/drawing/2014/main" id="{0702E8A5-ED5C-4DEC-A2C0-40B769443F4D}"/>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176537" y="1411563"/>
            <a:ext cx="5289887" cy="2888379"/>
          </a:xfrm>
          <a:prstGeom prst="rect">
            <a:avLst/>
          </a:prstGeom>
          <a:noFill/>
        </p:spPr>
      </p:pic>
      <p:grpSp>
        <p:nvGrpSpPr>
          <p:cNvPr id="35" name="组合 34">
            <a:extLst>
              <a:ext uri="{FF2B5EF4-FFF2-40B4-BE49-F238E27FC236}">
                <a16:creationId xmlns:a16="http://schemas.microsoft.com/office/drawing/2014/main" id="{E2331E61-A472-40F8-B5CD-4E417B364525}"/>
              </a:ext>
            </a:extLst>
          </p:cNvPr>
          <p:cNvGrpSpPr/>
          <p:nvPr/>
        </p:nvGrpSpPr>
        <p:grpSpPr>
          <a:xfrm>
            <a:off x="368786" y="1186990"/>
            <a:ext cx="3483134" cy="3112952"/>
            <a:chOff x="368786" y="1186990"/>
            <a:chExt cx="3483134" cy="3112952"/>
          </a:xfrm>
        </p:grpSpPr>
        <p:cxnSp>
          <p:nvCxnSpPr>
            <p:cNvPr id="36" name="直接连接符 35">
              <a:extLst>
                <a:ext uri="{FF2B5EF4-FFF2-40B4-BE49-F238E27FC236}">
                  <a16:creationId xmlns:a16="http://schemas.microsoft.com/office/drawing/2014/main" id="{A411523C-9D0E-46DB-83B0-2B322F912F03}"/>
                </a:ext>
              </a:extLst>
            </p:cNvPr>
            <p:cNvCxnSpPr>
              <a:cxnSpLocks/>
              <a:endCxn id="42" idx="0"/>
            </p:cNvCxnSpPr>
            <p:nvPr/>
          </p:nvCxnSpPr>
          <p:spPr>
            <a:xfrm>
              <a:off x="555949" y="1561316"/>
              <a:ext cx="0" cy="2489619"/>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37" name="组合 36">
              <a:extLst>
                <a:ext uri="{FF2B5EF4-FFF2-40B4-BE49-F238E27FC236}">
                  <a16:creationId xmlns:a16="http://schemas.microsoft.com/office/drawing/2014/main" id="{F5E1FA6F-D0B0-4351-A0EB-C3649932E3E8}"/>
                </a:ext>
              </a:extLst>
            </p:cNvPr>
            <p:cNvGrpSpPr/>
            <p:nvPr/>
          </p:nvGrpSpPr>
          <p:grpSpPr>
            <a:xfrm>
              <a:off x="368786" y="1186990"/>
              <a:ext cx="3483134" cy="3112952"/>
              <a:chOff x="368786" y="1186990"/>
              <a:chExt cx="3483134" cy="3112952"/>
            </a:xfrm>
          </p:grpSpPr>
          <p:sp>
            <p:nvSpPr>
              <p:cNvPr id="38" name="文本框 37">
                <a:extLst>
                  <a:ext uri="{FF2B5EF4-FFF2-40B4-BE49-F238E27FC236}">
                    <a16:creationId xmlns:a16="http://schemas.microsoft.com/office/drawing/2014/main" id="{68BA09CC-FFE7-43A6-889C-5D37301F1E9C}"/>
                  </a:ext>
                </a:extLst>
              </p:cNvPr>
              <p:cNvSpPr txBox="1"/>
              <p:nvPr/>
            </p:nvSpPr>
            <p:spPr>
              <a:xfrm>
                <a:off x="781151" y="1228269"/>
                <a:ext cx="1005403" cy="338554"/>
              </a:xfrm>
              <a:prstGeom prst="rect">
                <a:avLst/>
              </a:prstGeom>
              <a:noFill/>
            </p:spPr>
            <p:txBody>
              <a:bodyPr wrap="none" rtlCol="0">
                <a:spAutoFit/>
              </a:bodyPr>
              <a:lstStyle/>
              <a:p>
                <a:pPr defTabSz="685800"/>
                <a:r>
                  <a:rPr lang="zh-CN" altLang="en-US" sz="1600" b="1" dirty="0">
                    <a:solidFill>
                      <a:prstClr val="black"/>
                    </a:solidFill>
                    <a:latin typeface="+mn-ea"/>
                  </a:rPr>
                  <a:t>符号推荐</a:t>
                </a:r>
                <a:endParaRPr lang="en-US" altLang="zh-CN" sz="1600" b="1" dirty="0">
                  <a:solidFill>
                    <a:prstClr val="black"/>
                  </a:solidFill>
                  <a:latin typeface="+mn-ea"/>
                </a:endParaRPr>
              </a:p>
            </p:txBody>
          </p:sp>
          <p:grpSp>
            <p:nvGrpSpPr>
              <p:cNvPr id="39" name="组合 38">
                <a:extLst>
                  <a:ext uri="{FF2B5EF4-FFF2-40B4-BE49-F238E27FC236}">
                    <a16:creationId xmlns:a16="http://schemas.microsoft.com/office/drawing/2014/main" id="{A333B4DE-85FA-48A9-9D45-C38C557B7B66}"/>
                  </a:ext>
                </a:extLst>
              </p:cNvPr>
              <p:cNvGrpSpPr/>
              <p:nvPr/>
            </p:nvGrpSpPr>
            <p:grpSpPr>
              <a:xfrm>
                <a:off x="368786" y="1186990"/>
                <a:ext cx="374326" cy="374326"/>
                <a:chOff x="2198819" y="3292814"/>
                <a:chExt cx="499101" cy="499101"/>
              </a:xfrm>
            </p:grpSpPr>
            <p:sp>
              <p:nvSpPr>
                <p:cNvPr id="46" name="椭圆 45">
                  <a:extLst>
                    <a:ext uri="{FF2B5EF4-FFF2-40B4-BE49-F238E27FC236}">
                      <a16:creationId xmlns:a16="http://schemas.microsoft.com/office/drawing/2014/main" id="{E2D28940-37F8-4BB2-8DE8-6B2FE42AF4F0}"/>
                    </a:ext>
                  </a:extLst>
                </p:cNvPr>
                <p:cNvSpPr/>
                <p:nvPr/>
              </p:nvSpPr>
              <p:spPr>
                <a:xfrm>
                  <a:off x="2198819" y="3292814"/>
                  <a:ext cx="499101" cy="499101"/>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zh-CN" altLang="en-US" sz="1350">
                    <a:solidFill>
                      <a:prstClr val="white"/>
                    </a:solidFill>
                    <a:latin typeface="等线"/>
                    <a:ea typeface="等线"/>
                  </a:endParaRPr>
                </a:p>
              </p:txBody>
            </p:sp>
            <p:pic>
              <p:nvPicPr>
                <p:cNvPr id="47" name="图片 46">
                  <a:extLst>
                    <a:ext uri="{FF2B5EF4-FFF2-40B4-BE49-F238E27FC236}">
                      <a16:creationId xmlns:a16="http://schemas.microsoft.com/office/drawing/2014/main" id="{C5177951-0FB4-40DB-8E8E-1626044D61A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296400" y="3386820"/>
                  <a:ext cx="303938" cy="303938"/>
                </a:xfrm>
                <a:prstGeom prst="rect">
                  <a:avLst/>
                </a:prstGeom>
              </p:spPr>
            </p:pic>
          </p:grpSp>
          <p:sp>
            <p:nvSpPr>
              <p:cNvPr id="40" name="椭圆 39">
                <a:extLst>
                  <a:ext uri="{FF2B5EF4-FFF2-40B4-BE49-F238E27FC236}">
                    <a16:creationId xmlns:a16="http://schemas.microsoft.com/office/drawing/2014/main" id="{F128476B-CBA1-42C5-A38C-B5C831794306}"/>
                  </a:ext>
                </a:extLst>
              </p:cNvPr>
              <p:cNvSpPr/>
              <p:nvPr/>
            </p:nvSpPr>
            <p:spPr>
              <a:xfrm>
                <a:off x="476219" y="2233466"/>
                <a:ext cx="159461" cy="159462"/>
              </a:xfrm>
              <a:prstGeom prst="ellipse">
                <a:avLst/>
              </a:prstGeom>
              <a:solidFill>
                <a:srgbClr val="002060"/>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zh-CN" altLang="en-US" sz="1600" dirty="0">
                  <a:solidFill>
                    <a:prstClr val="white"/>
                  </a:solidFill>
                  <a:latin typeface="+mn-ea"/>
                </a:endParaRPr>
              </a:p>
            </p:txBody>
          </p:sp>
          <p:sp>
            <p:nvSpPr>
              <p:cNvPr id="41" name="文本框 40">
                <a:extLst>
                  <a:ext uri="{FF2B5EF4-FFF2-40B4-BE49-F238E27FC236}">
                    <a16:creationId xmlns:a16="http://schemas.microsoft.com/office/drawing/2014/main" id="{22C2F92C-52C4-4FEA-ACF8-307C73867843}"/>
                  </a:ext>
                </a:extLst>
              </p:cNvPr>
              <p:cNvSpPr txBox="1"/>
              <p:nvPr/>
            </p:nvSpPr>
            <p:spPr>
              <a:xfrm>
                <a:off x="666790" y="2150264"/>
                <a:ext cx="2454620" cy="338554"/>
              </a:xfrm>
              <a:prstGeom prst="rect">
                <a:avLst/>
              </a:prstGeom>
              <a:noFill/>
            </p:spPr>
            <p:txBody>
              <a:bodyPr wrap="square" rtlCol="0">
                <a:spAutoFit/>
              </a:bodyPr>
              <a:lstStyle/>
              <a:p>
                <a:pPr defTabSz="685800"/>
                <a:r>
                  <a:rPr lang="zh-CN" altLang="en-US" sz="1600" dirty="0">
                    <a:solidFill>
                      <a:prstClr val="black"/>
                    </a:solidFill>
                    <a:latin typeface="+mn-ea"/>
                  </a:rPr>
                  <a:t>区域、数据、主题输入</a:t>
                </a:r>
              </a:p>
            </p:txBody>
          </p:sp>
          <p:sp>
            <p:nvSpPr>
              <p:cNvPr id="42" name="椭圆 41">
                <a:extLst>
                  <a:ext uri="{FF2B5EF4-FFF2-40B4-BE49-F238E27FC236}">
                    <a16:creationId xmlns:a16="http://schemas.microsoft.com/office/drawing/2014/main" id="{57CBAEB0-A96B-4306-96EB-947DDB01DDF5}"/>
                  </a:ext>
                </a:extLst>
              </p:cNvPr>
              <p:cNvSpPr/>
              <p:nvPr/>
            </p:nvSpPr>
            <p:spPr>
              <a:xfrm>
                <a:off x="476219" y="4050935"/>
                <a:ext cx="159460" cy="159461"/>
              </a:xfrm>
              <a:prstGeom prst="ellipse">
                <a:avLst/>
              </a:prstGeom>
              <a:solidFill>
                <a:srgbClr val="002060"/>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zh-CN" altLang="en-US" sz="1350" dirty="0">
                  <a:solidFill>
                    <a:prstClr val="white"/>
                  </a:solidFill>
                  <a:latin typeface="等线"/>
                  <a:ea typeface="等线"/>
                </a:endParaRPr>
              </a:p>
            </p:txBody>
          </p:sp>
          <p:sp>
            <p:nvSpPr>
              <p:cNvPr id="43" name="矩形 42">
                <a:extLst>
                  <a:ext uri="{FF2B5EF4-FFF2-40B4-BE49-F238E27FC236}">
                    <a16:creationId xmlns:a16="http://schemas.microsoft.com/office/drawing/2014/main" id="{48C7F1ED-F203-4EF4-BD6E-CFFC5FE88E08}"/>
                  </a:ext>
                </a:extLst>
              </p:cNvPr>
              <p:cNvSpPr/>
              <p:nvPr/>
            </p:nvSpPr>
            <p:spPr>
              <a:xfrm>
                <a:off x="651527" y="3961388"/>
                <a:ext cx="3200393" cy="338554"/>
              </a:xfrm>
              <a:prstGeom prst="rect">
                <a:avLst/>
              </a:prstGeom>
            </p:spPr>
            <p:txBody>
              <a:bodyPr wrap="square">
                <a:spAutoFit/>
              </a:bodyPr>
              <a:lstStyle/>
              <a:p>
                <a:pPr algn="just" defTabSz="685800"/>
                <a:r>
                  <a:rPr lang="zh-CN" altLang="en-US" sz="1600" dirty="0">
                    <a:solidFill>
                      <a:prstClr val="black"/>
                    </a:solidFill>
                    <a:latin typeface="+mn-ea"/>
                  </a:rPr>
                  <a:t>建立符号和数据对应关系</a:t>
                </a:r>
              </a:p>
            </p:txBody>
          </p:sp>
          <p:sp>
            <p:nvSpPr>
              <p:cNvPr id="44" name="椭圆 43">
                <a:extLst>
                  <a:ext uri="{FF2B5EF4-FFF2-40B4-BE49-F238E27FC236}">
                    <a16:creationId xmlns:a16="http://schemas.microsoft.com/office/drawing/2014/main" id="{40A3DDD4-D7EC-4DE3-B1A0-D72E6B427615}"/>
                  </a:ext>
                </a:extLst>
              </p:cNvPr>
              <p:cNvSpPr/>
              <p:nvPr/>
            </p:nvSpPr>
            <p:spPr>
              <a:xfrm>
                <a:off x="476219" y="3150845"/>
                <a:ext cx="159461" cy="159461"/>
              </a:xfrm>
              <a:prstGeom prst="ellipse">
                <a:avLst/>
              </a:prstGeom>
              <a:solidFill>
                <a:srgbClr val="002060"/>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zh-CN" altLang="en-US" sz="1200">
                  <a:solidFill>
                    <a:prstClr val="white"/>
                  </a:solidFill>
                  <a:latin typeface="等线"/>
                  <a:ea typeface="等线"/>
                </a:endParaRPr>
              </a:p>
            </p:txBody>
          </p:sp>
          <p:sp>
            <p:nvSpPr>
              <p:cNvPr id="45" name="文本框 44">
                <a:extLst>
                  <a:ext uri="{FF2B5EF4-FFF2-40B4-BE49-F238E27FC236}">
                    <a16:creationId xmlns:a16="http://schemas.microsoft.com/office/drawing/2014/main" id="{079CE7A6-DE9F-40DE-93C0-AD9649706BF2}"/>
                  </a:ext>
                </a:extLst>
              </p:cNvPr>
              <p:cNvSpPr txBox="1"/>
              <p:nvPr/>
            </p:nvSpPr>
            <p:spPr>
              <a:xfrm>
                <a:off x="666790" y="3077764"/>
                <a:ext cx="2139449" cy="338554"/>
              </a:xfrm>
              <a:prstGeom prst="rect">
                <a:avLst/>
              </a:prstGeom>
              <a:noFill/>
            </p:spPr>
            <p:txBody>
              <a:bodyPr wrap="square" rtlCol="0">
                <a:spAutoFit/>
              </a:bodyPr>
              <a:lstStyle/>
              <a:p>
                <a:pPr defTabSz="685800"/>
                <a:r>
                  <a:rPr lang="zh-CN" altLang="en-US" sz="1600" dirty="0">
                    <a:solidFill>
                      <a:prstClr val="black"/>
                    </a:solidFill>
                    <a:latin typeface="+mn-ea"/>
                  </a:rPr>
                  <a:t>知识图谱交互</a:t>
                </a:r>
              </a:p>
            </p:txBody>
          </p:sp>
        </p:grpSp>
      </p:grpSp>
      <p:grpSp>
        <p:nvGrpSpPr>
          <p:cNvPr id="21" name="组合 20">
            <a:extLst>
              <a:ext uri="{FF2B5EF4-FFF2-40B4-BE49-F238E27FC236}">
                <a16:creationId xmlns:a16="http://schemas.microsoft.com/office/drawing/2014/main" id="{0A71E336-8182-41AC-A3E8-DFD66F9A34E7}"/>
              </a:ext>
            </a:extLst>
          </p:cNvPr>
          <p:cNvGrpSpPr/>
          <p:nvPr/>
        </p:nvGrpSpPr>
        <p:grpSpPr>
          <a:xfrm>
            <a:off x="-3" y="85172"/>
            <a:ext cx="4489834" cy="447238"/>
            <a:chOff x="-10956" y="85171"/>
            <a:chExt cx="2494724" cy="447238"/>
          </a:xfrm>
        </p:grpSpPr>
        <p:sp>
          <p:nvSpPr>
            <p:cNvPr id="22" name="矩形 1">
              <a:extLst>
                <a:ext uri="{FF2B5EF4-FFF2-40B4-BE49-F238E27FC236}">
                  <a16:creationId xmlns:a16="http://schemas.microsoft.com/office/drawing/2014/main" id="{96E30162-0E0B-4EDB-A511-2DB87337191D}"/>
                </a:ext>
              </a:extLst>
            </p:cNvPr>
            <p:cNvSpPr/>
            <p:nvPr/>
          </p:nvSpPr>
          <p:spPr>
            <a:xfrm>
              <a:off x="-10956" y="123478"/>
              <a:ext cx="2380339" cy="408931"/>
            </a:xfrm>
            <a:custGeom>
              <a:avLst/>
              <a:gdLst>
                <a:gd name="connsiteX0" fmla="*/ 0 w 4211960"/>
                <a:gd name="connsiteY0" fmla="*/ 0 h 2088232"/>
                <a:gd name="connsiteX1" fmla="*/ 4211960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101133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281963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319192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712023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11960" h="2088232">
                  <a:moveTo>
                    <a:pt x="0" y="0"/>
                  </a:moveTo>
                  <a:lnTo>
                    <a:pt x="3712023" y="0"/>
                  </a:lnTo>
                  <a:lnTo>
                    <a:pt x="4211960" y="2088232"/>
                  </a:lnTo>
                  <a:lnTo>
                    <a:pt x="0" y="2088232"/>
                  </a:lnTo>
                  <a:lnTo>
                    <a:pt x="0" y="0"/>
                  </a:lnTo>
                  <a:close/>
                </a:path>
              </a:pathLst>
            </a:custGeom>
            <a:solidFill>
              <a:srgbClr val="0163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8">
                <a:lnSpc>
                  <a:spcPct val="120000"/>
                </a:lnSpc>
              </a:pPr>
              <a:endParaRPr lang="zh-CN" altLang="en-US" sz="2400">
                <a:solidFill>
                  <a:srgbClr val="FFFFFF"/>
                </a:solidFill>
                <a:latin typeface="微软雅黑"/>
                <a:ea typeface="微软雅黑"/>
                <a:cs typeface="+mn-ea"/>
                <a:sym typeface="+mn-lt"/>
              </a:endParaRPr>
            </a:p>
          </p:txBody>
        </p:sp>
        <p:sp>
          <p:nvSpPr>
            <p:cNvPr id="23" name="文本框 22">
              <a:extLst>
                <a:ext uri="{FF2B5EF4-FFF2-40B4-BE49-F238E27FC236}">
                  <a16:creationId xmlns:a16="http://schemas.microsoft.com/office/drawing/2014/main" id="{3F3C9A79-806D-47E4-8F39-7188BE1A6A6A}"/>
                </a:ext>
              </a:extLst>
            </p:cNvPr>
            <p:cNvSpPr txBox="1"/>
            <p:nvPr/>
          </p:nvSpPr>
          <p:spPr>
            <a:xfrm>
              <a:off x="-10955" y="85171"/>
              <a:ext cx="2494723" cy="447238"/>
            </a:xfrm>
            <a:prstGeom prst="rect">
              <a:avLst/>
            </a:prstGeom>
            <a:noFill/>
          </p:spPr>
          <p:txBody>
            <a:bodyPr wrap="square" rtlCol="0">
              <a:spAutoFit/>
            </a:bodyPr>
            <a:lstStyle/>
            <a:p>
              <a:pPr defTabSz="914378">
                <a:lnSpc>
                  <a:spcPct val="120000"/>
                </a:lnSpc>
              </a:pPr>
              <a:r>
                <a:rPr lang="en-US" altLang="zh-CN" sz="2100" dirty="0">
                  <a:solidFill>
                    <a:srgbClr val="FFFFFF"/>
                  </a:solidFill>
                  <a:latin typeface="微软雅黑"/>
                  <a:ea typeface="微软雅黑"/>
                  <a:cs typeface="+mn-ea"/>
                  <a:sym typeface="+mn-lt"/>
                </a:rPr>
                <a:t>2.3  </a:t>
              </a:r>
              <a:r>
                <a:rPr lang="zh-CN" altLang="en-US" sz="2100" dirty="0">
                  <a:solidFill>
                    <a:srgbClr val="FFFFFF"/>
                  </a:solidFill>
                  <a:latin typeface="微软雅黑"/>
                  <a:ea typeface="微软雅黑"/>
                  <a:cs typeface="+mn-ea"/>
                  <a:sym typeface="+mn-lt"/>
                </a:rPr>
                <a:t>融合</a:t>
              </a:r>
              <a:r>
                <a:rPr lang="en-US" altLang="zh-CN" sz="2100" dirty="0">
                  <a:solidFill>
                    <a:srgbClr val="FFFFFF"/>
                  </a:solidFill>
                  <a:latin typeface="微软雅黑"/>
                  <a:ea typeface="微软雅黑"/>
                  <a:cs typeface="+mn-ea"/>
                  <a:sym typeface="+mn-lt"/>
                </a:rPr>
                <a:t>LLM</a:t>
              </a:r>
              <a:r>
                <a:rPr lang="zh-CN" altLang="en-US" sz="2100" dirty="0">
                  <a:solidFill>
                    <a:srgbClr val="FFFFFF"/>
                  </a:solidFill>
                  <a:latin typeface="微软雅黑"/>
                  <a:ea typeface="微软雅黑"/>
                  <a:cs typeface="+mn-ea"/>
                  <a:sym typeface="+mn-lt"/>
                </a:rPr>
                <a:t>的自动化制图框架</a:t>
              </a:r>
            </a:p>
          </p:txBody>
        </p:sp>
      </p:grpSp>
    </p:spTree>
    <p:extLst>
      <p:ext uri="{BB962C8B-B14F-4D97-AF65-F5344CB8AC3E}">
        <p14:creationId xmlns:p14="http://schemas.microsoft.com/office/powerpoint/2010/main" val="361993251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5" name="îŝḷîḓé-Straight Connector 2">
            <a:extLst>
              <a:ext uri="{FF2B5EF4-FFF2-40B4-BE49-F238E27FC236}">
                <a16:creationId xmlns:a16="http://schemas.microsoft.com/office/drawing/2014/main" id="{9AF930C1-5D9C-4CD3-A076-D7A40209651F}"/>
              </a:ext>
            </a:extLst>
          </p:cNvPr>
          <p:cNvCxnSpPr>
            <a:cxnSpLocks/>
          </p:cNvCxnSpPr>
          <p:nvPr/>
        </p:nvCxnSpPr>
        <p:spPr>
          <a:xfrm flipV="1">
            <a:off x="5919399" y="987475"/>
            <a:ext cx="0" cy="3744515"/>
          </a:xfrm>
          <a:prstGeom prst="line">
            <a:avLst/>
          </a:prstGeom>
          <a:ln>
            <a:solidFill>
              <a:schemeClr val="tx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56" name="is1ide-Rectangle 31">
            <a:extLst>
              <a:ext uri="{FF2B5EF4-FFF2-40B4-BE49-F238E27FC236}">
                <a16:creationId xmlns:a16="http://schemas.microsoft.com/office/drawing/2014/main" id="{89F903F3-7A86-45FE-A7CE-8BDB2A0E118E}"/>
              </a:ext>
            </a:extLst>
          </p:cNvPr>
          <p:cNvSpPr/>
          <p:nvPr/>
        </p:nvSpPr>
        <p:spPr>
          <a:xfrm>
            <a:off x="6272731" y="1419622"/>
            <a:ext cx="1827659" cy="240746"/>
          </a:xfrm>
          <a:prstGeom prst="rect">
            <a:avLst/>
          </a:prstGeom>
        </p:spPr>
        <p:txBody>
          <a:bodyPr wrap="none" lIns="0" tIns="0" rIns="0" bIns="0" anchor="b">
            <a:noAutofit/>
          </a:bodyPr>
          <a:lstStyle/>
          <a:p>
            <a:pPr marL="285750" lvl="0" indent="-285750" defTabSz="914378">
              <a:spcBef>
                <a:spcPct val="0"/>
              </a:spcBef>
              <a:buFont typeface="Wingdings" panose="05000000000000000000" pitchFamily="2" charset="2"/>
              <a:buChar char="Ø"/>
              <a:defRPr/>
            </a:pPr>
            <a:r>
              <a:rPr lang="zh-CN" altLang="en-US" sz="1600" b="1" dirty="0">
                <a:solidFill>
                  <a:schemeClr val="tx1">
                    <a:lumMod val="75000"/>
                    <a:lumOff val="25000"/>
                  </a:schemeClr>
                </a:solidFill>
                <a:latin typeface="+mn-ea"/>
              </a:rPr>
              <a:t>可视化信息反馈</a:t>
            </a:r>
          </a:p>
        </p:txBody>
      </p:sp>
      <p:sp>
        <p:nvSpPr>
          <p:cNvPr id="52" name="is1ide-Rectangle 25">
            <a:extLst>
              <a:ext uri="{FF2B5EF4-FFF2-40B4-BE49-F238E27FC236}">
                <a16:creationId xmlns:a16="http://schemas.microsoft.com/office/drawing/2014/main" id="{5847EFB4-0574-43F4-8B5A-E97527CEDF3A}"/>
              </a:ext>
            </a:extLst>
          </p:cNvPr>
          <p:cNvSpPr/>
          <p:nvPr/>
        </p:nvSpPr>
        <p:spPr>
          <a:xfrm>
            <a:off x="6272731" y="2331004"/>
            <a:ext cx="1827659" cy="240746"/>
          </a:xfrm>
          <a:prstGeom prst="rect">
            <a:avLst/>
          </a:prstGeom>
        </p:spPr>
        <p:txBody>
          <a:bodyPr wrap="none" lIns="0" tIns="0" rIns="0" bIns="0" anchor="b">
            <a:noAutofit/>
          </a:bodyPr>
          <a:lstStyle/>
          <a:p>
            <a:pPr marL="285750" lvl="0" indent="-285750" defTabSz="914378">
              <a:spcBef>
                <a:spcPct val="0"/>
              </a:spcBef>
              <a:buFont typeface="Wingdings" panose="05000000000000000000" pitchFamily="2" charset="2"/>
              <a:buChar char="Ø"/>
              <a:defRPr/>
            </a:pPr>
            <a:r>
              <a:rPr lang="zh-CN" altLang="en-US" sz="1600" b="1" dirty="0">
                <a:solidFill>
                  <a:srgbClr val="016371"/>
                </a:solidFill>
                <a:latin typeface="+mn-ea"/>
              </a:rPr>
              <a:t>配置信息查询和融合</a:t>
            </a:r>
          </a:p>
        </p:txBody>
      </p:sp>
      <p:sp>
        <p:nvSpPr>
          <p:cNvPr id="48" name="is1ide-Rectangle 19">
            <a:extLst>
              <a:ext uri="{FF2B5EF4-FFF2-40B4-BE49-F238E27FC236}">
                <a16:creationId xmlns:a16="http://schemas.microsoft.com/office/drawing/2014/main" id="{0DB89223-573F-4E70-A9E0-B2135EAACCFB}"/>
              </a:ext>
            </a:extLst>
          </p:cNvPr>
          <p:cNvSpPr/>
          <p:nvPr/>
        </p:nvSpPr>
        <p:spPr>
          <a:xfrm>
            <a:off x="6272731" y="3267108"/>
            <a:ext cx="1691789" cy="240746"/>
          </a:xfrm>
          <a:prstGeom prst="rect">
            <a:avLst/>
          </a:prstGeom>
        </p:spPr>
        <p:txBody>
          <a:bodyPr wrap="none" lIns="0" tIns="0" rIns="0" bIns="0" anchor="b">
            <a:noAutofit/>
          </a:bodyPr>
          <a:lstStyle/>
          <a:p>
            <a:pPr marL="285750" indent="-285750" defTabSz="914378">
              <a:spcBef>
                <a:spcPct val="0"/>
              </a:spcBef>
              <a:buFont typeface="Wingdings" panose="05000000000000000000" pitchFamily="2" charset="2"/>
              <a:buChar char="Ø"/>
              <a:defRPr/>
            </a:pPr>
            <a:r>
              <a:rPr lang="en-US" altLang="zh-CN" sz="1600" b="1" dirty="0">
                <a:solidFill>
                  <a:schemeClr val="tx1">
                    <a:lumMod val="75000"/>
                    <a:lumOff val="25000"/>
                  </a:schemeClr>
                </a:solidFill>
                <a:latin typeface="+mn-ea"/>
              </a:rPr>
              <a:t>LLM</a:t>
            </a:r>
            <a:r>
              <a:rPr lang="zh-CN" altLang="en-US" sz="1600" b="1" dirty="0">
                <a:solidFill>
                  <a:schemeClr val="tx1">
                    <a:lumMod val="75000"/>
                    <a:lumOff val="25000"/>
                  </a:schemeClr>
                </a:solidFill>
                <a:latin typeface="+mn-ea"/>
              </a:rPr>
              <a:t>配置信息修改</a:t>
            </a:r>
          </a:p>
        </p:txBody>
      </p:sp>
      <p:sp>
        <p:nvSpPr>
          <p:cNvPr id="44" name="is1ide-Rectangle 13">
            <a:extLst>
              <a:ext uri="{FF2B5EF4-FFF2-40B4-BE49-F238E27FC236}">
                <a16:creationId xmlns:a16="http://schemas.microsoft.com/office/drawing/2014/main" id="{22A1AE5F-4678-44C0-A484-914CEE6D72C6}"/>
              </a:ext>
            </a:extLst>
          </p:cNvPr>
          <p:cNvSpPr/>
          <p:nvPr/>
        </p:nvSpPr>
        <p:spPr>
          <a:xfrm>
            <a:off x="6288134" y="4193563"/>
            <a:ext cx="1043717" cy="240745"/>
          </a:xfrm>
          <a:prstGeom prst="rect">
            <a:avLst/>
          </a:prstGeom>
        </p:spPr>
        <p:txBody>
          <a:bodyPr wrap="none" lIns="0" tIns="0" rIns="0" bIns="0" anchor="b">
            <a:noAutofit/>
          </a:bodyPr>
          <a:lstStyle/>
          <a:p>
            <a:pPr marL="285750" lvl="0" indent="-285750" defTabSz="914378">
              <a:spcBef>
                <a:spcPct val="0"/>
              </a:spcBef>
              <a:buFont typeface="Wingdings" panose="05000000000000000000" pitchFamily="2" charset="2"/>
              <a:buChar char="Ø"/>
              <a:defRPr/>
            </a:pPr>
            <a:r>
              <a:rPr lang="zh-CN" altLang="en-US" sz="1600" b="1" dirty="0">
                <a:solidFill>
                  <a:srgbClr val="016371"/>
                </a:solidFill>
                <a:latin typeface="+mn-ea"/>
              </a:rPr>
              <a:t>重新可视化</a:t>
            </a:r>
          </a:p>
        </p:txBody>
      </p:sp>
      <p:grpSp>
        <p:nvGrpSpPr>
          <p:cNvPr id="13" name="组合 12">
            <a:extLst>
              <a:ext uri="{FF2B5EF4-FFF2-40B4-BE49-F238E27FC236}">
                <a16:creationId xmlns:a16="http://schemas.microsoft.com/office/drawing/2014/main" id="{3D6C533A-4189-4969-9C0D-0C2588954DA2}"/>
              </a:ext>
            </a:extLst>
          </p:cNvPr>
          <p:cNvGrpSpPr/>
          <p:nvPr/>
        </p:nvGrpSpPr>
        <p:grpSpPr>
          <a:xfrm>
            <a:off x="5653836" y="3124407"/>
            <a:ext cx="486054" cy="486053"/>
            <a:chOff x="5526105" y="2980391"/>
            <a:chExt cx="486054" cy="486053"/>
          </a:xfrm>
        </p:grpSpPr>
        <p:sp>
          <p:nvSpPr>
            <p:cNvPr id="45" name="is1ide-Oval 20">
              <a:extLst>
                <a:ext uri="{FF2B5EF4-FFF2-40B4-BE49-F238E27FC236}">
                  <a16:creationId xmlns:a16="http://schemas.microsoft.com/office/drawing/2014/main" id="{7AC13353-1753-4BFE-ADD4-0832EDF6AD9D}"/>
                </a:ext>
              </a:extLst>
            </p:cNvPr>
            <p:cNvSpPr/>
            <p:nvPr/>
          </p:nvSpPr>
          <p:spPr>
            <a:xfrm>
              <a:off x="5526105" y="2980391"/>
              <a:ext cx="486054" cy="486053"/>
            </a:xfrm>
            <a:prstGeom prst="ellipse">
              <a:avLst/>
            </a:prstGeom>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2400"/>
            </a:p>
          </p:txBody>
        </p:sp>
        <p:pic>
          <p:nvPicPr>
            <p:cNvPr id="4" name="图片 3">
              <a:extLst>
                <a:ext uri="{FF2B5EF4-FFF2-40B4-BE49-F238E27FC236}">
                  <a16:creationId xmlns:a16="http://schemas.microsoft.com/office/drawing/2014/main" id="{3AEEA16F-B521-4519-A381-8B7C397DC86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621881" y="3076166"/>
              <a:ext cx="294503" cy="294503"/>
            </a:xfrm>
            <a:prstGeom prst="rect">
              <a:avLst/>
            </a:prstGeom>
          </p:spPr>
        </p:pic>
      </p:grpSp>
      <p:grpSp>
        <p:nvGrpSpPr>
          <p:cNvPr id="15" name="组合 14">
            <a:extLst>
              <a:ext uri="{FF2B5EF4-FFF2-40B4-BE49-F238E27FC236}">
                <a16:creationId xmlns:a16="http://schemas.microsoft.com/office/drawing/2014/main" id="{740E53F0-F44D-4AE0-9532-E650D0C5B216}"/>
              </a:ext>
            </a:extLst>
          </p:cNvPr>
          <p:cNvGrpSpPr/>
          <p:nvPr/>
        </p:nvGrpSpPr>
        <p:grpSpPr>
          <a:xfrm>
            <a:off x="5653836" y="1310163"/>
            <a:ext cx="486054" cy="486054"/>
            <a:chOff x="5526105" y="1166147"/>
            <a:chExt cx="486054" cy="486054"/>
          </a:xfrm>
        </p:grpSpPr>
        <p:sp>
          <p:nvSpPr>
            <p:cNvPr id="53" name="is1ide-Oval 32">
              <a:extLst>
                <a:ext uri="{FF2B5EF4-FFF2-40B4-BE49-F238E27FC236}">
                  <a16:creationId xmlns:a16="http://schemas.microsoft.com/office/drawing/2014/main" id="{595D8712-2B62-446A-A1FB-A5E04E9F25AE}"/>
                </a:ext>
              </a:extLst>
            </p:cNvPr>
            <p:cNvSpPr/>
            <p:nvPr/>
          </p:nvSpPr>
          <p:spPr>
            <a:xfrm>
              <a:off x="5526105" y="1166147"/>
              <a:ext cx="486054" cy="486054"/>
            </a:xfrm>
            <a:prstGeom prst="ellipse">
              <a:avLst/>
            </a:prstGeom>
            <a:solidFill>
              <a:schemeClr val="accent3"/>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2400" dirty="0"/>
            </a:p>
          </p:txBody>
        </p:sp>
        <p:pic>
          <p:nvPicPr>
            <p:cNvPr id="6" name="图片 5">
              <a:extLst>
                <a:ext uri="{FF2B5EF4-FFF2-40B4-BE49-F238E27FC236}">
                  <a16:creationId xmlns:a16="http://schemas.microsoft.com/office/drawing/2014/main" id="{5316E8D6-F415-45E7-80BD-81642B639F3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658725" y="1298767"/>
              <a:ext cx="220814" cy="220814"/>
            </a:xfrm>
            <a:prstGeom prst="rect">
              <a:avLst/>
            </a:prstGeom>
          </p:spPr>
        </p:pic>
      </p:grpSp>
      <p:grpSp>
        <p:nvGrpSpPr>
          <p:cNvPr id="14" name="组合 13">
            <a:extLst>
              <a:ext uri="{FF2B5EF4-FFF2-40B4-BE49-F238E27FC236}">
                <a16:creationId xmlns:a16="http://schemas.microsoft.com/office/drawing/2014/main" id="{1F686636-DE12-492F-8053-D3936D0ADD05}"/>
              </a:ext>
            </a:extLst>
          </p:cNvPr>
          <p:cNvGrpSpPr/>
          <p:nvPr/>
        </p:nvGrpSpPr>
        <p:grpSpPr>
          <a:xfrm>
            <a:off x="5653835" y="2217284"/>
            <a:ext cx="486054" cy="486053"/>
            <a:chOff x="5526104" y="2073268"/>
            <a:chExt cx="486054" cy="486053"/>
          </a:xfrm>
        </p:grpSpPr>
        <p:sp>
          <p:nvSpPr>
            <p:cNvPr id="49" name="is1ide-Oval 26">
              <a:extLst>
                <a:ext uri="{FF2B5EF4-FFF2-40B4-BE49-F238E27FC236}">
                  <a16:creationId xmlns:a16="http://schemas.microsoft.com/office/drawing/2014/main" id="{77AE294C-89D2-4FC1-AD9E-3849DF8623D2}"/>
                </a:ext>
              </a:extLst>
            </p:cNvPr>
            <p:cNvSpPr/>
            <p:nvPr/>
          </p:nvSpPr>
          <p:spPr>
            <a:xfrm>
              <a:off x="5526104" y="2073268"/>
              <a:ext cx="486054" cy="486053"/>
            </a:xfrm>
            <a:prstGeom prst="ellipse">
              <a:avLst/>
            </a:prstGeom>
            <a:solidFill>
              <a:schemeClr val="accent4"/>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2400"/>
            </a:p>
          </p:txBody>
        </p:sp>
        <p:pic>
          <p:nvPicPr>
            <p:cNvPr id="8" name="图片 7">
              <a:extLst>
                <a:ext uri="{FF2B5EF4-FFF2-40B4-BE49-F238E27FC236}">
                  <a16:creationId xmlns:a16="http://schemas.microsoft.com/office/drawing/2014/main" id="{77239CE5-C92D-4079-8ED4-BA8C1AB97A5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630552" y="2177715"/>
              <a:ext cx="277159" cy="277159"/>
            </a:xfrm>
            <a:prstGeom prst="rect">
              <a:avLst/>
            </a:prstGeom>
          </p:spPr>
        </p:pic>
      </p:grpSp>
      <p:grpSp>
        <p:nvGrpSpPr>
          <p:cNvPr id="12" name="组合 11">
            <a:extLst>
              <a:ext uri="{FF2B5EF4-FFF2-40B4-BE49-F238E27FC236}">
                <a16:creationId xmlns:a16="http://schemas.microsoft.com/office/drawing/2014/main" id="{8573F4A4-FD7F-4B76-BA2E-A51F9D095137}"/>
              </a:ext>
            </a:extLst>
          </p:cNvPr>
          <p:cNvGrpSpPr/>
          <p:nvPr/>
        </p:nvGrpSpPr>
        <p:grpSpPr>
          <a:xfrm>
            <a:off x="5653837" y="4031531"/>
            <a:ext cx="486054" cy="486054"/>
            <a:chOff x="5526106" y="3887515"/>
            <a:chExt cx="486054" cy="486054"/>
          </a:xfrm>
        </p:grpSpPr>
        <p:sp>
          <p:nvSpPr>
            <p:cNvPr id="41" name="is1ide-Oval 14">
              <a:extLst>
                <a:ext uri="{FF2B5EF4-FFF2-40B4-BE49-F238E27FC236}">
                  <a16:creationId xmlns:a16="http://schemas.microsoft.com/office/drawing/2014/main" id="{DFB5C57A-D6EE-47F4-BEFC-EA3AD2B26ACC}"/>
                </a:ext>
              </a:extLst>
            </p:cNvPr>
            <p:cNvSpPr/>
            <p:nvPr/>
          </p:nvSpPr>
          <p:spPr>
            <a:xfrm>
              <a:off x="5526106" y="3887515"/>
              <a:ext cx="486054" cy="486054"/>
            </a:xfrm>
            <a:prstGeom prst="ellipse">
              <a:avLst/>
            </a:prstGeom>
            <a:solidFill>
              <a:schemeClr val="accent2"/>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2400"/>
            </a:p>
          </p:txBody>
        </p:sp>
        <p:pic>
          <p:nvPicPr>
            <p:cNvPr id="11" name="图片 10">
              <a:extLst>
                <a:ext uri="{FF2B5EF4-FFF2-40B4-BE49-F238E27FC236}">
                  <a16:creationId xmlns:a16="http://schemas.microsoft.com/office/drawing/2014/main" id="{A8B03CDE-5253-43BE-B7DF-9D32A3B00DCA}"/>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629327" y="4001685"/>
              <a:ext cx="279612" cy="257714"/>
            </a:xfrm>
            <a:prstGeom prst="rect">
              <a:avLst/>
            </a:prstGeom>
          </p:spPr>
        </p:pic>
      </p:grpSp>
      <p:pic>
        <p:nvPicPr>
          <p:cNvPr id="17" name="图片 16">
            <a:extLst>
              <a:ext uri="{FF2B5EF4-FFF2-40B4-BE49-F238E27FC236}">
                <a16:creationId xmlns:a16="http://schemas.microsoft.com/office/drawing/2014/main" id="{9CD091B5-D0D5-46E4-A56C-AEC846A5A052}"/>
              </a:ext>
            </a:extLst>
          </p:cNvPr>
          <p:cNvPicPr>
            <a:picLocks noChangeAspect="1"/>
          </p:cNvPicPr>
          <p:nvPr/>
        </p:nvPicPr>
        <p:blipFill>
          <a:blip r:embed="rId7"/>
          <a:stretch>
            <a:fillRect/>
          </a:stretch>
        </p:blipFill>
        <p:spPr>
          <a:xfrm>
            <a:off x="300022" y="1003686"/>
            <a:ext cx="5198486" cy="3190407"/>
          </a:xfrm>
          <a:prstGeom prst="rect">
            <a:avLst/>
          </a:prstGeom>
        </p:spPr>
      </p:pic>
      <p:grpSp>
        <p:nvGrpSpPr>
          <p:cNvPr id="32" name="组合 31">
            <a:extLst>
              <a:ext uri="{FF2B5EF4-FFF2-40B4-BE49-F238E27FC236}">
                <a16:creationId xmlns:a16="http://schemas.microsoft.com/office/drawing/2014/main" id="{5287D64E-65CE-40F1-8CFA-B602E614F68E}"/>
              </a:ext>
            </a:extLst>
          </p:cNvPr>
          <p:cNvGrpSpPr/>
          <p:nvPr/>
        </p:nvGrpSpPr>
        <p:grpSpPr>
          <a:xfrm>
            <a:off x="-3" y="85172"/>
            <a:ext cx="4489834" cy="447238"/>
            <a:chOff x="-10956" y="85171"/>
            <a:chExt cx="2494724" cy="447238"/>
          </a:xfrm>
        </p:grpSpPr>
        <p:sp>
          <p:nvSpPr>
            <p:cNvPr id="33" name="矩形 1">
              <a:extLst>
                <a:ext uri="{FF2B5EF4-FFF2-40B4-BE49-F238E27FC236}">
                  <a16:creationId xmlns:a16="http://schemas.microsoft.com/office/drawing/2014/main" id="{4B630725-1553-4476-9DB1-98B07F235CBC}"/>
                </a:ext>
              </a:extLst>
            </p:cNvPr>
            <p:cNvSpPr/>
            <p:nvPr/>
          </p:nvSpPr>
          <p:spPr>
            <a:xfrm>
              <a:off x="-10956" y="123478"/>
              <a:ext cx="2380339" cy="408931"/>
            </a:xfrm>
            <a:custGeom>
              <a:avLst/>
              <a:gdLst>
                <a:gd name="connsiteX0" fmla="*/ 0 w 4211960"/>
                <a:gd name="connsiteY0" fmla="*/ 0 h 2088232"/>
                <a:gd name="connsiteX1" fmla="*/ 4211960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101133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281963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319192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712023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11960" h="2088232">
                  <a:moveTo>
                    <a:pt x="0" y="0"/>
                  </a:moveTo>
                  <a:lnTo>
                    <a:pt x="3712023" y="0"/>
                  </a:lnTo>
                  <a:lnTo>
                    <a:pt x="4211960" y="2088232"/>
                  </a:lnTo>
                  <a:lnTo>
                    <a:pt x="0" y="2088232"/>
                  </a:lnTo>
                  <a:lnTo>
                    <a:pt x="0" y="0"/>
                  </a:lnTo>
                  <a:close/>
                </a:path>
              </a:pathLst>
            </a:custGeom>
            <a:solidFill>
              <a:srgbClr val="0163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8">
                <a:lnSpc>
                  <a:spcPct val="120000"/>
                </a:lnSpc>
              </a:pPr>
              <a:endParaRPr lang="zh-CN" altLang="en-US" sz="2400">
                <a:solidFill>
                  <a:srgbClr val="FFFFFF"/>
                </a:solidFill>
                <a:latin typeface="微软雅黑"/>
                <a:ea typeface="微软雅黑"/>
                <a:cs typeface="+mn-ea"/>
                <a:sym typeface="+mn-lt"/>
              </a:endParaRPr>
            </a:p>
          </p:txBody>
        </p:sp>
        <p:sp>
          <p:nvSpPr>
            <p:cNvPr id="34" name="文本框 33">
              <a:extLst>
                <a:ext uri="{FF2B5EF4-FFF2-40B4-BE49-F238E27FC236}">
                  <a16:creationId xmlns:a16="http://schemas.microsoft.com/office/drawing/2014/main" id="{36201DC5-D44A-4141-A2AA-D4A3F73BDC06}"/>
                </a:ext>
              </a:extLst>
            </p:cNvPr>
            <p:cNvSpPr txBox="1"/>
            <p:nvPr/>
          </p:nvSpPr>
          <p:spPr>
            <a:xfrm>
              <a:off x="-10955" y="85171"/>
              <a:ext cx="2494723" cy="447238"/>
            </a:xfrm>
            <a:prstGeom prst="rect">
              <a:avLst/>
            </a:prstGeom>
            <a:noFill/>
          </p:spPr>
          <p:txBody>
            <a:bodyPr wrap="square" rtlCol="0">
              <a:spAutoFit/>
            </a:bodyPr>
            <a:lstStyle/>
            <a:p>
              <a:pPr defTabSz="914378">
                <a:lnSpc>
                  <a:spcPct val="120000"/>
                </a:lnSpc>
              </a:pPr>
              <a:r>
                <a:rPr lang="en-US" altLang="zh-CN" sz="2100" dirty="0">
                  <a:solidFill>
                    <a:srgbClr val="FFFFFF"/>
                  </a:solidFill>
                  <a:latin typeface="微软雅黑"/>
                  <a:ea typeface="微软雅黑"/>
                  <a:cs typeface="+mn-ea"/>
                  <a:sym typeface="+mn-lt"/>
                </a:rPr>
                <a:t>2.3  </a:t>
              </a:r>
              <a:r>
                <a:rPr lang="zh-CN" altLang="en-US" sz="2100" dirty="0">
                  <a:solidFill>
                    <a:srgbClr val="FFFFFF"/>
                  </a:solidFill>
                  <a:latin typeface="微软雅黑"/>
                  <a:ea typeface="微软雅黑"/>
                  <a:cs typeface="+mn-ea"/>
                  <a:sym typeface="+mn-lt"/>
                </a:rPr>
                <a:t>融合</a:t>
              </a:r>
              <a:r>
                <a:rPr lang="en-US" altLang="zh-CN" sz="2100" dirty="0">
                  <a:solidFill>
                    <a:srgbClr val="FFFFFF"/>
                  </a:solidFill>
                  <a:latin typeface="微软雅黑"/>
                  <a:ea typeface="微软雅黑"/>
                  <a:cs typeface="+mn-ea"/>
                  <a:sym typeface="+mn-lt"/>
                </a:rPr>
                <a:t>LLM</a:t>
              </a:r>
              <a:r>
                <a:rPr lang="zh-CN" altLang="en-US" sz="2100" dirty="0">
                  <a:solidFill>
                    <a:srgbClr val="FFFFFF"/>
                  </a:solidFill>
                  <a:latin typeface="微软雅黑"/>
                  <a:ea typeface="微软雅黑"/>
                  <a:cs typeface="+mn-ea"/>
                  <a:sym typeface="+mn-lt"/>
                </a:rPr>
                <a:t>的自动化制图框架</a:t>
              </a:r>
            </a:p>
          </p:txBody>
        </p:sp>
      </p:grpSp>
      <p:sp>
        <p:nvSpPr>
          <p:cNvPr id="36" name="iṧļïḑe">
            <a:extLst>
              <a:ext uri="{FF2B5EF4-FFF2-40B4-BE49-F238E27FC236}">
                <a16:creationId xmlns:a16="http://schemas.microsoft.com/office/drawing/2014/main" id="{E1D1985D-DACE-4F7B-A8CE-E2B96F645E2F}"/>
              </a:ext>
            </a:extLst>
          </p:cNvPr>
          <p:cNvSpPr txBox="1"/>
          <p:nvPr/>
        </p:nvSpPr>
        <p:spPr bwMode="auto">
          <a:xfrm>
            <a:off x="318819" y="546276"/>
            <a:ext cx="2741013" cy="3868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marL="285750" indent="-285750" defTabSz="685783">
              <a:lnSpc>
                <a:spcPct val="120000"/>
              </a:lnSpc>
              <a:spcBef>
                <a:spcPct val="0"/>
              </a:spcBef>
              <a:buFont typeface="Wingdings" panose="05000000000000000000" pitchFamily="2" charset="2"/>
              <a:buChar char="u"/>
            </a:pPr>
            <a:r>
              <a:rPr lang="zh-CN" altLang="en-US" sz="2000" b="1" dirty="0">
                <a:solidFill>
                  <a:srgbClr val="000000"/>
                </a:solidFill>
                <a:latin typeface="微软雅黑"/>
                <a:ea typeface="微软雅黑"/>
                <a:cs typeface="+mn-ea"/>
                <a:sym typeface="+mn-lt"/>
              </a:rPr>
              <a:t> 交互式配置修改</a:t>
            </a:r>
            <a:endParaRPr lang="en-US" altLang="zh-CN" sz="2000" b="1" dirty="0">
              <a:solidFill>
                <a:srgbClr val="000000"/>
              </a:solidFill>
              <a:latin typeface="微软雅黑"/>
              <a:ea typeface="微软雅黑"/>
              <a:cs typeface="+mn-ea"/>
              <a:sym typeface="+mn-lt"/>
            </a:endParaRPr>
          </a:p>
        </p:txBody>
      </p:sp>
    </p:spTree>
    <p:extLst>
      <p:ext uri="{BB962C8B-B14F-4D97-AF65-F5344CB8AC3E}">
        <p14:creationId xmlns:p14="http://schemas.microsoft.com/office/powerpoint/2010/main" val="153690693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a:extLst>
              <a:ext uri="{FF2B5EF4-FFF2-40B4-BE49-F238E27FC236}">
                <a16:creationId xmlns:a16="http://schemas.microsoft.com/office/drawing/2014/main" id="{EC7CA3D5-25E4-4008-8D8D-ED339DD0976A}"/>
              </a:ext>
            </a:extLst>
          </p:cNvPr>
          <p:cNvSpPr txBox="1"/>
          <p:nvPr/>
        </p:nvSpPr>
        <p:spPr>
          <a:xfrm>
            <a:off x="827585" y="1597453"/>
            <a:ext cx="2344655" cy="658257"/>
          </a:xfrm>
          <a:prstGeom prst="rect">
            <a:avLst/>
          </a:prstGeom>
          <a:noFill/>
        </p:spPr>
        <p:txBody>
          <a:bodyPr wrap="square">
            <a:spAutoFit/>
          </a:bodyPr>
          <a:lstStyle/>
          <a:p>
            <a:pPr marL="214313" marR="0" lvl="0" indent="-214313" algn="l" defTabSz="914378" rtl="0" eaLnBrk="1" fontAlgn="auto" latinLnBrk="0" hangingPunct="1">
              <a:lnSpc>
                <a:spcPct val="120000"/>
              </a:lnSpc>
              <a:spcBef>
                <a:spcPts val="0"/>
              </a:spcBef>
              <a:spcAft>
                <a:spcPts val="0"/>
              </a:spcAft>
              <a:buClrTx/>
              <a:buSzTx/>
              <a:buFont typeface="Wingdings" panose="05000000000000000000" pitchFamily="2" charset="2"/>
              <a:buChar char="p"/>
              <a:tabLst/>
              <a:defRPr/>
            </a:pPr>
            <a:r>
              <a:rPr lang="zh-CN" altLang="en-US" sz="1600" dirty="0">
                <a:solidFill>
                  <a:srgbClr val="000000"/>
                </a:solidFill>
                <a:latin typeface="微软雅黑"/>
                <a:ea typeface="微软雅黑"/>
                <a:cs typeface="+mn-ea"/>
                <a:sym typeface="+mn-lt"/>
              </a:rPr>
              <a:t>数据源输入</a:t>
            </a:r>
            <a:endParaRPr lang="en-US" altLang="zh-CN" sz="1600" dirty="0">
              <a:solidFill>
                <a:srgbClr val="000000"/>
              </a:solidFill>
              <a:latin typeface="微软雅黑"/>
              <a:ea typeface="微软雅黑"/>
              <a:cs typeface="+mn-ea"/>
              <a:sym typeface="+mn-lt"/>
            </a:endParaRPr>
          </a:p>
          <a:p>
            <a:pPr marL="214313" marR="0" lvl="0" indent="-214313" algn="l" defTabSz="914378" rtl="0" eaLnBrk="1" fontAlgn="auto" latinLnBrk="0" hangingPunct="1">
              <a:lnSpc>
                <a:spcPct val="120000"/>
              </a:lnSpc>
              <a:spcBef>
                <a:spcPts val="0"/>
              </a:spcBef>
              <a:spcAft>
                <a:spcPts val="0"/>
              </a:spcAft>
              <a:buClrTx/>
              <a:buSzTx/>
              <a:buFont typeface="Wingdings" panose="05000000000000000000" pitchFamily="2" charset="2"/>
              <a:buChar char="p"/>
              <a:tabLst/>
              <a:defRPr/>
            </a:pPr>
            <a:r>
              <a:rPr lang="zh-CN" altLang="en-US" sz="1600" dirty="0">
                <a:solidFill>
                  <a:srgbClr val="000000"/>
                </a:solidFill>
                <a:latin typeface="微软雅黑"/>
                <a:ea typeface="微软雅黑"/>
                <a:cs typeface="+mn-ea"/>
                <a:sym typeface="+mn-lt"/>
              </a:rPr>
              <a:t>配置信息输入</a:t>
            </a:r>
            <a:endParaRPr lang="en-US" altLang="zh-CN" sz="1600" dirty="0">
              <a:solidFill>
                <a:srgbClr val="000000"/>
              </a:solidFill>
              <a:latin typeface="微软雅黑"/>
              <a:ea typeface="微软雅黑"/>
              <a:cs typeface="+mn-ea"/>
              <a:sym typeface="+mn-lt"/>
            </a:endParaRPr>
          </a:p>
        </p:txBody>
      </p:sp>
      <p:sp>
        <p:nvSpPr>
          <p:cNvPr id="12" name="文本框 11">
            <a:extLst>
              <a:ext uri="{FF2B5EF4-FFF2-40B4-BE49-F238E27FC236}">
                <a16:creationId xmlns:a16="http://schemas.microsoft.com/office/drawing/2014/main" id="{F3038584-7B2C-4E56-BC70-637CC5CA328F}"/>
              </a:ext>
            </a:extLst>
          </p:cNvPr>
          <p:cNvSpPr txBox="1"/>
          <p:nvPr/>
        </p:nvSpPr>
        <p:spPr>
          <a:xfrm>
            <a:off x="827129" y="2919548"/>
            <a:ext cx="3062601" cy="658257"/>
          </a:xfrm>
          <a:prstGeom prst="rect">
            <a:avLst/>
          </a:prstGeom>
          <a:noFill/>
        </p:spPr>
        <p:txBody>
          <a:bodyPr wrap="square">
            <a:spAutoFit/>
          </a:bodyPr>
          <a:lstStyle/>
          <a:p>
            <a:pPr marL="214313" marR="0" lvl="0" indent="-214313" algn="l" defTabSz="914378" rtl="0" eaLnBrk="1" fontAlgn="auto" latinLnBrk="0" hangingPunct="1">
              <a:lnSpc>
                <a:spcPct val="120000"/>
              </a:lnSpc>
              <a:spcBef>
                <a:spcPts val="0"/>
              </a:spcBef>
              <a:spcAft>
                <a:spcPts val="0"/>
              </a:spcAft>
              <a:buClrTx/>
              <a:buSzTx/>
              <a:buFont typeface="Wingdings" panose="05000000000000000000" pitchFamily="2" charset="2"/>
              <a:buChar char="p"/>
              <a:tabLst/>
              <a:defRPr/>
            </a:pPr>
            <a:r>
              <a:rPr kumimoji="0" lang="zh-CN" altLang="en-US" sz="1600" b="0" i="0" u="none" strike="noStrike" kern="1200" cap="none" spc="0" normalizeH="0" baseline="0" noProof="0" dirty="0">
                <a:ln>
                  <a:noFill/>
                </a:ln>
                <a:solidFill>
                  <a:srgbClr val="000000"/>
                </a:solidFill>
                <a:effectLst/>
                <a:uLnTx/>
                <a:uFillTx/>
                <a:latin typeface="微软雅黑"/>
                <a:ea typeface="微软雅黑"/>
                <a:cs typeface="+mn-ea"/>
                <a:sym typeface="+mn-lt"/>
              </a:rPr>
              <a:t>符号库和</a:t>
            </a:r>
            <a:r>
              <a:rPr lang="zh-CN" altLang="en-US" sz="1600" dirty="0">
                <a:solidFill>
                  <a:srgbClr val="000000"/>
                </a:solidFill>
                <a:latin typeface="微软雅黑"/>
                <a:ea typeface="微软雅黑"/>
                <a:cs typeface="+mn-ea"/>
                <a:sym typeface="+mn-lt"/>
              </a:rPr>
              <a:t>制图软件</a:t>
            </a:r>
            <a:endParaRPr lang="en-US" altLang="zh-CN" sz="1600" dirty="0">
              <a:solidFill>
                <a:srgbClr val="000000"/>
              </a:solidFill>
              <a:latin typeface="微软雅黑"/>
              <a:ea typeface="微软雅黑"/>
              <a:cs typeface="+mn-ea"/>
              <a:sym typeface="+mn-lt"/>
            </a:endParaRPr>
          </a:p>
          <a:p>
            <a:pPr marL="214313" marR="0" lvl="0" indent="-214313" algn="l" defTabSz="914378" rtl="0" eaLnBrk="1" fontAlgn="auto" latinLnBrk="0" hangingPunct="1">
              <a:lnSpc>
                <a:spcPct val="120000"/>
              </a:lnSpc>
              <a:spcBef>
                <a:spcPts val="0"/>
              </a:spcBef>
              <a:spcAft>
                <a:spcPts val="0"/>
              </a:spcAft>
              <a:buClrTx/>
              <a:buSzTx/>
              <a:buFont typeface="Wingdings" panose="05000000000000000000" pitchFamily="2" charset="2"/>
              <a:buChar char="p"/>
              <a:tabLst/>
              <a:defRPr/>
            </a:pPr>
            <a:r>
              <a:rPr kumimoji="0" lang="zh-CN" altLang="en-US" sz="1600" b="0" i="0" u="none" strike="noStrike" kern="1200" cap="none" spc="0" normalizeH="0" baseline="0" noProof="0" dirty="0">
                <a:ln>
                  <a:noFill/>
                </a:ln>
                <a:solidFill>
                  <a:srgbClr val="000000"/>
                </a:solidFill>
                <a:effectLst/>
                <a:uLnTx/>
                <a:uFillTx/>
                <a:latin typeface="微软雅黑"/>
                <a:ea typeface="微软雅黑"/>
                <a:cs typeface="+mn-ea"/>
                <a:sym typeface="+mn-lt"/>
              </a:rPr>
              <a:t>数据处理算法</a:t>
            </a:r>
            <a:endParaRPr kumimoji="0" lang="en-US" altLang="zh-CN" sz="1600" b="0" i="0" u="none" strike="noStrike" kern="1200" cap="none" spc="0" normalizeH="0" baseline="0" noProof="0" dirty="0">
              <a:ln>
                <a:noFill/>
              </a:ln>
              <a:solidFill>
                <a:srgbClr val="000000"/>
              </a:solidFill>
              <a:effectLst/>
              <a:uLnTx/>
              <a:uFillTx/>
              <a:latin typeface="微软雅黑"/>
              <a:ea typeface="微软雅黑"/>
              <a:cs typeface="+mn-ea"/>
              <a:sym typeface="+mn-lt"/>
            </a:endParaRPr>
          </a:p>
        </p:txBody>
      </p:sp>
      <p:sp>
        <p:nvSpPr>
          <p:cNvPr id="13" name="文本框 12">
            <a:extLst>
              <a:ext uri="{FF2B5EF4-FFF2-40B4-BE49-F238E27FC236}">
                <a16:creationId xmlns:a16="http://schemas.microsoft.com/office/drawing/2014/main" id="{D741E159-A4BF-45D8-8381-F01208FB3A0C}"/>
              </a:ext>
            </a:extLst>
          </p:cNvPr>
          <p:cNvSpPr txBox="1"/>
          <p:nvPr/>
        </p:nvSpPr>
        <p:spPr>
          <a:xfrm>
            <a:off x="869311" y="4155715"/>
            <a:ext cx="2931494" cy="658257"/>
          </a:xfrm>
          <a:prstGeom prst="rect">
            <a:avLst/>
          </a:prstGeom>
          <a:noFill/>
        </p:spPr>
        <p:txBody>
          <a:bodyPr wrap="square">
            <a:spAutoFit/>
          </a:bodyPr>
          <a:lstStyle/>
          <a:p>
            <a:pPr marL="214313" marR="0" lvl="0" indent="-214313" algn="l" defTabSz="914378" rtl="0" eaLnBrk="1" fontAlgn="auto" latinLnBrk="0" hangingPunct="1">
              <a:lnSpc>
                <a:spcPct val="120000"/>
              </a:lnSpc>
              <a:spcBef>
                <a:spcPts val="0"/>
              </a:spcBef>
              <a:spcAft>
                <a:spcPts val="0"/>
              </a:spcAft>
              <a:buClrTx/>
              <a:buSzTx/>
              <a:buFont typeface="Wingdings" panose="05000000000000000000" pitchFamily="2" charset="2"/>
              <a:buChar char="p"/>
              <a:tabLst/>
              <a:defRPr/>
            </a:pPr>
            <a:r>
              <a:rPr lang="zh-CN" altLang="en-US" sz="1600" dirty="0">
                <a:solidFill>
                  <a:srgbClr val="000000"/>
                </a:solidFill>
                <a:latin typeface="微软雅黑"/>
                <a:ea typeface="微软雅黑"/>
                <a:cs typeface="+mn-ea"/>
                <a:sym typeface="+mn-lt"/>
              </a:rPr>
              <a:t>数据预处理</a:t>
            </a:r>
            <a:endParaRPr lang="en-US" altLang="zh-CN" sz="1600" dirty="0">
              <a:solidFill>
                <a:srgbClr val="000000"/>
              </a:solidFill>
              <a:latin typeface="微软雅黑"/>
              <a:ea typeface="微软雅黑"/>
              <a:cs typeface="+mn-ea"/>
              <a:sym typeface="+mn-lt"/>
            </a:endParaRPr>
          </a:p>
          <a:p>
            <a:pPr marL="214313" marR="0" lvl="0" indent="-214313" algn="l" defTabSz="914378" rtl="0" eaLnBrk="1" fontAlgn="auto" latinLnBrk="0" hangingPunct="1">
              <a:lnSpc>
                <a:spcPct val="120000"/>
              </a:lnSpc>
              <a:spcBef>
                <a:spcPts val="0"/>
              </a:spcBef>
              <a:spcAft>
                <a:spcPts val="0"/>
              </a:spcAft>
              <a:buClrTx/>
              <a:buSzTx/>
              <a:buFont typeface="Wingdings" panose="05000000000000000000" pitchFamily="2" charset="2"/>
              <a:buChar char="p"/>
              <a:tabLst/>
              <a:defRPr/>
            </a:pPr>
            <a:r>
              <a:rPr lang="zh-CN" altLang="en-US" sz="1600" dirty="0">
                <a:solidFill>
                  <a:srgbClr val="000000"/>
                </a:solidFill>
                <a:latin typeface="微软雅黑"/>
                <a:ea typeface="微软雅黑"/>
                <a:cs typeface="+mn-ea"/>
                <a:sym typeface="+mn-lt"/>
              </a:rPr>
              <a:t>符号配置和图片导出</a:t>
            </a:r>
            <a:endParaRPr kumimoji="0" lang="zh-CN" altLang="en-US" sz="1600" b="0" i="0" u="none" strike="noStrike" kern="1200" cap="none" spc="0" normalizeH="0" baseline="0" noProof="0" dirty="0">
              <a:ln>
                <a:noFill/>
              </a:ln>
              <a:solidFill>
                <a:srgbClr val="000000"/>
              </a:solidFill>
              <a:effectLst/>
              <a:uLnTx/>
              <a:uFillTx/>
              <a:latin typeface="微软雅黑"/>
              <a:ea typeface="微软雅黑"/>
              <a:cs typeface="+mn-ea"/>
              <a:sym typeface="+mn-lt"/>
            </a:endParaRPr>
          </a:p>
        </p:txBody>
      </p:sp>
      <p:cxnSp>
        <p:nvCxnSpPr>
          <p:cNvPr id="14" name="直接连接符 13">
            <a:extLst>
              <a:ext uri="{FF2B5EF4-FFF2-40B4-BE49-F238E27FC236}">
                <a16:creationId xmlns:a16="http://schemas.microsoft.com/office/drawing/2014/main" id="{61956E20-383B-435F-84FF-44273A340FB0}"/>
              </a:ext>
            </a:extLst>
          </p:cNvPr>
          <p:cNvCxnSpPr>
            <a:cxnSpLocks/>
            <a:stCxn id="18" idx="4"/>
            <a:endCxn id="21" idx="0"/>
          </p:cNvCxnSpPr>
          <p:nvPr/>
        </p:nvCxnSpPr>
        <p:spPr>
          <a:xfrm>
            <a:off x="409741" y="1525146"/>
            <a:ext cx="0" cy="218635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6" name="矩形: 圆角 27">
            <a:extLst>
              <a:ext uri="{FF2B5EF4-FFF2-40B4-BE49-F238E27FC236}">
                <a16:creationId xmlns:a16="http://schemas.microsoft.com/office/drawing/2014/main" id="{140D650B-C4C6-4E12-95AC-8623070AE14D}"/>
              </a:ext>
            </a:extLst>
          </p:cNvPr>
          <p:cNvSpPr/>
          <p:nvPr/>
        </p:nvSpPr>
        <p:spPr>
          <a:xfrm>
            <a:off x="811733" y="1178448"/>
            <a:ext cx="2709781" cy="376954"/>
          </a:xfrm>
          <a:prstGeom prst="roundRect">
            <a:avLst/>
          </a:prstGeom>
          <a:solidFill>
            <a:srgbClr val="0179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r>
              <a:rPr lang="zh-CN" altLang="en-US" sz="1600" dirty="0">
                <a:solidFill>
                  <a:prstClr val="white"/>
                </a:solidFill>
                <a:latin typeface="+mn-ea"/>
              </a:rPr>
              <a:t>地图配置库输入</a:t>
            </a:r>
          </a:p>
        </p:txBody>
      </p:sp>
      <p:sp>
        <p:nvSpPr>
          <p:cNvPr id="17" name="等腰三角形 16">
            <a:extLst>
              <a:ext uri="{FF2B5EF4-FFF2-40B4-BE49-F238E27FC236}">
                <a16:creationId xmlns:a16="http://schemas.microsoft.com/office/drawing/2014/main" id="{BC31F913-2991-407C-9E23-21E4BEEE53B8}"/>
              </a:ext>
            </a:extLst>
          </p:cNvPr>
          <p:cNvSpPr/>
          <p:nvPr/>
        </p:nvSpPr>
        <p:spPr>
          <a:xfrm rot="16200000">
            <a:off x="677123" y="1291026"/>
            <a:ext cx="133297" cy="151319"/>
          </a:xfrm>
          <a:prstGeom prst="triangle">
            <a:avLst/>
          </a:prstGeom>
          <a:solidFill>
            <a:srgbClr val="0179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zh-CN" altLang="en-US" sz="1350">
              <a:solidFill>
                <a:prstClr val="white"/>
              </a:solidFill>
              <a:latin typeface="等线"/>
              <a:ea typeface="等线"/>
            </a:endParaRPr>
          </a:p>
        </p:txBody>
      </p:sp>
      <p:sp>
        <p:nvSpPr>
          <p:cNvPr id="18" name="椭圆 17">
            <a:extLst>
              <a:ext uri="{FF2B5EF4-FFF2-40B4-BE49-F238E27FC236}">
                <a16:creationId xmlns:a16="http://schemas.microsoft.com/office/drawing/2014/main" id="{31D42019-1EE2-4DD9-ACFF-A71081CF0CCD}"/>
              </a:ext>
            </a:extLst>
          </p:cNvPr>
          <p:cNvSpPr/>
          <p:nvPr/>
        </p:nvSpPr>
        <p:spPr>
          <a:xfrm>
            <a:off x="251520" y="1208704"/>
            <a:ext cx="316442" cy="316442"/>
          </a:xfrm>
          <a:prstGeom prst="ellipse">
            <a:avLst/>
          </a:prstGeom>
          <a:solidFill>
            <a:srgbClr val="0179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zh-CN" altLang="en-US" sz="1350">
              <a:solidFill>
                <a:prstClr val="white"/>
              </a:solidFill>
              <a:latin typeface="等线"/>
              <a:ea typeface="等线"/>
            </a:endParaRPr>
          </a:p>
        </p:txBody>
      </p:sp>
      <p:sp>
        <p:nvSpPr>
          <p:cNvPr id="19" name="椭圆 18">
            <a:extLst>
              <a:ext uri="{FF2B5EF4-FFF2-40B4-BE49-F238E27FC236}">
                <a16:creationId xmlns:a16="http://schemas.microsoft.com/office/drawing/2014/main" id="{96693B31-BA80-405F-8762-CD51EE6ED832}"/>
              </a:ext>
            </a:extLst>
          </p:cNvPr>
          <p:cNvSpPr/>
          <p:nvPr/>
        </p:nvSpPr>
        <p:spPr>
          <a:xfrm>
            <a:off x="321367" y="1278551"/>
            <a:ext cx="176749" cy="17674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zh-CN" altLang="en-US" sz="1350" dirty="0">
              <a:solidFill>
                <a:prstClr val="white"/>
              </a:solidFill>
              <a:latin typeface="等线"/>
              <a:ea typeface="等线"/>
            </a:endParaRPr>
          </a:p>
        </p:txBody>
      </p:sp>
      <p:sp>
        <p:nvSpPr>
          <p:cNvPr id="21" name="椭圆 20">
            <a:extLst>
              <a:ext uri="{FF2B5EF4-FFF2-40B4-BE49-F238E27FC236}">
                <a16:creationId xmlns:a16="http://schemas.microsoft.com/office/drawing/2014/main" id="{D936C339-1493-4771-8D3C-2C0121E3E07F}"/>
              </a:ext>
            </a:extLst>
          </p:cNvPr>
          <p:cNvSpPr/>
          <p:nvPr/>
        </p:nvSpPr>
        <p:spPr>
          <a:xfrm>
            <a:off x="251520" y="3711496"/>
            <a:ext cx="316442" cy="316442"/>
          </a:xfrm>
          <a:prstGeom prst="ellipse">
            <a:avLst/>
          </a:prstGeom>
          <a:solidFill>
            <a:srgbClr val="0179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zh-CN" altLang="en-US" sz="1350">
              <a:solidFill>
                <a:prstClr val="white"/>
              </a:solidFill>
              <a:latin typeface="等线"/>
              <a:ea typeface="等线"/>
            </a:endParaRPr>
          </a:p>
        </p:txBody>
      </p:sp>
      <p:sp>
        <p:nvSpPr>
          <p:cNvPr id="22" name="椭圆 21">
            <a:extLst>
              <a:ext uri="{FF2B5EF4-FFF2-40B4-BE49-F238E27FC236}">
                <a16:creationId xmlns:a16="http://schemas.microsoft.com/office/drawing/2014/main" id="{91BAB4E3-954C-4F9C-A060-7113DA54DC4D}"/>
              </a:ext>
            </a:extLst>
          </p:cNvPr>
          <p:cNvSpPr/>
          <p:nvPr/>
        </p:nvSpPr>
        <p:spPr>
          <a:xfrm>
            <a:off x="321367" y="3781343"/>
            <a:ext cx="176749" cy="17674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zh-CN" altLang="en-US" sz="1350" dirty="0">
              <a:solidFill>
                <a:prstClr val="white"/>
              </a:solidFill>
              <a:latin typeface="等线"/>
              <a:ea typeface="等线"/>
            </a:endParaRPr>
          </a:p>
        </p:txBody>
      </p:sp>
      <p:sp>
        <p:nvSpPr>
          <p:cNvPr id="23" name="矩形: 圆角 49">
            <a:extLst>
              <a:ext uri="{FF2B5EF4-FFF2-40B4-BE49-F238E27FC236}">
                <a16:creationId xmlns:a16="http://schemas.microsoft.com/office/drawing/2014/main" id="{F01E0BA4-5D36-4A7B-84D0-0BD132E36DA4}"/>
              </a:ext>
            </a:extLst>
          </p:cNvPr>
          <p:cNvSpPr/>
          <p:nvPr/>
        </p:nvSpPr>
        <p:spPr>
          <a:xfrm>
            <a:off x="819430" y="3681240"/>
            <a:ext cx="2702507" cy="376954"/>
          </a:xfrm>
          <a:prstGeom prst="roundRect">
            <a:avLst/>
          </a:prstGeom>
          <a:solidFill>
            <a:srgbClr val="0179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r>
              <a:rPr lang="zh-CN" altLang="en-US" sz="1600" dirty="0">
                <a:solidFill>
                  <a:prstClr val="white"/>
                </a:solidFill>
                <a:latin typeface="+mn-ea"/>
              </a:rPr>
              <a:t>基于配置成图</a:t>
            </a:r>
          </a:p>
        </p:txBody>
      </p:sp>
      <p:sp>
        <p:nvSpPr>
          <p:cNvPr id="24" name="等腰三角形 23">
            <a:extLst>
              <a:ext uri="{FF2B5EF4-FFF2-40B4-BE49-F238E27FC236}">
                <a16:creationId xmlns:a16="http://schemas.microsoft.com/office/drawing/2014/main" id="{E6EC9845-0BDF-41DB-A33E-0B97E0E16B6C}"/>
              </a:ext>
            </a:extLst>
          </p:cNvPr>
          <p:cNvSpPr/>
          <p:nvPr/>
        </p:nvSpPr>
        <p:spPr>
          <a:xfrm rot="16200000">
            <a:off x="684821" y="3793817"/>
            <a:ext cx="133297" cy="151319"/>
          </a:xfrm>
          <a:prstGeom prst="triangle">
            <a:avLst/>
          </a:prstGeom>
          <a:solidFill>
            <a:srgbClr val="0179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zh-CN" altLang="en-US" sz="1350">
              <a:solidFill>
                <a:prstClr val="white"/>
              </a:solidFill>
              <a:latin typeface="等线"/>
              <a:ea typeface="等线"/>
            </a:endParaRPr>
          </a:p>
        </p:txBody>
      </p:sp>
      <p:sp>
        <p:nvSpPr>
          <p:cNvPr id="26" name="椭圆 25">
            <a:extLst>
              <a:ext uri="{FF2B5EF4-FFF2-40B4-BE49-F238E27FC236}">
                <a16:creationId xmlns:a16="http://schemas.microsoft.com/office/drawing/2014/main" id="{D7FA089F-F7F6-4BF1-95F8-E74E75153314}"/>
              </a:ext>
            </a:extLst>
          </p:cNvPr>
          <p:cNvSpPr/>
          <p:nvPr/>
        </p:nvSpPr>
        <p:spPr>
          <a:xfrm>
            <a:off x="251520" y="2460100"/>
            <a:ext cx="316442" cy="316442"/>
          </a:xfrm>
          <a:prstGeom prst="ellipse">
            <a:avLst/>
          </a:prstGeom>
          <a:solidFill>
            <a:srgbClr val="0179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zh-CN" altLang="en-US" sz="1350">
              <a:solidFill>
                <a:prstClr val="white"/>
              </a:solidFill>
              <a:latin typeface="等线"/>
              <a:ea typeface="等线"/>
            </a:endParaRPr>
          </a:p>
        </p:txBody>
      </p:sp>
      <p:sp>
        <p:nvSpPr>
          <p:cNvPr id="27" name="椭圆 26">
            <a:extLst>
              <a:ext uri="{FF2B5EF4-FFF2-40B4-BE49-F238E27FC236}">
                <a16:creationId xmlns:a16="http://schemas.microsoft.com/office/drawing/2014/main" id="{95FC44B7-E8D0-4823-8C75-9B88EBD00107}"/>
              </a:ext>
            </a:extLst>
          </p:cNvPr>
          <p:cNvSpPr/>
          <p:nvPr/>
        </p:nvSpPr>
        <p:spPr>
          <a:xfrm>
            <a:off x="321367" y="2529947"/>
            <a:ext cx="176749" cy="17674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zh-CN" altLang="en-US" sz="1350" dirty="0">
              <a:solidFill>
                <a:prstClr val="white"/>
              </a:solidFill>
              <a:latin typeface="等线"/>
              <a:ea typeface="等线"/>
            </a:endParaRPr>
          </a:p>
        </p:txBody>
      </p:sp>
      <p:sp>
        <p:nvSpPr>
          <p:cNvPr id="28" name="矩形: 圆角 41">
            <a:extLst>
              <a:ext uri="{FF2B5EF4-FFF2-40B4-BE49-F238E27FC236}">
                <a16:creationId xmlns:a16="http://schemas.microsoft.com/office/drawing/2014/main" id="{4760A877-C052-432B-9B33-2A02CA716CA0}"/>
              </a:ext>
            </a:extLst>
          </p:cNvPr>
          <p:cNvSpPr/>
          <p:nvPr/>
        </p:nvSpPr>
        <p:spPr>
          <a:xfrm>
            <a:off x="811733" y="2429844"/>
            <a:ext cx="2713873" cy="376954"/>
          </a:xfrm>
          <a:prstGeom prst="roundRect">
            <a:avLst/>
          </a:prstGeom>
          <a:solidFill>
            <a:srgbClr val="0179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r>
              <a:rPr lang="zh-CN" altLang="en-US" sz="1600" dirty="0">
                <a:solidFill>
                  <a:prstClr val="white"/>
                </a:solidFill>
                <a:latin typeface="+mn-ea"/>
              </a:rPr>
              <a:t>数据处理和制图环境</a:t>
            </a:r>
          </a:p>
        </p:txBody>
      </p:sp>
      <p:sp>
        <p:nvSpPr>
          <p:cNvPr id="29" name="等腰三角形 28">
            <a:extLst>
              <a:ext uri="{FF2B5EF4-FFF2-40B4-BE49-F238E27FC236}">
                <a16:creationId xmlns:a16="http://schemas.microsoft.com/office/drawing/2014/main" id="{31BE958C-B4C1-402C-B62D-EF367B580624}"/>
              </a:ext>
            </a:extLst>
          </p:cNvPr>
          <p:cNvSpPr/>
          <p:nvPr/>
        </p:nvSpPr>
        <p:spPr>
          <a:xfrm rot="16200000">
            <a:off x="677123" y="2542421"/>
            <a:ext cx="133297" cy="151319"/>
          </a:xfrm>
          <a:prstGeom prst="triangle">
            <a:avLst/>
          </a:prstGeom>
          <a:solidFill>
            <a:srgbClr val="0179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zh-CN" altLang="en-US" sz="1350">
              <a:solidFill>
                <a:prstClr val="white"/>
              </a:solidFill>
              <a:latin typeface="等线"/>
              <a:ea typeface="等线"/>
            </a:endParaRPr>
          </a:p>
        </p:txBody>
      </p:sp>
      <p:pic>
        <p:nvPicPr>
          <p:cNvPr id="25" name="图片 24">
            <a:extLst>
              <a:ext uri="{FF2B5EF4-FFF2-40B4-BE49-F238E27FC236}">
                <a16:creationId xmlns:a16="http://schemas.microsoft.com/office/drawing/2014/main" id="{23BF45D3-0DE0-470B-A2B9-CDFE2A54228B}"/>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905028" y="1410987"/>
            <a:ext cx="5021308" cy="3013918"/>
          </a:xfrm>
          <a:prstGeom prst="rect">
            <a:avLst/>
          </a:prstGeom>
          <a:noFill/>
        </p:spPr>
      </p:pic>
      <p:grpSp>
        <p:nvGrpSpPr>
          <p:cNvPr id="31" name="组合 30">
            <a:extLst>
              <a:ext uri="{FF2B5EF4-FFF2-40B4-BE49-F238E27FC236}">
                <a16:creationId xmlns:a16="http://schemas.microsoft.com/office/drawing/2014/main" id="{AC5253C4-C745-4EF4-819D-3326CC8FCF75}"/>
              </a:ext>
            </a:extLst>
          </p:cNvPr>
          <p:cNvGrpSpPr/>
          <p:nvPr/>
        </p:nvGrpSpPr>
        <p:grpSpPr>
          <a:xfrm>
            <a:off x="-3" y="85172"/>
            <a:ext cx="4489834" cy="447238"/>
            <a:chOff x="-10956" y="85171"/>
            <a:chExt cx="2494724" cy="447238"/>
          </a:xfrm>
        </p:grpSpPr>
        <p:sp>
          <p:nvSpPr>
            <p:cNvPr id="32" name="矩形 1">
              <a:extLst>
                <a:ext uri="{FF2B5EF4-FFF2-40B4-BE49-F238E27FC236}">
                  <a16:creationId xmlns:a16="http://schemas.microsoft.com/office/drawing/2014/main" id="{797BC019-153E-4637-8E2A-B51FC0F63EE8}"/>
                </a:ext>
              </a:extLst>
            </p:cNvPr>
            <p:cNvSpPr/>
            <p:nvPr/>
          </p:nvSpPr>
          <p:spPr>
            <a:xfrm>
              <a:off x="-10956" y="123478"/>
              <a:ext cx="2380339" cy="408931"/>
            </a:xfrm>
            <a:custGeom>
              <a:avLst/>
              <a:gdLst>
                <a:gd name="connsiteX0" fmla="*/ 0 w 4211960"/>
                <a:gd name="connsiteY0" fmla="*/ 0 h 2088232"/>
                <a:gd name="connsiteX1" fmla="*/ 4211960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101133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281963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319192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712023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11960" h="2088232">
                  <a:moveTo>
                    <a:pt x="0" y="0"/>
                  </a:moveTo>
                  <a:lnTo>
                    <a:pt x="3712023" y="0"/>
                  </a:lnTo>
                  <a:lnTo>
                    <a:pt x="4211960" y="2088232"/>
                  </a:lnTo>
                  <a:lnTo>
                    <a:pt x="0" y="2088232"/>
                  </a:lnTo>
                  <a:lnTo>
                    <a:pt x="0" y="0"/>
                  </a:lnTo>
                  <a:close/>
                </a:path>
              </a:pathLst>
            </a:custGeom>
            <a:solidFill>
              <a:srgbClr val="0163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8">
                <a:lnSpc>
                  <a:spcPct val="120000"/>
                </a:lnSpc>
              </a:pPr>
              <a:endParaRPr lang="zh-CN" altLang="en-US" sz="2400">
                <a:solidFill>
                  <a:srgbClr val="FFFFFF"/>
                </a:solidFill>
                <a:latin typeface="微软雅黑"/>
                <a:ea typeface="微软雅黑"/>
                <a:cs typeface="+mn-ea"/>
                <a:sym typeface="+mn-lt"/>
              </a:endParaRPr>
            </a:p>
          </p:txBody>
        </p:sp>
        <p:sp>
          <p:nvSpPr>
            <p:cNvPr id="33" name="文本框 32">
              <a:extLst>
                <a:ext uri="{FF2B5EF4-FFF2-40B4-BE49-F238E27FC236}">
                  <a16:creationId xmlns:a16="http://schemas.microsoft.com/office/drawing/2014/main" id="{E3712B33-7160-4A3E-B035-F09D271247B5}"/>
                </a:ext>
              </a:extLst>
            </p:cNvPr>
            <p:cNvSpPr txBox="1"/>
            <p:nvPr/>
          </p:nvSpPr>
          <p:spPr>
            <a:xfrm>
              <a:off x="-10955" y="85171"/>
              <a:ext cx="2494723" cy="447238"/>
            </a:xfrm>
            <a:prstGeom prst="rect">
              <a:avLst/>
            </a:prstGeom>
            <a:noFill/>
          </p:spPr>
          <p:txBody>
            <a:bodyPr wrap="square" rtlCol="0">
              <a:spAutoFit/>
            </a:bodyPr>
            <a:lstStyle/>
            <a:p>
              <a:pPr defTabSz="914378">
                <a:lnSpc>
                  <a:spcPct val="120000"/>
                </a:lnSpc>
              </a:pPr>
              <a:r>
                <a:rPr lang="en-US" altLang="zh-CN" sz="2100" dirty="0">
                  <a:solidFill>
                    <a:srgbClr val="FFFFFF"/>
                  </a:solidFill>
                  <a:latin typeface="微软雅黑"/>
                  <a:ea typeface="微软雅黑"/>
                  <a:cs typeface="+mn-ea"/>
                  <a:sym typeface="+mn-lt"/>
                </a:rPr>
                <a:t>2.3  </a:t>
              </a:r>
              <a:r>
                <a:rPr lang="zh-CN" altLang="en-US" sz="2100" dirty="0">
                  <a:solidFill>
                    <a:srgbClr val="FFFFFF"/>
                  </a:solidFill>
                  <a:latin typeface="微软雅黑"/>
                  <a:ea typeface="微软雅黑"/>
                  <a:cs typeface="+mn-ea"/>
                  <a:sym typeface="+mn-lt"/>
                </a:rPr>
                <a:t>融合</a:t>
              </a:r>
              <a:r>
                <a:rPr lang="en-US" altLang="zh-CN" sz="2100" dirty="0">
                  <a:solidFill>
                    <a:srgbClr val="FFFFFF"/>
                  </a:solidFill>
                  <a:latin typeface="微软雅黑"/>
                  <a:ea typeface="微软雅黑"/>
                  <a:cs typeface="+mn-ea"/>
                  <a:sym typeface="+mn-lt"/>
                </a:rPr>
                <a:t>LLM</a:t>
              </a:r>
              <a:r>
                <a:rPr lang="zh-CN" altLang="en-US" sz="2100" dirty="0">
                  <a:solidFill>
                    <a:srgbClr val="FFFFFF"/>
                  </a:solidFill>
                  <a:latin typeface="微软雅黑"/>
                  <a:ea typeface="微软雅黑"/>
                  <a:cs typeface="+mn-ea"/>
                  <a:sym typeface="+mn-lt"/>
                </a:rPr>
                <a:t>的自动化制图框架</a:t>
              </a:r>
            </a:p>
          </p:txBody>
        </p:sp>
      </p:grpSp>
      <p:sp>
        <p:nvSpPr>
          <p:cNvPr id="37" name="iṧļïḑe">
            <a:extLst>
              <a:ext uri="{FF2B5EF4-FFF2-40B4-BE49-F238E27FC236}">
                <a16:creationId xmlns:a16="http://schemas.microsoft.com/office/drawing/2014/main" id="{0EC461F8-249A-4828-BE60-792F7DD86E86}"/>
              </a:ext>
            </a:extLst>
          </p:cNvPr>
          <p:cNvSpPr txBox="1"/>
          <p:nvPr/>
        </p:nvSpPr>
        <p:spPr bwMode="auto">
          <a:xfrm>
            <a:off x="318819" y="546276"/>
            <a:ext cx="2741013" cy="3868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marL="285750" indent="-285750" defTabSz="685783">
              <a:lnSpc>
                <a:spcPct val="120000"/>
              </a:lnSpc>
              <a:spcBef>
                <a:spcPct val="0"/>
              </a:spcBef>
              <a:buFont typeface="Wingdings" panose="05000000000000000000" pitchFamily="2" charset="2"/>
              <a:buChar char="u"/>
            </a:pPr>
            <a:r>
              <a:rPr lang="zh-CN" altLang="en-US" sz="2000" b="1" dirty="0">
                <a:solidFill>
                  <a:srgbClr val="000000"/>
                </a:solidFill>
                <a:latin typeface="微软雅黑"/>
                <a:ea typeface="微软雅黑"/>
                <a:cs typeface="+mn-ea"/>
                <a:sym typeface="+mn-lt"/>
              </a:rPr>
              <a:t>基于配置成图</a:t>
            </a:r>
            <a:endParaRPr lang="en-US" altLang="zh-CN" sz="2000" b="1" dirty="0">
              <a:solidFill>
                <a:srgbClr val="000000"/>
              </a:solidFill>
              <a:latin typeface="微软雅黑"/>
              <a:ea typeface="微软雅黑"/>
              <a:cs typeface="+mn-ea"/>
              <a:sym typeface="+mn-lt"/>
            </a:endParaRPr>
          </a:p>
        </p:txBody>
      </p:sp>
    </p:spTree>
    <p:extLst>
      <p:ext uri="{BB962C8B-B14F-4D97-AF65-F5344CB8AC3E}">
        <p14:creationId xmlns:p14="http://schemas.microsoft.com/office/powerpoint/2010/main" val="325678220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1">
            <a:extLst>
              <a:ext uri="{FF2B5EF4-FFF2-40B4-BE49-F238E27FC236}">
                <a16:creationId xmlns:a16="http://schemas.microsoft.com/office/drawing/2014/main" id="{71588594-9AE0-4F25-BB4C-742F4C94A0BC}"/>
              </a:ext>
            </a:extLst>
          </p:cNvPr>
          <p:cNvSpPr/>
          <p:nvPr/>
        </p:nvSpPr>
        <p:spPr>
          <a:xfrm>
            <a:off x="2079992" y="1851248"/>
            <a:ext cx="5364088" cy="2088232"/>
          </a:xfrm>
          <a:custGeom>
            <a:avLst/>
            <a:gdLst>
              <a:gd name="connsiteX0" fmla="*/ 0 w 4211960"/>
              <a:gd name="connsiteY0" fmla="*/ 0 h 2088232"/>
              <a:gd name="connsiteX1" fmla="*/ 4211960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101133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281963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319192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11960" h="2088232">
                <a:moveTo>
                  <a:pt x="0" y="0"/>
                </a:moveTo>
                <a:lnTo>
                  <a:pt x="3319192" y="0"/>
                </a:lnTo>
                <a:lnTo>
                  <a:pt x="4211960" y="2088232"/>
                </a:lnTo>
                <a:lnTo>
                  <a:pt x="0" y="2088232"/>
                </a:lnTo>
                <a:lnTo>
                  <a:pt x="0" y="0"/>
                </a:lnTo>
                <a:close/>
              </a:path>
            </a:pathLst>
          </a:custGeom>
          <a:solidFill>
            <a:srgbClr val="0163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8">
              <a:lnSpc>
                <a:spcPct val="120000"/>
              </a:lnSpc>
            </a:pPr>
            <a:endParaRPr lang="zh-CN" altLang="en-US" sz="2400">
              <a:solidFill>
                <a:srgbClr val="FFFFFF"/>
              </a:solidFill>
              <a:latin typeface="微软雅黑"/>
              <a:ea typeface="微软雅黑"/>
              <a:cs typeface="+mn-ea"/>
              <a:sym typeface="+mn-lt"/>
            </a:endParaRPr>
          </a:p>
        </p:txBody>
      </p:sp>
      <p:grpSp>
        <p:nvGrpSpPr>
          <p:cNvPr id="2" name="组合 1">
            <a:extLst>
              <a:ext uri="{FF2B5EF4-FFF2-40B4-BE49-F238E27FC236}">
                <a16:creationId xmlns:a16="http://schemas.microsoft.com/office/drawing/2014/main" id="{F81EF813-7D91-44D3-BC4D-92BEE2F1C4E2}"/>
              </a:ext>
            </a:extLst>
          </p:cNvPr>
          <p:cNvGrpSpPr/>
          <p:nvPr/>
        </p:nvGrpSpPr>
        <p:grpSpPr>
          <a:xfrm>
            <a:off x="-5704" y="1419623"/>
            <a:ext cx="5873849" cy="2909345"/>
            <a:chOff x="-5705" y="1419622"/>
            <a:chExt cx="5873849" cy="2909345"/>
          </a:xfrm>
          <a:solidFill>
            <a:schemeClr val="tx1">
              <a:lumMod val="65000"/>
              <a:lumOff val="35000"/>
            </a:schemeClr>
          </a:solidFill>
        </p:grpSpPr>
        <p:sp>
          <p:nvSpPr>
            <p:cNvPr id="11" name="矩形 1">
              <a:extLst>
                <a:ext uri="{FF2B5EF4-FFF2-40B4-BE49-F238E27FC236}">
                  <a16:creationId xmlns:a16="http://schemas.microsoft.com/office/drawing/2014/main" id="{BF9E9D5B-7DE1-4838-8E3E-41665DF274B7}"/>
                </a:ext>
              </a:extLst>
            </p:cNvPr>
            <p:cNvSpPr/>
            <p:nvPr/>
          </p:nvSpPr>
          <p:spPr>
            <a:xfrm>
              <a:off x="0" y="1419622"/>
              <a:ext cx="5868144" cy="2909345"/>
            </a:xfrm>
            <a:custGeom>
              <a:avLst/>
              <a:gdLst>
                <a:gd name="connsiteX0" fmla="*/ 0 w 4211960"/>
                <a:gd name="connsiteY0" fmla="*/ 0 h 2088232"/>
                <a:gd name="connsiteX1" fmla="*/ 4211960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101133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11960" h="2088232">
                  <a:moveTo>
                    <a:pt x="0" y="0"/>
                  </a:moveTo>
                  <a:lnTo>
                    <a:pt x="3101133" y="0"/>
                  </a:lnTo>
                  <a:lnTo>
                    <a:pt x="4211960" y="2088232"/>
                  </a:lnTo>
                  <a:lnTo>
                    <a:pt x="0" y="2088232"/>
                  </a:lnTo>
                  <a:lnTo>
                    <a:pt x="0"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8">
                <a:lnSpc>
                  <a:spcPct val="120000"/>
                </a:lnSpc>
              </a:pPr>
              <a:endParaRPr lang="zh-CN" altLang="en-US" sz="2400">
                <a:solidFill>
                  <a:srgbClr val="FFFFFF"/>
                </a:solidFill>
                <a:latin typeface="微软雅黑"/>
                <a:ea typeface="微软雅黑"/>
                <a:cs typeface="+mn-ea"/>
                <a:sym typeface="+mn-lt"/>
              </a:endParaRPr>
            </a:p>
          </p:txBody>
        </p:sp>
        <p:sp>
          <p:nvSpPr>
            <p:cNvPr id="12" name="矩形 1">
              <a:extLst>
                <a:ext uri="{FF2B5EF4-FFF2-40B4-BE49-F238E27FC236}">
                  <a16:creationId xmlns:a16="http://schemas.microsoft.com/office/drawing/2014/main" id="{7BBD6790-44CE-495F-AE9D-ABCAAA0A5D66}"/>
                </a:ext>
              </a:extLst>
            </p:cNvPr>
            <p:cNvSpPr/>
            <p:nvPr/>
          </p:nvSpPr>
          <p:spPr>
            <a:xfrm>
              <a:off x="-5705" y="1419622"/>
              <a:ext cx="5868144" cy="2909345"/>
            </a:xfrm>
            <a:custGeom>
              <a:avLst/>
              <a:gdLst>
                <a:gd name="connsiteX0" fmla="*/ 0 w 4211960"/>
                <a:gd name="connsiteY0" fmla="*/ 0 h 2088232"/>
                <a:gd name="connsiteX1" fmla="*/ 4211960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101133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11960" h="2088232">
                  <a:moveTo>
                    <a:pt x="0" y="0"/>
                  </a:moveTo>
                  <a:lnTo>
                    <a:pt x="3101133" y="0"/>
                  </a:lnTo>
                  <a:lnTo>
                    <a:pt x="4211960" y="2088232"/>
                  </a:lnTo>
                  <a:lnTo>
                    <a:pt x="0" y="2088232"/>
                  </a:lnTo>
                  <a:lnTo>
                    <a:pt x="0"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8">
                <a:lnSpc>
                  <a:spcPct val="120000"/>
                </a:lnSpc>
              </a:pPr>
              <a:endParaRPr lang="zh-CN" altLang="en-US" sz="2400" dirty="0">
                <a:solidFill>
                  <a:srgbClr val="FFFFFF"/>
                </a:solidFill>
                <a:latin typeface="微软雅黑"/>
                <a:ea typeface="微软雅黑"/>
                <a:cs typeface="+mn-ea"/>
                <a:sym typeface="+mn-lt"/>
              </a:endParaRPr>
            </a:p>
          </p:txBody>
        </p:sp>
      </p:grpSp>
      <p:sp>
        <p:nvSpPr>
          <p:cNvPr id="14" name="矩形 1">
            <a:extLst>
              <a:ext uri="{FF2B5EF4-FFF2-40B4-BE49-F238E27FC236}">
                <a16:creationId xmlns:a16="http://schemas.microsoft.com/office/drawing/2014/main" id="{4117AF95-2B07-4EE4-A2F5-BF99231885A3}"/>
              </a:ext>
            </a:extLst>
          </p:cNvPr>
          <p:cNvSpPr/>
          <p:nvPr/>
        </p:nvSpPr>
        <p:spPr>
          <a:xfrm>
            <a:off x="0" y="1419623"/>
            <a:ext cx="5868144" cy="2909345"/>
          </a:xfrm>
          <a:custGeom>
            <a:avLst/>
            <a:gdLst>
              <a:gd name="connsiteX0" fmla="*/ 0 w 4211960"/>
              <a:gd name="connsiteY0" fmla="*/ 0 h 2088232"/>
              <a:gd name="connsiteX1" fmla="*/ 4211960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101133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11960" h="2088232">
                <a:moveTo>
                  <a:pt x="0" y="0"/>
                </a:moveTo>
                <a:lnTo>
                  <a:pt x="3101133" y="0"/>
                </a:lnTo>
                <a:lnTo>
                  <a:pt x="4211960" y="2088232"/>
                </a:lnTo>
                <a:lnTo>
                  <a:pt x="0" y="2088232"/>
                </a:lnTo>
                <a:lnTo>
                  <a:pt x="0" y="0"/>
                </a:lnTo>
                <a:close/>
              </a:path>
            </a:pathLst>
          </a:custGeom>
          <a:solidFill>
            <a:schemeClr val="accent1">
              <a:alpha val="3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8">
              <a:lnSpc>
                <a:spcPct val="120000"/>
              </a:lnSpc>
            </a:pPr>
            <a:endParaRPr lang="zh-CN" altLang="en-US" sz="2400" dirty="0">
              <a:solidFill>
                <a:srgbClr val="FFFFFF"/>
              </a:solidFill>
              <a:latin typeface="微软雅黑"/>
              <a:ea typeface="微软雅黑"/>
              <a:cs typeface="+mn-ea"/>
              <a:sym typeface="+mn-lt"/>
            </a:endParaRPr>
          </a:p>
        </p:txBody>
      </p:sp>
      <p:sp>
        <p:nvSpPr>
          <p:cNvPr id="18" name="文本框 17">
            <a:extLst>
              <a:ext uri="{FF2B5EF4-FFF2-40B4-BE49-F238E27FC236}">
                <a16:creationId xmlns:a16="http://schemas.microsoft.com/office/drawing/2014/main" id="{B9FFDB26-FB22-4BCA-850D-4CB2591709BB}"/>
              </a:ext>
            </a:extLst>
          </p:cNvPr>
          <p:cNvSpPr txBox="1"/>
          <p:nvPr/>
        </p:nvSpPr>
        <p:spPr>
          <a:xfrm>
            <a:off x="827584" y="2154587"/>
            <a:ext cx="3214371" cy="633187"/>
          </a:xfrm>
          <a:prstGeom prst="rect">
            <a:avLst/>
          </a:prstGeom>
          <a:noFill/>
        </p:spPr>
        <p:txBody>
          <a:bodyPr wrap="square" rtlCol="0">
            <a:spAutoFit/>
          </a:bodyPr>
          <a:lstStyle/>
          <a:p>
            <a:pPr algn="ctr" defTabSz="914378">
              <a:lnSpc>
                <a:spcPct val="120000"/>
              </a:lnSpc>
            </a:pPr>
            <a:r>
              <a:rPr lang="zh-CN" altLang="en-US" sz="3200" b="1" dirty="0">
                <a:solidFill>
                  <a:srgbClr val="FFFFFF"/>
                </a:solidFill>
                <a:latin typeface="微软雅黑"/>
                <a:ea typeface="微软雅黑"/>
                <a:cs typeface="+mn-ea"/>
                <a:sym typeface="+mn-lt"/>
              </a:rPr>
              <a:t>实验与分析</a:t>
            </a:r>
          </a:p>
        </p:txBody>
      </p:sp>
      <p:sp>
        <p:nvSpPr>
          <p:cNvPr id="21" name="文本框 20">
            <a:extLst>
              <a:ext uri="{FF2B5EF4-FFF2-40B4-BE49-F238E27FC236}">
                <a16:creationId xmlns:a16="http://schemas.microsoft.com/office/drawing/2014/main" id="{7D569F2D-31CA-43A3-BD24-44257A3369D9}"/>
              </a:ext>
            </a:extLst>
          </p:cNvPr>
          <p:cNvSpPr txBox="1"/>
          <p:nvPr/>
        </p:nvSpPr>
        <p:spPr>
          <a:xfrm>
            <a:off x="5465220" y="2542035"/>
            <a:ext cx="1179188" cy="1106457"/>
          </a:xfrm>
          <a:prstGeom prst="rect">
            <a:avLst/>
          </a:prstGeom>
          <a:noFill/>
        </p:spPr>
        <p:txBody>
          <a:bodyPr wrap="square" rtlCol="0">
            <a:spAutoFit/>
          </a:bodyPr>
          <a:lstStyle/>
          <a:p>
            <a:pPr defTabSz="914378">
              <a:lnSpc>
                <a:spcPct val="120000"/>
              </a:lnSpc>
            </a:pPr>
            <a:r>
              <a:rPr lang="en-US" altLang="zh-CN" sz="6000" dirty="0">
                <a:solidFill>
                  <a:srgbClr val="FFFFFF"/>
                </a:solidFill>
                <a:latin typeface="微软雅黑"/>
                <a:ea typeface="微软雅黑"/>
                <a:cs typeface="+mn-ea"/>
                <a:sym typeface="+mn-lt"/>
              </a:rPr>
              <a:t>03</a:t>
            </a:r>
            <a:endParaRPr lang="zh-CN" altLang="en-US" sz="6000" dirty="0">
              <a:solidFill>
                <a:srgbClr val="FFFFFF"/>
              </a:solidFill>
              <a:latin typeface="微软雅黑"/>
              <a:ea typeface="微软雅黑"/>
              <a:cs typeface="+mn-ea"/>
              <a:sym typeface="+mn-lt"/>
            </a:endParaRPr>
          </a:p>
        </p:txBody>
      </p:sp>
      <p:cxnSp>
        <p:nvCxnSpPr>
          <p:cNvPr id="22" name="直接连接符 21">
            <a:extLst>
              <a:ext uri="{FF2B5EF4-FFF2-40B4-BE49-F238E27FC236}">
                <a16:creationId xmlns:a16="http://schemas.microsoft.com/office/drawing/2014/main" id="{4D35B84A-070E-4E0E-A92E-095FC4FDBA2F}"/>
              </a:ext>
            </a:extLst>
          </p:cNvPr>
          <p:cNvCxnSpPr>
            <a:cxnSpLocks/>
          </p:cNvCxnSpPr>
          <p:nvPr/>
        </p:nvCxnSpPr>
        <p:spPr>
          <a:xfrm>
            <a:off x="6516216" y="1321507"/>
            <a:ext cx="2070483" cy="3795886"/>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251AAC7F-6041-4F66-97D4-9421CBCB8217}"/>
              </a:ext>
            </a:extLst>
          </p:cNvPr>
          <p:cNvCxnSpPr/>
          <p:nvPr/>
        </p:nvCxnSpPr>
        <p:spPr>
          <a:xfrm>
            <a:off x="4113963" y="-740829"/>
            <a:ext cx="1296144" cy="2376264"/>
          </a:xfrm>
          <a:prstGeom prst="line">
            <a:avLst/>
          </a:prstGeom>
          <a:ln w="19050">
            <a:solidFill>
              <a:srgbClr val="016371"/>
            </a:solidFill>
          </a:ln>
        </p:spPr>
        <p:style>
          <a:lnRef idx="1">
            <a:schemeClr val="accent1"/>
          </a:lnRef>
          <a:fillRef idx="0">
            <a:schemeClr val="accent1"/>
          </a:fillRef>
          <a:effectRef idx="0">
            <a:schemeClr val="accent1"/>
          </a:effectRef>
          <a:fontRef idx="minor">
            <a:schemeClr val="tx1"/>
          </a:fontRef>
        </p:style>
      </p:cxnSp>
      <p:sp>
        <p:nvSpPr>
          <p:cNvPr id="13" name="文本框 12">
            <a:extLst>
              <a:ext uri="{FF2B5EF4-FFF2-40B4-BE49-F238E27FC236}">
                <a16:creationId xmlns:a16="http://schemas.microsoft.com/office/drawing/2014/main" id="{022F8F27-1087-4417-A8D1-99B87B1107AB}"/>
              </a:ext>
            </a:extLst>
          </p:cNvPr>
          <p:cNvSpPr txBox="1"/>
          <p:nvPr/>
        </p:nvSpPr>
        <p:spPr>
          <a:xfrm>
            <a:off x="1259593" y="2888841"/>
            <a:ext cx="3644414" cy="835037"/>
          </a:xfrm>
          <a:prstGeom prst="rect">
            <a:avLst/>
          </a:prstGeom>
          <a:noFill/>
        </p:spPr>
        <p:txBody>
          <a:bodyPr wrap="square" rtlCol="0">
            <a:spAutoFit/>
          </a:bodyPr>
          <a:lstStyle/>
          <a:p>
            <a:pPr marL="342900" indent="-342900" defTabSz="914378">
              <a:lnSpc>
                <a:spcPct val="120000"/>
              </a:lnSpc>
              <a:buFont typeface="Wingdings" panose="05000000000000000000" pitchFamily="2" charset="2"/>
              <a:buChar char="l"/>
            </a:pPr>
            <a:r>
              <a:rPr lang="en-US" altLang="zh-CN" sz="2100" dirty="0">
                <a:solidFill>
                  <a:srgbClr val="FFFFFF"/>
                </a:solidFill>
                <a:latin typeface="微软雅黑"/>
                <a:ea typeface="微软雅黑"/>
                <a:cs typeface="+mn-ea"/>
                <a:sym typeface="+mn-lt"/>
              </a:rPr>
              <a:t>LangChain</a:t>
            </a:r>
            <a:r>
              <a:rPr lang="zh-CN" altLang="en-US" sz="2100" dirty="0">
                <a:solidFill>
                  <a:srgbClr val="FFFFFF"/>
                </a:solidFill>
                <a:latin typeface="微软雅黑"/>
                <a:ea typeface="微软雅黑"/>
                <a:cs typeface="+mn-ea"/>
                <a:sym typeface="+mn-lt"/>
              </a:rPr>
              <a:t>制图工具集</a:t>
            </a:r>
            <a:endParaRPr lang="en-US" altLang="zh-CN" sz="2100" dirty="0">
              <a:solidFill>
                <a:srgbClr val="FFFFFF"/>
              </a:solidFill>
              <a:latin typeface="微软雅黑"/>
              <a:ea typeface="微软雅黑"/>
              <a:cs typeface="+mn-ea"/>
              <a:sym typeface="+mn-lt"/>
            </a:endParaRPr>
          </a:p>
          <a:p>
            <a:pPr marL="342900" indent="-342900" defTabSz="914378">
              <a:lnSpc>
                <a:spcPct val="120000"/>
              </a:lnSpc>
              <a:buFont typeface="Wingdings" panose="05000000000000000000" pitchFamily="2" charset="2"/>
              <a:buChar char="l"/>
            </a:pPr>
            <a:r>
              <a:rPr lang="zh-CN" altLang="en-US" sz="2100" dirty="0">
                <a:solidFill>
                  <a:srgbClr val="FFFFFF"/>
                </a:solidFill>
                <a:latin typeface="微软雅黑"/>
                <a:ea typeface="微软雅黑"/>
                <a:cs typeface="+mn-ea"/>
                <a:sym typeface="+mn-lt"/>
              </a:rPr>
              <a:t>自动化制图实验</a:t>
            </a:r>
            <a:endParaRPr lang="en-US" altLang="zh-CN" sz="2000" dirty="0">
              <a:solidFill>
                <a:srgbClr val="FFFFFF"/>
              </a:solidFill>
              <a:latin typeface="微软雅黑"/>
              <a:ea typeface="微软雅黑"/>
              <a:cs typeface="+mn-ea"/>
              <a:sym typeface="+mn-lt"/>
            </a:endParaRPr>
          </a:p>
        </p:txBody>
      </p:sp>
    </p:spTree>
    <p:extLst>
      <p:ext uri="{BB962C8B-B14F-4D97-AF65-F5344CB8AC3E}">
        <p14:creationId xmlns:p14="http://schemas.microsoft.com/office/powerpoint/2010/main" val="312420286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2" name="组合 61">
            <a:extLst>
              <a:ext uri="{FF2B5EF4-FFF2-40B4-BE49-F238E27FC236}">
                <a16:creationId xmlns:a16="http://schemas.microsoft.com/office/drawing/2014/main" id="{2F2309ED-BF25-46FA-B6B3-E4E33445C3A5}"/>
              </a:ext>
            </a:extLst>
          </p:cNvPr>
          <p:cNvGrpSpPr/>
          <p:nvPr/>
        </p:nvGrpSpPr>
        <p:grpSpPr>
          <a:xfrm>
            <a:off x="-5" y="72009"/>
            <a:ext cx="4572005" cy="447238"/>
            <a:chOff x="-10957" y="85171"/>
            <a:chExt cx="3540642" cy="447238"/>
          </a:xfrm>
        </p:grpSpPr>
        <p:sp>
          <p:nvSpPr>
            <p:cNvPr id="60" name="矩形 1">
              <a:extLst>
                <a:ext uri="{FF2B5EF4-FFF2-40B4-BE49-F238E27FC236}">
                  <a16:creationId xmlns:a16="http://schemas.microsoft.com/office/drawing/2014/main" id="{72C485CC-2508-40A8-B97B-3FE6C671D4F6}"/>
                </a:ext>
              </a:extLst>
            </p:cNvPr>
            <p:cNvSpPr/>
            <p:nvPr/>
          </p:nvSpPr>
          <p:spPr>
            <a:xfrm>
              <a:off x="-10957" y="123478"/>
              <a:ext cx="3540642" cy="408931"/>
            </a:xfrm>
            <a:custGeom>
              <a:avLst/>
              <a:gdLst>
                <a:gd name="connsiteX0" fmla="*/ 0 w 4211960"/>
                <a:gd name="connsiteY0" fmla="*/ 0 h 2088232"/>
                <a:gd name="connsiteX1" fmla="*/ 4211960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101133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281963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319192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712023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11960" h="2088232">
                  <a:moveTo>
                    <a:pt x="0" y="0"/>
                  </a:moveTo>
                  <a:lnTo>
                    <a:pt x="3712023" y="0"/>
                  </a:lnTo>
                  <a:lnTo>
                    <a:pt x="4211960" y="2088232"/>
                  </a:lnTo>
                  <a:lnTo>
                    <a:pt x="0" y="2088232"/>
                  </a:lnTo>
                  <a:lnTo>
                    <a:pt x="0" y="0"/>
                  </a:lnTo>
                  <a:close/>
                </a:path>
              </a:pathLst>
            </a:custGeom>
            <a:solidFill>
              <a:srgbClr val="0163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8">
                <a:lnSpc>
                  <a:spcPct val="120000"/>
                </a:lnSpc>
              </a:pPr>
              <a:endParaRPr lang="zh-CN" altLang="en-US" sz="2400">
                <a:solidFill>
                  <a:srgbClr val="FFFFFF"/>
                </a:solidFill>
                <a:latin typeface="微软雅黑"/>
                <a:ea typeface="微软雅黑"/>
                <a:cs typeface="+mn-ea"/>
                <a:sym typeface="+mn-lt"/>
              </a:endParaRPr>
            </a:p>
          </p:txBody>
        </p:sp>
        <p:sp>
          <p:nvSpPr>
            <p:cNvPr id="61" name="文本框 60">
              <a:extLst>
                <a:ext uri="{FF2B5EF4-FFF2-40B4-BE49-F238E27FC236}">
                  <a16:creationId xmlns:a16="http://schemas.microsoft.com/office/drawing/2014/main" id="{D99DF1AB-EC0A-4803-955A-135B15D8CB4F}"/>
                </a:ext>
              </a:extLst>
            </p:cNvPr>
            <p:cNvSpPr txBox="1"/>
            <p:nvPr/>
          </p:nvSpPr>
          <p:spPr>
            <a:xfrm>
              <a:off x="-10955" y="85171"/>
              <a:ext cx="3100525" cy="447238"/>
            </a:xfrm>
            <a:prstGeom prst="rect">
              <a:avLst/>
            </a:prstGeom>
            <a:noFill/>
          </p:spPr>
          <p:txBody>
            <a:bodyPr wrap="square" rtlCol="0">
              <a:spAutoFit/>
            </a:bodyPr>
            <a:lstStyle/>
            <a:p>
              <a:pPr defTabSz="914378">
                <a:lnSpc>
                  <a:spcPct val="120000"/>
                </a:lnSpc>
              </a:pPr>
              <a:r>
                <a:rPr lang="en-US" altLang="zh-CN" sz="2100" dirty="0">
                  <a:solidFill>
                    <a:srgbClr val="FFFFFF"/>
                  </a:solidFill>
                  <a:cs typeface="+mn-ea"/>
                  <a:sym typeface="+mn-lt"/>
                </a:rPr>
                <a:t>3.1 LangChain</a:t>
              </a:r>
              <a:r>
                <a:rPr lang="zh-CN" altLang="en-US" sz="2100" dirty="0">
                  <a:solidFill>
                    <a:srgbClr val="FFFFFF"/>
                  </a:solidFill>
                  <a:cs typeface="+mn-ea"/>
                  <a:sym typeface="+mn-lt"/>
                </a:rPr>
                <a:t>制图工具集</a:t>
              </a:r>
            </a:p>
          </p:txBody>
        </p:sp>
      </p:grpSp>
      <p:sp>
        <p:nvSpPr>
          <p:cNvPr id="5" name="矩形: 圆角 4">
            <a:extLst>
              <a:ext uri="{FF2B5EF4-FFF2-40B4-BE49-F238E27FC236}">
                <a16:creationId xmlns:a16="http://schemas.microsoft.com/office/drawing/2014/main" id="{3B89E727-4D7F-4CEB-AFFB-2CEB59F328CE}"/>
              </a:ext>
            </a:extLst>
          </p:cNvPr>
          <p:cNvSpPr/>
          <p:nvPr/>
        </p:nvSpPr>
        <p:spPr>
          <a:xfrm>
            <a:off x="1283784" y="726586"/>
            <a:ext cx="7496957" cy="1272898"/>
          </a:xfrm>
          <a:prstGeom prst="roundRect">
            <a:avLst>
              <a:gd name="adj" fmla="val 16668"/>
            </a:avLst>
          </a:prstGeom>
          <a:noFill/>
          <a:ln w="19050">
            <a:solidFill>
              <a:srgbClr val="01637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grpSp>
        <p:nvGrpSpPr>
          <p:cNvPr id="18" name="组合 17">
            <a:extLst>
              <a:ext uri="{FF2B5EF4-FFF2-40B4-BE49-F238E27FC236}">
                <a16:creationId xmlns:a16="http://schemas.microsoft.com/office/drawing/2014/main" id="{9A3D65C4-6AE0-4E0B-8948-4AAC7BA467F6}"/>
              </a:ext>
            </a:extLst>
          </p:cNvPr>
          <p:cNvGrpSpPr/>
          <p:nvPr/>
        </p:nvGrpSpPr>
        <p:grpSpPr>
          <a:xfrm>
            <a:off x="1373200" y="875726"/>
            <a:ext cx="7807312" cy="826625"/>
            <a:chOff x="1075207" y="1263121"/>
            <a:chExt cx="7807312" cy="703901"/>
          </a:xfrm>
        </p:grpSpPr>
        <p:grpSp>
          <p:nvGrpSpPr>
            <p:cNvPr id="7" name="组合 6">
              <a:extLst>
                <a:ext uri="{FF2B5EF4-FFF2-40B4-BE49-F238E27FC236}">
                  <a16:creationId xmlns:a16="http://schemas.microsoft.com/office/drawing/2014/main" id="{5771F57A-9790-4711-BE2B-A8644A14F16B}"/>
                </a:ext>
              </a:extLst>
            </p:cNvPr>
            <p:cNvGrpSpPr/>
            <p:nvPr/>
          </p:nvGrpSpPr>
          <p:grpSpPr>
            <a:xfrm>
              <a:off x="1075207" y="1263121"/>
              <a:ext cx="7807312" cy="338554"/>
              <a:chOff x="934704" y="1169777"/>
              <a:chExt cx="7807312" cy="338554"/>
            </a:xfrm>
          </p:grpSpPr>
          <p:sp>
            <p:nvSpPr>
              <p:cNvPr id="11" name="文本框 10">
                <a:extLst>
                  <a:ext uri="{FF2B5EF4-FFF2-40B4-BE49-F238E27FC236}">
                    <a16:creationId xmlns:a16="http://schemas.microsoft.com/office/drawing/2014/main" id="{909C60F2-1A4A-4C92-93CC-77692AF57C5B}"/>
                  </a:ext>
                </a:extLst>
              </p:cNvPr>
              <p:cNvSpPr txBox="1"/>
              <p:nvPr/>
            </p:nvSpPr>
            <p:spPr>
              <a:xfrm>
                <a:off x="934704" y="1169777"/>
                <a:ext cx="2500941" cy="338554"/>
              </a:xfrm>
              <a:prstGeom prst="rect">
                <a:avLst/>
              </a:prstGeom>
              <a:noFill/>
            </p:spPr>
            <p:txBody>
              <a:bodyPr wrap="square" rtlCol="0">
                <a:spAutoFit/>
              </a:bodyPr>
              <a:lstStyle/>
              <a:p>
                <a:r>
                  <a:rPr lang="en-US" altLang="zh-CN" sz="1600" kern="0" dirty="0" err="1">
                    <a:latin typeface="Times New Roman" panose="02020603050405020304" pitchFamily="18" charset="0"/>
                    <a:cs typeface="Times New Roman" panose="02020603050405020304" pitchFamily="18" charset="0"/>
                  </a:rPr>
                  <a:t>analysis_map_damand</a:t>
                </a:r>
                <a:endParaRPr lang="zh-CN" altLang="zh-CN" sz="1600" kern="100" dirty="0">
                  <a:latin typeface="Times New Roman" panose="02020603050405020304" pitchFamily="18" charset="0"/>
                  <a:cs typeface="Times New Roman" panose="02020603050405020304" pitchFamily="18" charset="0"/>
                </a:endParaRPr>
              </a:p>
            </p:txBody>
          </p:sp>
          <p:sp>
            <p:nvSpPr>
              <p:cNvPr id="12" name="矩形 11">
                <a:extLst>
                  <a:ext uri="{FF2B5EF4-FFF2-40B4-BE49-F238E27FC236}">
                    <a16:creationId xmlns:a16="http://schemas.microsoft.com/office/drawing/2014/main" id="{DB1BEDF5-ACB6-4E99-91D3-E5253BD492BF}"/>
                  </a:ext>
                </a:extLst>
              </p:cNvPr>
              <p:cNvSpPr/>
              <p:nvPr/>
            </p:nvSpPr>
            <p:spPr>
              <a:xfrm>
                <a:off x="3092352" y="1169777"/>
                <a:ext cx="5649664" cy="338554"/>
              </a:xfrm>
              <a:prstGeom prst="rect">
                <a:avLst/>
              </a:prstGeom>
            </p:spPr>
            <p:txBody>
              <a:bodyPr wrap="square">
                <a:spAutoFit/>
              </a:bodyPr>
              <a:lstStyle/>
              <a:p>
                <a:r>
                  <a:rPr lang="zh-CN" altLang="zh-CN" sz="1600" kern="0" dirty="0">
                    <a:latin typeface="Times New Roman" panose="02020603050405020304" pitchFamily="18" charset="0"/>
                    <a:cs typeface="Times New Roman" panose="02020603050405020304" pitchFamily="18" charset="0"/>
                  </a:rPr>
                  <a:t>拆分</a:t>
                </a:r>
                <a:r>
                  <a:rPr lang="zh-CN" altLang="en-US" sz="1600" kern="0" dirty="0">
                    <a:latin typeface="Times New Roman" panose="02020603050405020304" pitchFamily="18" charset="0"/>
                    <a:cs typeface="Times New Roman" panose="02020603050405020304" pitchFamily="18" charset="0"/>
                  </a:rPr>
                  <a:t>制图需求，构建</a:t>
                </a:r>
                <a:r>
                  <a:rPr lang="en-US" altLang="zh-CN" sz="1600" kern="0" dirty="0">
                    <a:latin typeface="Times New Roman" panose="02020603050405020304" pitchFamily="18" charset="0"/>
                    <a:cs typeface="Times New Roman" panose="02020603050405020304" pitchFamily="18" charset="0"/>
                  </a:rPr>
                  <a:t>Json</a:t>
                </a:r>
                <a:r>
                  <a:rPr lang="zh-CN" altLang="zh-CN" sz="1600" kern="0" dirty="0">
                    <a:latin typeface="Times New Roman" panose="02020603050405020304" pitchFamily="18" charset="0"/>
                    <a:cs typeface="Times New Roman" panose="02020603050405020304" pitchFamily="18" charset="0"/>
                  </a:rPr>
                  <a:t>文件存储，创建新的制图任务</a:t>
                </a:r>
                <a:endParaRPr lang="zh-CN" altLang="zh-CN" sz="1600" kern="100" dirty="0">
                  <a:latin typeface="Times New Roman" panose="02020603050405020304" pitchFamily="18" charset="0"/>
                  <a:cs typeface="Times New Roman" panose="02020603050405020304" pitchFamily="18" charset="0"/>
                </a:endParaRPr>
              </a:p>
            </p:txBody>
          </p:sp>
        </p:grpSp>
        <p:grpSp>
          <p:nvGrpSpPr>
            <p:cNvPr id="8" name="组合 7">
              <a:extLst>
                <a:ext uri="{FF2B5EF4-FFF2-40B4-BE49-F238E27FC236}">
                  <a16:creationId xmlns:a16="http://schemas.microsoft.com/office/drawing/2014/main" id="{DA13580E-79C1-495B-94CE-D7D6C52CC038}"/>
                </a:ext>
              </a:extLst>
            </p:cNvPr>
            <p:cNvGrpSpPr/>
            <p:nvPr/>
          </p:nvGrpSpPr>
          <p:grpSpPr>
            <a:xfrm>
              <a:off x="1075207" y="1628468"/>
              <a:ext cx="7641658" cy="338554"/>
              <a:chOff x="942691" y="1697327"/>
              <a:chExt cx="7641658" cy="338554"/>
            </a:xfrm>
          </p:grpSpPr>
          <p:sp>
            <p:nvSpPr>
              <p:cNvPr id="13" name="矩形 12">
                <a:extLst>
                  <a:ext uri="{FF2B5EF4-FFF2-40B4-BE49-F238E27FC236}">
                    <a16:creationId xmlns:a16="http://schemas.microsoft.com/office/drawing/2014/main" id="{0F275CF0-52BB-4DE2-A204-BB64E2135199}"/>
                  </a:ext>
                </a:extLst>
              </p:cNvPr>
              <p:cNvSpPr/>
              <p:nvPr/>
            </p:nvSpPr>
            <p:spPr>
              <a:xfrm>
                <a:off x="942691" y="1697327"/>
                <a:ext cx="2244990" cy="338554"/>
              </a:xfrm>
              <a:prstGeom prst="rect">
                <a:avLst/>
              </a:prstGeom>
            </p:spPr>
            <p:txBody>
              <a:bodyPr wrap="square">
                <a:spAutoFit/>
              </a:bodyPr>
              <a:lstStyle/>
              <a:p>
                <a:r>
                  <a:rPr lang="en-US" altLang="zh-CN" sz="1600" dirty="0" err="1">
                    <a:latin typeface="Times New Roman" panose="02020603050405020304" pitchFamily="18" charset="0"/>
                    <a:cs typeface="Times New Roman" panose="02020603050405020304" pitchFamily="18" charset="0"/>
                  </a:rPr>
                  <a:t>line_symbol_design</a:t>
                </a:r>
                <a:endParaRPr lang="en-US" altLang="zh-CN" sz="1600" dirty="0">
                  <a:latin typeface="Times New Roman" panose="02020603050405020304" pitchFamily="18" charset="0"/>
                  <a:cs typeface="Times New Roman" panose="02020603050405020304" pitchFamily="18" charset="0"/>
                </a:endParaRPr>
              </a:p>
            </p:txBody>
          </p:sp>
          <p:sp>
            <p:nvSpPr>
              <p:cNvPr id="14" name="矩形 13">
                <a:extLst>
                  <a:ext uri="{FF2B5EF4-FFF2-40B4-BE49-F238E27FC236}">
                    <a16:creationId xmlns:a16="http://schemas.microsoft.com/office/drawing/2014/main" id="{34D31524-170C-4F3E-B4DF-36DCDFDDE63F}"/>
                  </a:ext>
                </a:extLst>
              </p:cNvPr>
              <p:cNvSpPr/>
              <p:nvPr/>
            </p:nvSpPr>
            <p:spPr>
              <a:xfrm>
                <a:off x="3092352" y="1697327"/>
                <a:ext cx="5491997" cy="288291"/>
              </a:xfrm>
              <a:prstGeom prst="rect">
                <a:avLst/>
              </a:prstGeom>
            </p:spPr>
            <p:txBody>
              <a:bodyPr wrap="square">
                <a:spAutoFit/>
              </a:bodyPr>
              <a:lstStyle/>
              <a:p>
                <a:r>
                  <a:rPr lang="zh-CN" altLang="en-US" sz="1600" dirty="0">
                    <a:latin typeface="Times New Roman" panose="02020603050405020304" pitchFamily="18" charset="0"/>
                    <a:cs typeface="Times New Roman" panose="02020603050405020304" pitchFamily="18" charset="0"/>
                  </a:rPr>
                  <a:t>地图知识图谱进行线符号的设计，存储到线符号配置表</a:t>
                </a:r>
              </a:p>
            </p:txBody>
          </p:sp>
        </p:grpSp>
      </p:grpSp>
      <p:sp>
        <p:nvSpPr>
          <p:cNvPr id="39" name="矩形 38">
            <a:extLst>
              <a:ext uri="{FF2B5EF4-FFF2-40B4-BE49-F238E27FC236}">
                <a16:creationId xmlns:a16="http://schemas.microsoft.com/office/drawing/2014/main" id="{2AEE9C56-E2C1-4F39-AAE6-DA58E9693BA7}"/>
              </a:ext>
            </a:extLst>
          </p:cNvPr>
          <p:cNvSpPr/>
          <p:nvPr/>
        </p:nvSpPr>
        <p:spPr>
          <a:xfrm>
            <a:off x="1873242" y="1551693"/>
            <a:ext cx="712167" cy="400110"/>
          </a:xfrm>
          <a:prstGeom prst="rect">
            <a:avLst/>
          </a:prstGeom>
        </p:spPr>
        <p:txBody>
          <a:bodyPr wrap="square">
            <a:spAutoFit/>
          </a:bodyPr>
          <a:lstStyle/>
          <a:p>
            <a:pPr algn="ctr"/>
            <a:r>
              <a:rPr lang="en-US" altLang="zh-CN" sz="2000" dirty="0">
                <a:latin typeface="Times New Roman" panose="02020603050405020304" pitchFamily="18" charset="0"/>
                <a:cs typeface="Times New Roman" panose="02020603050405020304" pitchFamily="18" charset="0"/>
              </a:rPr>
              <a:t>……</a:t>
            </a:r>
          </a:p>
        </p:txBody>
      </p:sp>
      <p:sp>
        <p:nvSpPr>
          <p:cNvPr id="40" name="矩形 39">
            <a:extLst>
              <a:ext uri="{FF2B5EF4-FFF2-40B4-BE49-F238E27FC236}">
                <a16:creationId xmlns:a16="http://schemas.microsoft.com/office/drawing/2014/main" id="{6BEDDA75-F0E7-4725-ADED-5ED62A869003}"/>
              </a:ext>
            </a:extLst>
          </p:cNvPr>
          <p:cNvSpPr/>
          <p:nvPr/>
        </p:nvSpPr>
        <p:spPr>
          <a:xfrm>
            <a:off x="5974201" y="1586098"/>
            <a:ext cx="712168" cy="400110"/>
          </a:xfrm>
          <a:prstGeom prst="rect">
            <a:avLst/>
          </a:prstGeom>
        </p:spPr>
        <p:txBody>
          <a:bodyPr wrap="square">
            <a:spAutoFit/>
          </a:bodyPr>
          <a:lstStyle/>
          <a:p>
            <a:r>
              <a:rPr lang="en-US" altLang="zh-CN" sz="2000" dirty="0">
                <a:latin typeface="Times New Roman" panose="02020603050405020304" pitchFamily="18" charset="0"/>
                <a:cs typeface="Times New Roman" panose="02020603050405020304" pitchFamily="18" charset="0"/>
              </a:rPr>
              <a:t>……</a:t>
            </a:r>
            <a:endParaRPr lang="zh-CN" altLang="en-US" sz="2000" dirty="0">
              <a:latin typeface="Times New Roman" panose="02020603050405020304" pitchFamily="18" charset="0"/>
              <a:cs typeface="Times New Roman" panose="02020603050405020304" pitchFamily="18" charset="0"/>
            </a:endParaRPr>
          </a:p>
        </p:txBody>
      </p:sp>
      <p:sp>
        <p:nvSpPr>
          <p:cNvPr id="20" name="矩形: 圆角 19">
            <a:extLst>
              <a:ext uri="{FF2B5EF4-FFF2-40B4-BE49-F238E27FC236}">
                <a16:creationId xmlns:a16="http://schemas.microsoft.com/office/drawing/2014/main" id="{B021BA11-3CD0-43B9-96F2-4675B892CFBB}"/>
              </a:ext>
            </a:extLst>
          </p:cNvPr>
          <p:cNvSpPr/>
          <p:nvPr/>
        </p:nvSpPr>
        <p:spPr>
          <a:xfrm>
            <a:off x="1283784" y="2207849"/>
            <a:ext cx="7496957" cy="1238748"/>
          </a:xfrm>
          <a:prstGeom prst="roundRect">
            <a:avLst>
              <a:gd name="adj" fmla="val 14850"/>
            </a:avLst>
          </a:prstGeom>
          <a:noFill/>
          <a:ln w="19050">
            <a:solidFill>
              <a:srgbClr val="01637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grpSp>
        <p:nvGrpSpPr>
          <p:cNvPr id="21" name="组合 20">
            <a:extLst>
              <a:ext uri="{FF2B5EF4-FFF2-40B4-BE49-F238E27FC236}">
                <a16:creationId xmlns:a16="http://schemas.microsoft.com/office/drawing/2014/main" id="{1C7FBD20-493C-4927-AC34-718ED6C98203}"/>
              </a:ext>
            </a:extLst>
          </p:cNvPr>
          <p:cNvGrpSpPr/>
          <p:nvPr/>
        </p:nvGrpSpPr>
        <p:grpSpPr>
          <a:xfrm>
            <a:off x="1373200" y="2355726"/>
            <a:ext cx="7799325" cy="386914"/>
            <a:chOff x="942691" y="1170746"/>
            <a:chExt cx="7799325" cy="338554"/>
          </a:xfrm>
        </p:grpSpPr>
        <p:sp>
          <p:nvSpPr>
            <p:cNvPr id="22" name="文本框 21">
              <a:extLst>
                <a:ext uri="{FF2B5EF4-FFF2-40B4-BE49-F238E27FC236}">
                  <a16:creationId xmlns:a16="http://schemas.microsoft.com/office/drawing/2014/main" id="{DC6F19D5-2DB9-4D2F-9268-74AD23675112}"/>
                </a:ext>
              </a:extLst>
            </p:cNvPr>
            <p:cNvSpPr txBox="1"/>
            <p:nvPr/>
          </p:nvSpPr>
          <p:spPr>
            <a:xfrm>
              <a:off x="942691" y="1170746"/>
              <a:ext cx="2500941" cy="338554"/>
            </a:xfrm>
            <a:prstGeom prst="rect">
              <a:avLst/>
            </a:prstGeom>
            <a:noFill/>
          </p:spPr>
          <p:txBody>
            <a:bodyPr wrap="square" rtlCol="0">
              <a:spAutoFit/>
            </a:bodyPr>
            <a:lstStyle/>
            <a:p>
              <a:r>
                <a:rPr lang="en-US" altLang="zh-CN" sz="1600" kern="0" dirty="0" err="1">
                  <a:latin typeface="Times New Roman" panose="02020603050405020304" pitchFamily="18" charset="0"/>
                  <a:cs typeface="Times New Roman" panose="02020603050405020304" pitchFamily="18" charset="0"/>
                </a:rPr>
                <a:t>modify_poly_symbol</a:t>
              </a:r>
              <a:endParaRPr lang="zh-CN" altLang="zh-CN" sz="1600" kern="100" dirty="0">
                <a:latin typeface="Times New Roman" panose="02020603050405020304" pitchFamily="18" charset="0"/>
                <a:cs typeface="Times New Roman" panose="02020603050405020304" pitchFamily="18" charset="0"/>
              </a:endParaRPr>
            </a:p>
          </p:txBody>
        </p:sp>
        <p:sp>
          <p:nvSpPr>
            <p:cNvPr id="23" name="矩形 22">
              <a:extLst>
                <a:ext uri="{FF2B5EF4-FFF2-40B4-BE49-F238E27FC236}">
                  <a16:creationId xmlns:a16="http://schemas.microsoft.com/office/drawing/2014/main" id="{0964C513-20DB-4898-888C-0675A6592505}"/>
                </a:ext>
              </a:extLst>
            </p:cNvPr>
            <p:cNvSpPr/>
            <p:nvPr/>
          </p:nvSpPr>
          <p:spPr>
            <a:xfrm>
              <a:off x="3092352" y="1170746"/>
              <a:ext cx="5649664" cy="338554"/>
            </a:xfrm>
            <a:prstGeom prst="rect">
              <a:avLst/>
            </a:prstGeom>
          </p:spPr>
          <p:txBody>
            <a:bodyPr wrap="square">
              <a:spAutoFit/>
            </a:bodyPr>
            <a:lstStyle/>
            <a:p>
              <a:r>
                <a:rPr lang="en-US" altLang="zh-CN" sz="1600" kern="0" dirty="0">
                  <a:latin typeface="Times New Roman" panose="02020603050405020304" pitchFamily="18" charset="0"/>
                  <a:cs typeface="Times New Roman" panose="02020603050405020304" pitchFamily="18" charset="0"/>
                </a:rPr>
                <a:t>LLM</a:t>
              </a:r>
              <a:r>
                <a:rPr lang="zh-CN" altLang="en-US" sz="1600" kern="0" dirty="0">
                  <a:latin typeface="Times New Roman" panose="02020603050405020304" pitchFamily="18" charset="0"/>
                  <a:cs typeface="Times New Roman" panose="02020603050405020304" pitchFamily="18" charset="0"/>
                </a:rPr>
                <a:t>自动化面符号的配置信息获取，进行修改并存储</a:t>
              </a:r>
              <a:endParaRPr lang="zh-CN" altLang="zh-CN" sz="1600" b="1" kern="100" dirty="0">
                <a:latin typeface="Times New Roman" panose="02020603050405020304" pitchFamily="18" charset="0"/>
                <a:cs typeface="Times New Roman" panose="02020603050405020304" pitchFamily="18" charset="0"/>
              </a:endParaRPr>
            </a:p>
          </p:txBody>
        </p:sp>
      </p:grpSp>
      <p:grpSp>
        <p:nvGrpSpPr>
          <p:cNvPr id="15" name="组合 14">
            <a:extLst>
              <a:ext uri="{FF2B5EF4-FFF2-40B4-BE49-F238E27FC236}">
                <a16:creationId xmlns:a16="http://schemas.microsoft.com/office/drawing/2014/main" id="{07976993-ACC5-4E7A-97E5-DF5F95D8B0B8}"/>
              </a:ext>
            </a:extLst>
          </p:cNvPr>
          <p:cNvGrpSpPr/>
          <p:nvPr/>
        </p:nvGrpSpPr>
        <p:grpSpPr>
          <a:xfrm>
            <a:off x="1343050" y="2790026"/>
            <a:ext cx="7735006" cy="386914"/>
            <a:chOff x="945775" y="2998634"/>
            <a:chExt cx="7735006" cy="338554"/>
          </a:xfrm>
        </p:grpSpPr>
        <p:sp>
          <p:nvSpPr>
            <p:cNvPr id="25" name="矩形 24">
              <a:extLst>
                <a:ext uri="{FF2B5EF4-FFF2-40B4-BE49-F238E27FC236}">
                  <a16:creationId xmlns:a16="http://schemas.microsoft.com/office/drawing/2014/main" id="{28AC5FE6-0BD7-479C-895A-AC38506D2074}"/>
                </a:ext>
              </a:extLst>
            </p:cNvPr>
            <p:cNvSpPr/>
            <p:nvPr/>
          </p:nvSpPr>
          <p:spPr>
            <a:xfrm>
              <a:off x="945775" y="2998634"/>
              <a:ext cx="2244990" cy="338554"/>
            </a:xfrm>
            <a:prstGeom prst="rect">
              <a:avLst/>
            </a:prstGeom>
          </p:spPr>
          <p:txBody>
            <a:bodyPr wrap="square">
              <a:spAutoFit/>
            </a:bodyPr>
            <a:lstStyle/>
            <a:p>
              <a:r>
                <a:rPr lang="en-US" altLang="zh-CN" sz="1600" dirty="0" err="1">
                  <a:latin typeface="Times New Roman" panose="02020603050405020304" pitchFamily="18" charset="0"/>
                  <a:cs typeface="Times New Roman" panose="02020603050405020304" pitchFamily="18" charset="0"/>
                </a:rPr>
                <a:t>modify_point_anno</a:t>
              </a:r>
              <a:endParaRPr lang="en-US" altLang="zh-CN" sz="1600" dirty="0">
                <a:latin typeface="Times New Roman" panose="02020603050405020304" pitchFamily="18" charset="0"/>
                <a:cs typeface="Times New Roman" panose="02020603050405020304" pitchFamily="18" charset="0"/>
              </a:endParaRPr>
            </a:p>
          </p:txBody>
        </p:sp>
        <p:sp>
          <p:nvSpPr>
            <p:cNvPr id="26" name="矩形 25">
              <a:extLst>
                <a:ext uri="{FF2B5EF4-FFF2-40B4-BE49-F238E27FC236}">
                  <a16:creationId xmlns:a16="http://schemas.microsoft.com/office/drawing/2014/main" id="{10766E22-84E3-461C-AC20-A5557F17B549}"/>
                </a:ext>
              </a:extLst>
            </p:cNvPr>
            <p:cNvSpPr/>
            <p:nvPr/>
          </p:nvSpPr>
          <p:spPr>
            <a:xfrm>
              <a:off x="3092352" y="2998634"/>
              <a:ext cx="5588429" cy="338554"/>
            </a:xfrm>
            <a:prstGeom prst="rect">
              <a:avLst/>
            </a:prstGeom>
          </p:spPr>
          <p:txBody>
            <a:bodyPr wrap="square">
              <a:spAutoFit/>
            </a:bodyPr>
            <a:lstStyle/>
            <a:p>
              <a:r>
                <a:rPr lang="en-US" altLang="zh-CN" sz="1600" kern="0" dirty="0">
                  <a:latin typeface="Times New Roman" panose="02020603050405020304" pitchFamily="18" charset="0"/>
                  <a:cs typeface="Times New Roman" panose="02020603050405020304" pitchFamily="18" charset="0"/>
                </a:rPr>
                <a:t>LLM</a:t>
              </a:r>
              <a:r>
                <a:rPr lang="zh-CN" altLang="en-US" sz="1600" kern="0" dirty="0">
                  <a:latin typeface="Times New Roman" panose="02020603050405020304" pitchFamily="18" charset="0"/>
                  <a:cs typeface="Times New Roman" panose="02020603050405020304" pitchFamily="18" charset="0"/>
                </a:rPr>
                <a:t>自动化点注记的配置信息获取，进行修改并存储</a:t>
              </a:r>
              <a:endParaRPr lang="zh-CN" altLang="zh-CN" sz="1600" b="1" kern="100" dirty="0">
                <a:latin typeface="Times New Roman" panose="02020603050405020304" pitchFamily="18" charset="0"/>
                <a:cs typeface="Times New Roman" panose="02020603050405020304" pitchFamily="18" charset="0"/>
              </a:endParaRPr>
            </a:p>
          </p:txBody>
        </p:sp>
      </p:grpSp>
      <p:sp>
        <p:nvSpPr>
          <p:cNvPr id="41" name="矩形 40">
            <a:extLst>
              <a:ext uri="{FF2B5EF4-FFF2-40B4-BE49-F238E27FC236}">
                <a16:creationId xmlns:a16="http://schemas.microsoft.com/office/drawing/2014/main" id="{E34014A6-A125-4A3B-B801-6AF9F4782FFB}"/>
              </a:ext>
            </a:extLst>
          </p:cNvPr>
          <p:cNvSpPr/>
          <p:nvPr/>
        </p:nvSpPr>
        <p:spPr>
          <a:xfrm>
            <a:off x="1893095" y="3032876"/>
            <a:ext cx="712167" cy="400110"/>
          </a:xfrm>
          <a:prstGeom prst="rect">
            <a:avLst/>
          </a:prstGeom>
        </p:spPr>
        <p:txBody>
          <a:bodyPr wrap="square">
            <a:spAutoFit/>
          </a:bodyPr>
          <a:lstStyle/>
          <a:p>
            <a:pPr algn="ctr"/>
            <a:r>
              <a:rPr lang="en-US" altLang="zh-CN" sz="2000" dirty="0">
                <a:latin typeface="Times New Roman" panose="02020603050405020304" pitchFamily="18" charset="0"/>
                <a:cs typeface="Times New Roman" panose="02020603050405020304" pitchFamily="18" charset="0"/>
              </a:rPr>
              <a:t>……</a:t>
            </a:r>
          </a:p>
        </p:txBody>
      </p:sp>
      <p:sp>
        <p:nvSpPr>
          <p:cNvPr id="42" name="矩形 41">
            <a:extLst>
              <a:ext uri="{FF2B5EF4-FFF2-40B4-BE49-F238E27FC236}">
                <a16:creationId xmlns:a16="http://schemas.microsoft.com/office/drawing/2014/main" id="{C2A97481-FEF1-49FC-A32B-C7DC6E91168A}"/>
              </a:ext>
            </a:extLst>
          </p:cNvPr>
          <p:cNvSpPr/>
          <p:nvPr/>
        </p:nvSpPr>
        <p:spPr>
          <a:xfrm>
            <a:off x="5949793" y="3042168"/>
            <a:ext cx="712168" cy="400110"/>
          </a:xfrm>
          <a:prstGeom prst="rect">
            <a:avLst/>
          </a:prstGeom>
        </p:spPr>
        <p:txBody>
          <a:bodyPr wrap="square">
            <a:spAutoFit/>
          </a:bodyPr>
          <a:lstStyle/>
          <a:p>
            <a:r>
              <a:rPr lang="en-US" altLang="zh-CN" sz="2000" dirty="0">
                <a:latin typeface="Times New Roman" panose="02020603050405020304" pitchFamily="18" charset="0"/>
                <a:cs typeface="Times New Roman" panose="02020603050405020304" pitchFamily="18" charset="0"/>
              </a:rPr>
              <a:t>……</a:t>
            </a:r>
            <a:endParaRPr lang="zh-CN" altLang="en-US" sz="2000" dirty="0">
              <a:latin typeface="Times New Roman" panose="02020603050405020304" pitchFamily="18" charset="0"/>
              <a:cs typeface="Times New Roman" panose="02020603050405020304" pitchFamily="18" charset="0"/>
            </a:endParaRPr>
          </a:p>
        </p:txBody>
      </p:sp>
      <p:sp>
        <p:nvSpPr>
          <p:cNvPr id="27" name="矩形: 圆角 26">
            <a:extLst>
              <a:ext uri="{FF2B5EF4-FFF2-40B4-BE49-F238E27FC236}">
                <a16:creationId xmlns:a16="http://schemas.microsoft.com/office/drawing/2014/main" id="{9186CD16-E19D-4B7F-8E4B-BB290B97CEC8}"/>
              </a:ext>
            </a:extLst>
          </p:cNvPr>
          <p:cNvSpPr/>
          <p:nvPr/>
        </p:nvSpPr>
        <p:spPr>
          <a:xfrm>
            <a:off x="1283784" y="3654962"/>
            <a:ext cx="7496957" cy="1238749"/>
          </a:xfrm>
          <a:prstGeom prst="roundRect">
            <a:avLst>
              <a:gd name="adj" fmla="val 18364"/>
            </a:avLst>
          </a:prstGeom>
          <a:noFill/>
          <a:ln w="19050">
            <a:solidFill>
              <a:srgbClr val="01637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grpSp>
        <p:nvGrpSpPr>
          <p:cNvPr id="28" name="组合 27">
            <a:extLst>
              <a:ext uri="{FF2B5EF4-FFF2-40B4-BE49-F238E27FC236}">
                <a16:creationId xmlns:a16="http://schemas.microsoft.com/office/drawing/2014/main" id="{93A904E3-213D-4E96-8E54-A91FB920ED3F}"/>
              </a:ext>
            </a:extLst>
          </p:cNvPr>
          <p:cNvGrpSpPr/>
          <p:nvPr/>
        </p:nvGrpSpPr>
        <p:grpSpPr>
          <a:xfrm>
            <a:off x="1392539" y="3807765"/>
            <a:ext cx="7764160" cy="404187"/>
            <a:chOff x="954043" y="1192669"/>
            <a:chExt cx="7764160" cy="338555"/>
          </a:xfrm>
        </p:grpSpPr>
        <p:sp>
          <p:nvSpPr>
            <p:cNvPr id="29" name="文本框 28">
              <a:extLst>
                <a:ext uri="{FF2B5EF4-FFF2-40B4-BE49-F238E27FC236}">
                  <a16:creationId xmlns:a16="http://schemas.microsoft.com/office/drawing/2014/main" id="{543A1B1A-1B4E-43FD-BF14-1B573D024CFC}"/>
                </a:ext>
              </a:extLst>
            </p:cNvPr>
            <p:cNvSpPr txBox="1"/>
            <p:nvPr/>
          </p:nvSpPr>
          <p:spPr>
            <a:xfrm>
              <a:off x="954043" y="1192670"/>
              <a:ext cx="2500941" cy="338554"/>
            </a:xfrm>
            <a:prstGeom prst="rect">
              <a:avLst/>
            </a:prstGeom>
            <a:noFill/>
          </p:spPr>
          <p:txBody>
            <a:bodyPr wrap="square" rtlCol="0">
              <a:spAutoFit/>
            </a:bodyPr>
            <a:lstStyle/>
            <a:p>
              <a:r>
                <a:rPr lang="en-US" altLang="zh-CN" sz="1600" kern="0" dirty="0" err="1">
                  <a:latin typeface="Times New Roman" panose="02020603050405020304" pitchFamily="18" charset="0"/>
                  <a:cs typeface="Times New Roman" panose="02020603050405020304" pitchFamily="18" charset="0"/>
                </a:rPr>
                <a:t>prepreocess_map_data</a:t>
              </a:r>
              <a:endParaRPr lang="zh-CN" altLang="zh-CN" sz="1600" kern="100" dirty="0">
                <a:latin typeface="Times New Roman" panose="02020603050405020304" pitchFamily="18" charset="0"/>
                <a:cs typeface="Times New Roman" panose="02020603050405020304" pitchFamily="18" charset="0"/>
              </a:endParaRPr>
            </a:p>
          </p:txBody>
        </p:sp>
        <p:sp>
          <p:nvSpPr>
            <p:cNvPr id="30" name="矩形 29">
              <a:extLst>
                <a:ext uri="{FF2B5EF4-FFF2-40B4-BE49-F238E27FC236}">
                  <a16:creationId xmlns:a16="http://schemas.microsoft.com/office/drawing/2014/main" id="{A2A3BAFA-AA60-4608-98B4-6E1C7AA61299}"/>
                </a:ext>
              </a:extLst>
            </p:cNvPr>
            <p:cNvSpPr/>
            <p:nvPr/>
          </p:nvSpPr>
          <p:spPr>
            <a:xfrm>
              <a:off x="3068539" y="1192669"/>
              <a:ext cx="5649664" cy="338554"/>
            </a:xfrm>
            <a:prstGeom prst="rect">
              <a:avLst/>
            </a:prstGeom>
          </p:spPr>
          <p:txBody>
            <a:bodyPr wrap="square">
              <a:spAutoFit/>
            </a:bodyPr>
            <a:lstStyle/>
            <a:p>
              <a:r>
                <a:rPr lang="zh-CN" altLang="en-US" sz="1600" kern="0" dirty="0">
                  <a:latin typeface="Times New Roman" panose="02020603050405020304" pitchFamily="18" charset="0"/>
                  <a:cs typeface="Times New Roman" panose="02020603050405020304" pitchFamily="18" charset="0"/>
                </a:rPr>
                <a:t>利用</a:t>
              </a:r>
              <a:r>
                <a:rPr lang="en-US" altLang="zh-CN" sz="1600" kern="0" dirty="0" err="1">
                  <a:latin typeface="Times New Roman" panose="02020603050405020304" pitchFamily="18" charset="0"/>
                  <a:cs typeface="Times New Roman" panose="02020603050405020304" pitchFamily="18" charset="0"/>
                </a:rPr>
                <a:t>ArcPy</a:t>
              </a:r>
              <a:r>
                <a:rPr lang="en-US" altLang="zh-CN" sz="1600" kern="0" dirty="0">
                  <a:latin typeface="Times New Roman" panose="02020603050405020304" pitchFamily="18" charset="0"/>
                  <a:cs typeface="Times New Roman" panose="02020603050405020304" pitchFamily="18" charset="0"/>
                </a:rPr>
                <a:t> </a:t>
              </a:r>
              <a:r>
                <a:rPr lang="zh-CN" altLang="en-US" sz="1600" kern="0" dirty="0">
                  <a:latin typeface="Times New Roman" panose="02020603050405020304" pitchFamily="18" charset="0"/>
                  <a:cs typeface="Times New Roman" panose="02020603050405020304" pitchFamily="18" charset="0"/>
                </a:rPr>
                <a:t>进行自动化地图数据处理</a:t>
              </a:r>
              <a:endParaRPr lang="zh-CN" altLang="zh-CN" sz="1600" b="1" kern="100" dirty="0">
                <a:latin typeface="Times New Roman" panose="02020603050405020304" pitchFamily="18" charset="0"/>
                <a:cs typeface="Times New Roman" panose="02020603050405020304" pitchFamily="18" charset="0"/>
              </a:endParaRPr>
            </a:p>
          </p:txBody>
        </p:sp>
      </p:grpSp>
      <p:grpSp>
        <p:nvGrpSpPr>
          <p:cNvPr id="31" name="组合 30">
            <a:extLst>
              <a:ext uri="{FF2B5EF4-FFF2-40B4-BE49-F238E27FC236}">
                <a16:creationId xmlns:a16="http://schemas.microsoft.com/office/drawing/2014/main" id="{B3DE2932-B057-4611-9E6E-CB4EFF79F07A}"/>
              </a:ext>
            </a:extLst>
          </p:cNvPr>
          <p:cNvGrpSpPr/>
          <p:nvPr/>
        </p:nvGrpSpPr>
        <p:grpSpPr>
          <a:xfrm>
            <a:off x="1367144" y="4255794"/>
            <a:ext cx="7694938" cy="404187"/>
            <a:chOff x="962030" y="1720219"/>
            <a:chExt cx="7694938" cy="338555"/>
          </a:xfrm>
        </p:grpSpPr>
        <p:sp>
          <p:nvSpPr>
            <p:cNvPr id="32" name="矩形 31">
              <a:extLst>
                <a:ext uri="{FF2B5EF4-FFF2-40B4-BE49-F238E27FC236}">
                  <a16:creationId xmlns:a16="http://schemas.microsoft.com/office/drawing/2014/main" id="{1666BEA2-DFE2-4FA9-9E56-03793D4F3416}"/>
                </a:ext>
              </a:extLst>
            </p:cNvPr>
            <p:cNvSpPr/>
            <p:nvPr/>
          </p:nvSpPr>
          <p:spPr>
            <a:xfrm>
              <a:off x="962030" y="1720220"/>
              <a:ext cx="2244990" cy="338554"/>
            </a:xfrm>
            <a:prstGeom prst="rect">
              <a:avLst/>
            </a:prstGeom>
          </p:spPr>
          <p:txBody>
            <a:bodyPr wrap="square">
              <a:spAutoFit/>
            </a:bodyPr>
            <a:lstStyle/>
            <a:p>
              <a:r>
                <a:rPr lang="en-US" altLang="zh-CN" sz="1600" dirty="0" err="1">
                  <a:latin typeface="Times New Roman" panose="02020603050405020304" pitchFamily="18" charset="0"/>
                  <a:cs typeface="Times New Roman" panose="02020603050405020304" pitchFamily="18" charset="0"/>
                </a:rPr>
                <a:t>line_symbol_design</a:t>
              </a:r>
              <a:endParaRPr lang="en-US" altLang="zh-CN" sz="1600" dirty="0">
                <a:latin typeface="Times New Roman" panose="02020603050405020304" pitchFamily="18" charset="0"/>
                <a:cs typeface="Times New Roman" panose="02020603050405020304" pitchFamily="18" charset="0"/>
              </a:endParaRPr>
            </a:p>
          </p:txBody>
        </p:sp>
        <p:sp>
          <p:nvSpPr>
            <p:cNvPr id="33" name="矩形 32">
              <a:extLst>
                <a:ext uri="{FF2B5EF4-FFF2-40B4-BE49-F238E27FC236}">
                  <a16:creationId xmlns:a16="http://schemas.microsoft.com/office/drawing/2014/main" id="{66AF739E-D7FC-4322-B77D-E7E5AA4ADE75}"/>
                </a:ext>
              </a:extLst>
            </p:cNvPr>
            <p:cNvSpPr/>
            <p:nvPr/>
          </p:nvSpPr>
          <p:spPr>
            <a:xfrm>
              <a:off x="3068539" y="1720219"/>
              <a:ext cx="5588429" cy="338554"/>
            </a:xfrm>
            <a:prstGeom prst="rect">
              <a:avLst/>
            </a:prstGeom>
          </p:spPr>
          <p:txBody>
            <a:bodyPr wrap="square">
              <a:spAutoFit/>
            </a:bodyPr>
            <a:lstStyle/>
            <a:p>
              <a:r>
                <a:rPr lang="en-US" altLang="zh-CN" sz="1600" dirty="0">
                  <a:latin typeface="Times New Roman" panose="02020603050405020304" pitchFamily="18" charset="0"/>
                  <a:cs typeface="Times New Roman" panose="02020603050405020304" pitchFamily="18" charset="0"/>
                </a:rPr>
                <a:t>CorelDraw</a:t>
              </a:r>
              <a:r>
                <a:rPr lang="zh-CN" altLang="en-US" sz="1600" dirty="0">
                  <a:latin typeface="Times New Roman" panose="02020603050405020304" pitchFamily="18" charset="0"/>
                  <a:cs typeface="Times New Roman" panose="02020603050405020304" pitchFamily="18" charset="0"/>
                </a:rPr>
                <a:t>解析配置库，进行自动化制图和文件保存</a:t>
              </a:r>
              <a:endParaRPr lang="zh-CN" altLang="en-US" sz="1600" b="1" dirty="0">
                <a:latin typeface="Times New Roman" panose="02020603050405020304" pitchFamily="18" charset="0"/>
                <a:cs typeface="Times New Roman" panose="02020603050405020304" pitchFamily="18" charset="0"/>
              </a:endParaRPr>
            </a:p>
          </p:txBody>
        </p:sp>
      </p:grpSp>
      <p:sp>
        <p:nvSpPr>
          <p:cNvPr id="43" name="矩形 42">
            <a:extLst>
              <a:ext uri="{FF2B5EF4-FFF2-40B4-BE49-F238E27FC236}">
                <a16:creationId xmlns:a16="http://schemas.microsoft.com/office/drawing/2014/main" id="{B63D4677-7E77-42FA-9D6E-09A9CF86F6FD}"/>
              </a:ext>
            </a:extLst>
          </p:cNvPr>
          <p:cNvSpPr/>
          <p:nvPr/>
        </p:nvSpPr>
        <p:spPr>
          <a:xfrm>
            <a:off x="1915617" y="4463133"/>
            <a:ext cx="712167" cy="400110"/>
          </a:xfrm>
          <a:prstGeom prst="rect">
            <a:avLst/>
          </a:prstGeom>
        </p:spPr>
        <p:txBody>
          <a:bodyPr wrap="square">
            <a:spAutoFit/>
          </a:bodyPr>
          <a:lstStyle/>
          <a:p>
            <a:pPr algn="ctr"/>
            <a:r>
              <a:rPr lang="en-US" altLang="zh-CN" sz="2000" dirty="0">
                <a:latin typeface="Times New Roman" panose="02020603050405020304" pitchFamily="18" charset="0"/>
                <a:cs typeface="Times New Roman" panose="02020603050405020304" pitchFamily="18" charset="0"/>
              </a:rPr>
              <a:t>……</a:t>
            </a:r>
          </a:p>
        </p:txBody>
      </p:sp>
      <p:sp>
        <p:nvSpPr>
          <p:cNvPr id="44" name="矩形 43">
            <a:extLst>
              <a:ext uri="{FF2B5EF4-FFF2-40B4-BE49-F238E27FC236}">
                <a16:creationId xmlns:a16="http://schemas.microsoft.com/office/drawing/2014/main" id="{7475A3E9-7F41-4460-8DCE-14C7BF1BF68E}"/>
              </a:ext>
            </a:extLst>
          </p:cNvPr>
          <p:cNvSpPr/>
          <p:nvPr/>
        </p:nvSpPr>
        <p:spPr>
          <a:xfrm>
            <a:off x="5949793" y="4484591"/>
            <a:ext cx="712168" cy="400110"/>
          </a:xfrm>
          <a:prstGeom prst="rect">
            <a:avLst/>
          </a:prstGeom>
        </p:spPr>
        <p:txBody>
          <a:bodyPr wrap="square">
            <a:spAutoFit/>
          </a:bodyPr>
          <a:lstStyle/>
          <a:p>
            <a:r>
              <a:rPr lang="en-US" altLang="zh-CN" sz="2000" dirty="0">
                <a:latin typeface="Times New Roman" panose="02020603050405020304" pitchFamily="18" charset="0"/>
                <a:cs typeface="Times New Roman" panose="02020603050405020304" pitchFamily="18" charset="0"/>
              </a:rPr>
              <a:t>……</a:t>
            </a:r>
            <a:endParaRPr lang="zh-CN" altLang="en-US" sz="2000" dirty="0">
              <a:latin typeface="Times New Roman" panose="02020603050405020304" pitchFamily="18" charset="0"/>
              <a:cs typeface="Times New Roman" panose="02020603050405020304" pitchFamily="18" charset="0"/>
            </a:endParaRPr>
          </a:p>
        </p:txBody>
      </p:sp>
      <p:sp>
        <p:nvSpPr>
          <p:cNvPr id="46" name="文本框 45">
            <a:extLst>
              <a:ext uri="{FF2B5EF4-FFF2-40B4-BE49-F238E27FC236}">
                <a16:creationId xmlns:a16="http://schemas.microsoft.com/office/drawing/2014/main" id="{8F82544E-0BD8-471A-9500-8739B69C3935}"/>
              </a:ext>
            </a:extLst>
          </p:cNvPr>
          <p:cNvSpPr txBox="1"/>
          <p:nvPr/>
        </p:nvSpPr>
        <p:spPr>
          <a:xfrm>
            <a:off x="363259" y="974154"/>
            <a:ext cx="916257" cy="658257"/>
          </a:xfrm>
          <a:prstGeom prst="rect">
            <a:avLst/>
          </a:prstGeom>
          <a:noFill/>
        </p:spPr>
        <p:txBody>
          <a:bodyPr wrap="square" rtlCol="0">
            <a:spAutoFit/>
          </a:bodyPr>
          <a:lstStyle/>
          <a:p>
            <a:pPr>
              <a:lnSpc>
                <a:spcPct val="120000"/>
              </a:lnSpc>
            </a:pPr>
            <a:r>
              <a:rPr lang="zh-CN" altLang="en-US" sz="1600" b="1" dirty="0">
                <a:solidFill>
                  <a:schemeClr val="tx1">
                    <a:lumMod val="75000"/>
                    <a:lumOff val="25000"/>
                  </a:schemeClr>
                </a:solidFill>
                <a:latin typeface="微软雅黑" panose="020B0503020204020204" pitchFamily="34" charset="-122"/>
                <a:ea typeface="微软雅黑" panose="020B0503020204020204" pitchFamily="34" charset="-122"/>
              </a:rPr>
              <a:t>地图方案设计</a:t>
            </a:r>
          </a:p>
        </p:txBody>
      </p:sp>
      <p:sp>
        <p:nvSpPr>
          <p:cNvPr id="53" name="文本框 52">
            <a:extLst>
              <a:ext uri="{FF2B5EF4-FFF2-40B4-BE49-F238E27FC236}">
                <a16:creationId xmlns:a16="http://schemas.microsoft.com/office/drawing/2014/main" id="{E68D421C-75F1-4238-88DD-77A63C3E34B8}"/>
              </a:ext>
            </a:extLst>
          </p:cNvPr>
          <p:cNvSpPr txBox="1"/>
          <p:nvPr/>
        </p:nvSpPr>
        <p:spPr>
          <a:xfrm>
            <a:off x="375763" y="2498094"/>
            <a:ext cx="861461" cy="658257"/>
          </a:xfrm>
          <a:prstGeom prst="rect">
            <a:avLst/>
          </a:prstGeom>
          <a:noFill/>
        </p:spPr>
        <p:txBody>
          <a:bodyPr wrap="square" rtlCol="0">
            <a:spAutoFit/>
          </a:bodyPr>
          <a:lstStyle>
            <a:defPPr>
              <a:defRPr lang="zh-CN"/>
            </a:defPPr>
            <a:lvl1pPr>
              <a:lnSpc>
                <a:spcPct val="120000"/>
              </a:lnSpc>
              <a:defRPr sz="1600" b="1">
                <a:solidFill>
                  <a:schemeClr val="tx1">
                    <a:lumMod val="75000"/>
                    <a:lumOff val="25000"/>
                  </a:schemeClr>
                </a:solidFill>
                <a:latin typeface="微软雅黑" panose="020B0503020204020204" pitchFamily="34" charset="-122"/>
                <a:ea typeface="微软雅黑" panose="020B0503020204020204" pitchFamily="34" charset="-122"/>
              </a:defRPr>
            </a:lvl1pPr>
          </a:lstStyle>
          <a:p>
            <a:r>
              <a:rPr lang="zh-CN" altLang="en-US" dirty="0"/>
              <a:t>交互式修改</a:t>
            </a:r>
          </a:p>
        </p:txBody>
      </p:sp>
      <p:sp>
        <p:nvSpPr>
          <p:cNvPr id="54" name="文本框 53">
            <a:extLst>
              <a:ext uri="{FF2B5EF4-FFF2-40B4-BE49-F238E27FC236}">
                <a16:creationId xmlns:a16="http://schemas.microsoft.com/office/drawing/2014/main" id="{55C9296E-7BD1-4B83-90F0-2ACA6D2D6715}"/>
              </a:ext>
            </a:extLst>
          </p:cNvPr>
          <p:cNvSpPr txBox="1"/>
          <p:nvPr/>
        </p:nvSpPr>
        <p:spPr>
          <a:xfrm>
            <a:off x="375763" y="3926665"/>
            <a:ext cx="798268" cy="658257"/>
          </a:xfrm>
          <a:prstGeom prst="rect">
            <a:avLst/>
          </a:prstGeom>
          <a:noFill/>
        </p:spPr>
        <p:txBody>
          <a:bodyPr wrap="square" rtlCol="0">
            <a:spAutoFit/>
          </a:bodyPr>
          <a:lstStyle>
            <a:defPPr>
              <a:defRPr lang="zh-CN"/>
            </a:defPPr>
            <a:lvl1pPr>
              <a:lnSpc>
                <a:spcPct val="120000"/>
              </a:lnSpc>
              <a:defRPr sz="1600" b="1">
                <a:solidFill>
                  <a:schemeClr val="tx1">
                    <a:lumMod val="75000"/>
                    <a:lumOff val="25000"/>
                  </a:schemeClr>
                </a:solidFill>
                <a:latin typeface="微软雅黑" panose="020B0503020204020204" pitchFamily="34" charset="-122"/>
                <a:ea typeface="微软雅黑" panose="020B0503020204020204" pitchFamily="34" charset="-122"/>
              </a:defRPr>
            </a:lvl1pPr>
          </a:lstStyle>
          <a:p>
            <a:r>
              <a:rPr lang="zh-CN" altLang="en-US" dirty="0"/>
              <a:t>自动化制图</a:t>
            </a:r>
          </a:p>
        </p:txBody>
      </p:sp>
    </p:spTree>
    <p:extLst>
      <p:ext uri="{BB962C8B-B14F-4D97-AF65-F5344CB8AC3E}">
        <p14:creationId xmlns:p14="http://schemas.microsoft.com/office/powerpoint/2010/main" val="271227576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2" name="组合 61">
            <a:extLst>
              <a:ext uri="{FF2B5EF4-FFF2-40B4-BE49-F238E27FC236}">
                <a16:creationId xmlns:a16="http://schemas.microsoft.com/office/drawing/2014/main" id="{2F2309ED-BF25-46FA-B6B3-E4E33445C3A5}"/>
              </a:ext>
            </a:extLst>
          </p:cNvPr>
          <p:cNvGrpSpPr/>
          <p:nvPr/>
        </p:nvGrpSpPr>
        <p:grpSpPr>
          <a:xfrm>
            <a:off x="-5" y="85172"/>
            <a:ext cx="4572005" cy="447238"/>
            <a:chOff x="-10957" y="85171"/>
            <a:chExt cx="3540642" cy="447238"/>
          </a:xfrm>
        </p:grpSpPr>
        <p:sp>
          <p:nvSpPr>
            <p:cNvPr id="60" name="矩形 1">
              <a:extLst>
                <a:ext uri="{FF2B5EF4-FFF2-40B4-BE49-F238E27FC236}">
                  <a16:creationId xmlns:a16="http://schemas.microsoft.com/office/drawing/2014/main" id="{72C485CC-2508-40A8-B97B-3FE6C671D4F6}"/>
                </a:ext>
              </a:extLst>
            </p:cNvPr>
            <p:cNvSpPr/>
            <p:nvPr/>
          </p:nvSpPr>
          <p:spPr>
            <a:xfrm>
              <a:off x="-10957" y="123478"/>
              <a:ext cx="3540642" cy="408931"/>
            </a:xfrm>
            <a:custGeom>
              <a:avLst/>
              <a:gdLst>
                <a:gd name="connsiteX0" fmla="*/ 0 w 4211960"/>
                <a:gd name="connsiteY0" fmla="*/ 0 h 2088232"/>
                <a:gd name="connsiteX1" fmla="*/ 4211960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101133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281963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319192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712023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11960" h="2088232">
                  <a:moveTo>
                    <a:pt x="0" y="0"/>
                  </a:moveTo>
                  <a:lnTo>
                    <a:pt x="3712023" y="0"/>
                  </a:lnTo>
                  <a:lnTo>
                    <a:pt x="4211960" y="2088232"/>
                  </a:lnTo>
                  <a:lnTo>
                    <a:pt x="0" y="2088232"/>
                  </a:lnTo>
                  <a:lnTo>
                    <a:pt x="0" y="0"/>
                  </a:lnTo>
                  <a:close/>
                </a:path>
              </a:pathLst>
            </a:custGeom>
            <a:solidFill>
              <a:srgbClr val="0163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8">
                <a:lnSpc>
                  <a:spcPct val="120000"/>
                </a:lnSpc>
              </a:pPr>
              <a:endParaRPr lang="zh-CN" altLang="en-US" sz="2400">
                <a:solidFill>
                  <a:srgbClr val="FFFFFF"/>
                </a:solidFill>
                <a:latin typeface="微软雅黑"/>
                <a:ea typeface="微软雅黑"/>
                <a:cs typeface="+mn-ea"/>
                <a:sym typeface="+mn-lt"/>
              </a:endParaRPr>
            </a:p>
          </p:txBody>
        </p:sp>
        <p:sp>
          <p:nvSpPr>
            <p:cNvPr id="61" name="文本框 60">
              <a:extLst>
                <a:ext uri="{FF2B5EF4-FFF2-40B4-BE49-F238E27FC236}">
                  <a16:creationId xmlns:a16="http://schemas.microsoft.com/office/drawing/2014/main" id="{D99DF1AB-EC0A-4803-955A-135B15D8CB4F}"/>
                </a:ext>
              </a:extLst>
            </p:cNvPr>
            <p:cNvSpPr txBox="1"/>
            <p:nvPr/>
          </p:nvSpPr>
          <p:spPr>
            <a:xfrm>
              <a:off x="-10955" y="85171"/>
              <a:ext cx="3100525" cy="447238"/>
            </a:xfrm>
            <a:prstGeom prst="rect">
              <a:avLst/>
            </a:prstGeom>
            <a:noFill/>
          </p:spPr>
          <p:txBody>
            <a:bodyPr wrap="square" rtlCol="0">
              <a:spAutoFit/>
            </a:bodyPr>
            <a:lstStyle/>
            <a:p>
              <a:pPr defTabSz="914378">
                <a:lnSpc>
                  <a:spcPct val="120000"/>
                </a:lnSpc>
              </a:pPr>
              <a:r>
                <a:rPr lang="en-US" altLang="zh-CN" sz="2100" dirty="0">
                  <a:solidFill>
                    <a:srgbClr val="FFFFFF"/>
                  </a:solidFill>
                  <a:latin typeface="微软雅黑"/>
                  <a:ea typeface="微软雅黑"/>
                  <a:cs typeface="+mn-ea"/>
                  <a:sym typeface="+mn-lt"/>
                </a:rPr>
                <a:t>3.2  </a:t>
              </a:r>
              <a:r>
                <a:rPr lang="zh-CN" altLang="en-US" sz="2100" dirty="0">
                  <a:solidFill>
                    <a:srgbClr val="FFFFFF"/>
                  </a:solidFill>
                  <a:latin typeface="微软雅黑"/>
                  <a:ea typeface="微软雅黑"/>
                  <a:cs typeface="+mn-ea"/>
                  <a:sym typeface="+mn-lt"/>
                </a:rPr>
                <a:t>融合</a:t>
              </a:r>
              <a:r>
                <a:rPr lang="en-US" altLang="zh-CN" sz="2100" dirty="0">
                  <a:solidFill>
                    <a:srgbClr val="FFFFFF"/>
                  </a:solidFill>
                  <a:latin typeface="微软雅黑"/>
                  <a:ea typeface="微软雅黑"/>
                  <a:cs typeface="+mn-ea"/>
                  <a:sym typeface="+mn-lt"/>
                </a:rPr>
                <a:t>LLM</a:t>
              </a:r>
              <a:r>
                <a:rPr lang="zh-CN" altLang="en-US" sz="2100" dirty="0">
                  <a:solidFill>
                    <a:srgbClr val="FFFFFF"/>
                  </a:solidFill>
                  <a:latin typeface="微软雅黑"/>
                  <a:ea typeface="微软雅黑"/>
                  <a:cs typeface="+mn-ea"/>
                  <a:sym typeface="+mn-lt"/>
                </a:rPr>
                <a:t>的自动化制图实验</a:t>
              </a:r>
            </a:p>
          </p:txBody>
        </p:sp>
      </p:grpSp>
      <p:sp>
        <p:nvSpPr>
          <p:cNvPr id="6" name="iṧļïḑe">
            <a:extLst>
              <a:ext uri="{FF2B5EF4-FFF2-40B4-BE49-F238E27FC236}">
                <a16:creationId xmlns:a16="http://schemas.microsoft.com/office/drawing/2014/main" id="{BEBE4563-14CF-4BF2-A821-ED1C6C825F61}"/>
              </a:ext>
            </a:extLst>
          </p:cNvPr>
          <p:cNvSpPr txBox="1"/>
          <p:nvPr/>
        </p:nvSpPr>
        <p:spPr bwMode="auto">
          <a:xfrm>
            <a:off x="304800" y="581616"/>
            <a:ext cx="4641114" cy="30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marL="285750" indent="-285750" defTabSz="685783">
              <a:lnSpc>
                <a:spcPct val="120000"/>
              </a:lnSpc>
              <a:spcBef>
                <a:spcPct val="0"/>
              </a:spcBef>
              <a:buFont typeface="Wingdings" panose="05000000000000000000" pitchFamily="2" charset="2"/>
              <a:buChar char="u"/>
            </a:pPr>
            <a:r>
              <a:rPr lang="zh-CN" altLang="en-US" sz="2000" b="1" dirty="0">
                <a:solidFill>
                  <a:srgbClr val="000000"/>
                </a:solidFill>
                <a:latin typeface="微软雅黑"/>
                <a:ea typeface="微软雅黑"/>
                <a:cs typeface="+mn-ea"/>
                <a:sym typeface="+mn-lt"/>
              </a:rPr>
              <a:t>符号推荐工具实验</a:t>
            </a:r>
            <a:endParaRPr lang="en-US" altLang="zh-CN" sz="2000" b="1" dirty="0">
              <a:solidFill>
                <a:srgbClr val="000000"/>
              </a:solidFill>
              <a:latin typeface="微软雅黑"/>
              <a:ea typeface="微软雅黑"/>
              <a:cs typeface="+mn-ea"/>
              <a:sym typeface="+mn-lt"/>
            </a:endParaRPr>
          </a:p>
        </p:txBody>
      </p:sp>
      <p:grpSp>
        <p:nvGrpSpPr>
          <p:cNvPr id="29" name="组合 28">
            <a:extLst>
              <a:ext uri="{FF2B5EF4-FFF2-40B4-BE49-F238E27FC236}">
                <a16:creationId xmlns:a16="http://schemas.microsoft.com/office/drawing/2014/main" id="{91D93E42-10FB-4587-ADF7-4BEDA9F8BB02}"/>
              </a:ext>
            </a:extLst>
          </p:cNvPr>
          <p:cNvGrpSpPr/>
          <p:nvPr/>
        </p:nvGrpSpPr>
        <p:grpSpPr>
          <a:xfrm>
            <a:off x="467544" y="1353637"/>
            <a:ext cx="3483134" cy="3112952"/>
            <a:chOff x="368786" y="1186990"/>
            <a:chExt cx="3483134" cy="3112952"/>
          </a:xfrm>
        </p:grpSpPr>
        <p:cxnSp>
          <p:nvCxnSpPr>
            <p:cNvPr id="30" name="直接连接符 29">
              <a:extLst>
                <a:ext uri="{FF2B5EF4-FFF2-40B4-BE49-F238E27FC236}">
                  <a16:creationId xmlns:a16="http://schemas.microsoft.com/office/drawing/2014/main" id="{E655DDAB-3B76-4BFD-9281-09DDB0C51967}"/>
                </a:ext>
              </a:extLst>
            </p:cNvPr>
            <p:cNvCxnSpPr>
              <a:cxnSpLocks/>
              <a:endCxn id="36" idx="0"/>
            </p:cNvCxnSpPr>
            <p:nvPr/>
          </p:nvCxnSpPr>
          <p:spPr>
            <a:xfrm>
              <a:off x="555949" y="1561316"/>
              <a:ext cx="0" cy="2489619"/>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31" name="组合 30">
              <a:extLst>
                <a:ext uri="{FF2B5EF4-FFF2-40B4-BE49-F238E27FC236}">
                  <a16:creationId xmlns:a16="http://schemas.microsoft.com/office/drawing/2014/main" id="{AFC8306F-A723-4572-BC53-F102D6D9264E}"/>
                </a:ext>
              </a:extLst>
            </p:cNvPr>
            <p:cNvGrpSpPr/>
            <p:nvPr/>
          </p:nvGrpSpPr>
          <p:grpSpPr>
            <a:xfrm>
              <a:off x="368786" y="1186990"/>
              <a:ext cx="3483134" cy="3112952"/>
              <a:chOff x="368786" y="1186990"/>
              <a:chExt cx="3483134" cy="3112952"/>
            </a:xfrm>
          </p:grpSpPr>
          <p:sp>
            <p:nvSpPr>
              <p:cNvPr id="32" name="文本框 31">
                <a:extLst>
                  <a:ext uri="{FF2B5EF4-FFF2-40B4-BE49-F238E27FC236}">
                    <a16:creationId xmlns:a16="http://schemas.microsoft.com/office/drawing/2014/main" id="{53414E85-99B8-4331-B69B-B9D38B74D2C0}"/>
                  </a:ext>
                </a:extLst>
              </p:cNvPr>
              <p:cNvSpPr txBox="1"/>
              <p:nvPr/>
            </p:nvSpPr>
            <p:spPr>
              <a:xfrm>
                <a:off x="781151" y="1228269"/>
                <a:ext cx="2441694" cy="338554"/>
              </a:xfrm>
              <a:prstGeom prst="rect">
                <a:avLst/>
              </a:prstGeom>
              <a:noFill/>
            </p:spPr>
            <p:txBody>
              <a:bodyPr wrap="none" rtlCol="0">
                <a:spAutoFit/>
              </a:bodyPr>
              <a:lstStyle/>
              <a:p>
                <a:pPr defTabSz="685800"/>
                <a:r>
                  <a:rPr lang="zh-CN" altLang="en-US" sz="1600" b="1" dirty="0">
                    <a:solidFill>
                      <a:prstClr val="black"/>
                    </a:solidFill>
                    <a:latin typeface="+mn-ea"/>
                  </a:rPr>
                  <a:t>武汉市交通地图地铁符号</a:t>
                </a:r>
                <a:endParaRPr lang="en-US" altLang="zh-CN" sz="1600" b="1" dirty="0">
                  <a:solidFill>
                    <a:prstClr val="black"/>
                  </a:solidFill>
                  <a:latin typeface="+mn-ea"/>
                </a:endParaRPr>
              </a:p>
            </p:txBody>
          </p:sp>
          <p:grpSp>
            <p:nvGrpSpPr>
              <p:cNvPr id="33" name="组合 32">
                <a:extLst>
                  <a:ext uri="{FF2B5EF4-FFF2-40B4-BE49-F238E27FC236}">
                    <a16:creationId xmlns:a16="http://schemas.microsoft.com/office/drawing/2014/main" id="{2E596287-01A2-4464-B93A-167FB1EA0991}"/>
                  </a:ext>
                </a:extLst>
              </p:cNvPr>
              <p:cNvGrpSpPr/>
              <p:nvPr/>
            </p:nvGrpSpPr>
            <p:grpSpPr>
              <a:xfrm>
                <a:off x="368786" y="1186990"/>
                <a:ext cx="374326" cy="374326"/>
                <a:chOff x="2198819" y="3292814"/>
                <a:chExt cx="499101" cy="499101"/>
              </a:xfrm>
            </p:grpSpPr>
            <p:sp>
              <p:nvSpPr>
                <p:cNvPr id="40" name="椭圆 39">
                  <a:extLst>
                    <a:ext uri="{FF2B5EF4-FFF2-40B4-BE49-F238E27FC236}">
                      <a16:creationId xmlns:a16="http://schemas.microsoft.com/office/drawing/2014/main" id="{EF5591EA-8B44-4E17-AA29-FF7E1ABF6338}"/>
                    </a:ext>
                  </a:extLst>
                </p:cNvPr>
                <p:cNvSpPr/>
                <p:nvPr/>
              </p:nvSpPr>
              <p:spPr>
                <a:xfrm>
                  <a:off x="2198819" y="3292814"/>
                  <a:ext cx="499101" cy="499101"/>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zh-CN" altLang="en-US" sz="1350">
                    <a:solidFill>
                      <a:prstClr val="white"/>
                    </a:solidFill>
                    <a:latin typeface="等线"/>
                    <a:ea typeface="等线"/>
                  </a:endParaRPr>
                </a:p>
              </p:txBody>
            </p:sp>
            <p:pic>
              <p:nvPicPr>
                <p:cNvPr id="41" name="图片 40">
                  <a:extLst>
                    <a:ext uri="{FF2B5EF4-FFF2-40B4-BE49-F238E27FC236}">
                      <a16:creationId xmlns:a16="http://schemas.microsoft.com/office/drawing/2014/main" id="{BA662E3D-F359-4355-8C72-C71AAB1DE3E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296400" y="3386820"/>
                  <a:ext cx="303938" cy="303938"/>
                </a:xfrm>
                <a:prstGeom prst="rect">
                  <a:avLst/>
                </a:prstGeom>
              </p:spPr>
            </p:pic>
          </p:grpSp>
          <p:sp>
            <p:nvSpPr>
              <p:cNvPr id="34" name="椭圆 33">
                <a:extLst>
                  <a:ext uri="{FF2B5EF4-FFF2-40B4-BE49-F238E27FC236}">
                    <a16:creationId xmlns:a16="http://schemas.microsoft.com/office/drawing/2014/main" id="{9CCA4F6D-265B-4E7C-973E-8F390A0AFA9B}"/>
                  </a:ext>
                </a:extLst>
              </p:cNvPr>
              <p:cNvSpPr/>
              <p:nvPr/>
            </p:nvSpPr>
            <p:spPr>
              <a:xfrm>
                <a:off x="476219" y="2233466"/>
                <a:ext cx="159461" cy="159462"/>
              </a:xfrm>
              <a:prstGeom prst="ellipse">
                <a:avLst/>
              </a:prstGeom>
              <a:solidFill>
                <a:srgbClr val="002060"/>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zh-CN" altLang="en-US" sz="1600" dirty="0">
                  <a:solidFill>
                    <a:prstClr val="white"/>
                  </a:solidFill>
                  <a:latin typeface="+mn-ea"/>
                </a:endParaRPr>
              </a:p>
            </p:txBody>
          </p:sp>
          <p:sp>
            <p:nvSpPr>
              <p:cNvPr id="35" name="文本框 34">
                <a:extLst>
                  <a:ext uri="{FF2B5EF4-FFF2-40B4-BE49-F238E27FC236}">
                    <a16:creationId xmlns:a16="http://schemas.microsoft.com/office/drawing/2014/main" id="{D2C50615-496B-469C-8442-80ECE83573A2}"/>
                  </a:ext>
                </a:extLst>
              </p:cNvPr>
              <p:cNvSpPr txBox="1"/>
              <p:nvPr/>
            </p:nvSpPr>
            <p:spPr>
              <a:xfrm>
                <a:off x="666790" y="2150264"/>
                <a:ext cx="2798340" cy="338554"/>
              </a:xfrm>
              <a:prstGeom prst="rect">
                <a:avLst/>
              </a:prstGeom>
              <a:noFill/>
            </p:spPr>
            <p:txBody>
              <a:bodyPr wrap="square" rtlCol="0">
                <a:spAutoFit/>
              </a:bodyPr>
              <a:lstStyle/>
              <a:p>
                <a:pPr defTabSz="685800"/>
                <a:r>
                  <a:rPr lang="zh-CN" altLang="en-US" sz="1600" dirty="0">
                    <a:solidFill>
                      <a:prstClr val="black"/>
                    </a:solidFill>
                    <a:latin typeface="+mn-ea"/>
                  </a:rPr>
                  <a:t>知识图谱获取 地铁符号信息</a:t>
                </a:r>
              </a:p>
            </p:txBody>
          </p:sp>
          <p:sp>
            <p:nvSpPr>
              <p:cNvPr id="36" name="椭圆 35">
                <a:extLst>
                  <a:ext uri="{FF2B5EF4-FFF2-40B4-BE49-F238E27FC236}">
                    <a16:creationId xmlns:a16="http://schemas.microsoft.com/office/drawing/2014/main" id="{11DA309F-5BC5-4453-9C0A-C40DC0416CA7}"/>
                  </a:ext>
                </a:extLst>
              </p:cNvPr>
              <p:cNvSpPr/>
              <p:nvPr/>
            </p:nvSpPr>
            <p:spPr>
              <a:xfrm>
                <a:off x="476219" y="4050935"/>
                <a:ext cx="159460" cy="159461"/>
              </a:xfrm>
              <a:prstGeom prst="ellipse">
                <a:avLst/>
              </a:prstGeom>
              <a:solidFill>
                <a:srgbClr val="002060"/>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zh-CN" altLang="en-US" sz="1350" dirty="0">
                  <a:solidFill>
                    <a:prstClr val="white"/>
                  </a:solidFill>
                  <a:latin typeface="等线"/>
                  <a:ea typeface="等线"/>
                </a:endParaRPr>
              </a:p>
            </p:txBody>
          </p:sp>
          <p:sp>
            <p:nvSpPr>
              <p:cNvPr id="37" name="矩形 36">
                <a:extLst>
                  <a:ext uri="{FF2B5EF4-FFF2-40B4-BE49-F238E27FC236}">
                    <a16:creationId xmlns:a16="http://schemas.microsoft.com/office/drawing/2014/main" id="{7CCA8A8D-8E72-4F85-AD02-10CD1E0B2FF9}"/>
                  </a:ext>
                </a:extLst>
              </p:cNvPr>
              <p:cNvSpPr/>
              <p:nvPr/>
            </p:nvSpPr>
            <p:spPr>
              <a:xfrm>
                <a:off x="651527" y="3961388"/>
                <a:ext cx="3200393" cy="338554"/>
              </a:xfrm>
              <a:prstGeom prst="rect">
                <a:avLst/>
              </a:prstGeom>
            </p:spPr>
            <p:txBody>
              <a:bodyPr wrap="square">
                <a:spAutoFit/>
              </a:bodyPr>
              <a:lstStyle/>
              <a:p>
                <a:pPr algn="just" defTabSz="685800"/>
                <a:r>
                  <a:rPr lang="zh-CN" altLang="en-US" sz="1600" dirty="0">
                    <a:solidFill>
                      <a:prstClr val="black"/>
                    </a:solidFill>
                    <a:latin typeface="+mn-ea"/>
                  </a:rPr>
                  <a:t>输入选择的符号</a:t>
                </a:r>
              </a:p>
            </p:txBody>
          </p:sp>
          <p:sp>
            <p:nvSpPr>
              <p:cNvPr id="38" name="椭圆 37">
                <a:extLst>
                  <a:ext uri="{FF2B5EF4-FFF2-40B4-BE49-F238E27FC236}">
                    <a16:creationId xmlns:a16="http://schemas.microsoft.com/office/drawing/2014/main" id="{3FEB00B9-C42D-4153-8FAB-124CC6A2AC4E}"/>
                  </a:ext>
                </a:extLst>
              </p:cNvPr>
              <p:cNvSpPr/>
              <p:nvPr/>
            </p:nvSpPr>
            <p:spPr>
              <a:xfrm>
                <a:off x="476219" y="3150845"/>
                <a:ext cx="159461" cy="159461"/>
              </a:xfrm>
              <a:prstGeom prst="ellipse">
                <a:avLst/>
              </a:prstGeom>
              <a:solidFill>
                <a:srgbClr val="002060"/>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zh-CN" altLang="en-US" sz="1200">
                  <a:solidFill>
                    <a:prstClr val="white"/>
                  </a:solidFill>
                  <a:latin typeface="等线"/>
                  <a:ea typeface="等线"/>
                </a:endParaRPr>
              </a:p>
            </p:txBody>
          </p:sp>
          <p:sp>
            <p:nvSpPr>
              <p:cNvPr id="39" name="文本框 38">
                <a:extLst>
                  <a:ext uri="{FF2B5EF4-FFF2-40B4-BE49-F238E27FC236}">
                    <a16:creationId xmlns:a16="http://schemas.microsoft.com/office/drawing/2014/main" id="{14911D00-0FDE-4CB5-8DBF-7C04ECFF9A18}"/>
                  </a:ext>
                </a:extLst>
              </p:cNvPr>
              <p:cNvSpPr txBox="1"/>
              <p:nvPr/>
            </p:nvSpPr>
            <p:spPr>
              <a:xfrm>
                <a:off x="666790" y="3077764"/>
                <a:ext cx="3185130" cy="338554"/>
              </a:xfrm>
              <a:prstGeom prst="rect">
                <a:avLst/>
              </a:prstGeom>
              <a:noFill/>
            </p:spPr>
            <p:txBody>
              <a:bodyPr wrap="square" rtlCol="0">
                <a:spAutoFit/>
              </a:bodyPr>
              <a:lstStyle/>
              <a:p>
                <a:pPr defTabSz="685800"/>
                <a:r>
                  <a:rPr lang="zh-CN" altLang="en-US" sz="1600" dirty="0">
                    <a:solidFill>
                      <a:prstClr val="black"/>
                    </a:solidFill>
                    <a:latin typeface="+mn-ea"/>
                  </a:rPr>
                  <a:t>寻找武汉市交通地图类似的地图</a:t>
                </a:r>
              </a:p>
            </p:txBody>
          </p:sp>
        </p:grpSp>
      </p:grpSp>
      <p:pic>
        <p:nvPicPr>
          <p:cNvPr id="21" name="图片 20">
            <a:extLst>
              <a:ext uri="{FF2B5EF4-FFF2-40B4-BE49-F238E27FC236}">
                <a16:creationId xmlns:a16="http://schemas.microsoft.com/office/drawing/2014/main" id="{2DAA064B-C3E5-4C4C-9431-6F8613894005}"/>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958661" y="484216"/>
            <a:ext cx="4417060" cy="4535805"/>
          </a:xfrm>
          <a:prstGeom prst="rect">
            <a:avLst/>
          </a:prstGeom>
          <a:noFill/>
        </p:spPr>
      </p:pic>
    </p:spTree>
    <p:extLst>
      <p:ext uri="{BB962C8B-B14F-4D97-AF65-F5344CB8AC3E}">
        <p14:creationId xmlns:p14="http://schemas.microsoft.com/office/powerpoint/2010/main" val="86493921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DF9896B1-1DB4-49A1-A9FD-3BBD0D92BB1A}"/>
              </a:ext>
            </a:extLst>
          </p:cNvPr>
          <p:cNvPicPr>
            <a:picLocks noChangeAspect="1"/>
          </p:cNvPicPr>
          <p:nvPr/>
        </p:nvPicPr>
        <p:blipFill>
          <a:blip r:embed="rId3"/>
          <a:stretch>
            <a:fillRect/>
          </a:stretch>
        </p:blipFill>
        <p:spPr>
          <a:xfrm>
            <a:off x="3373086" y="570717"/>
            <a:ext cx="5623592" cy="4252268"/>
          </a:xfrm>
          <a:prstGeom prst="rect">
            <a:avLst/>
          </a:prstGeom>
        </p:spPr>
      </p:pic>
      <p:grpSp>
        <p:nvGrpSpPr>
          <p:cNvPr id="58" name="组合 57">
            <a:extLst>
              <a:ext uri="{FF2B5EF4-FFF2-40B4-BE49-F238E27FC236}">
                <a16:creationId xmlns:a16="http://schemas.microsoft.com/office/drawing/2014/main" id="{94533CDC-DD89-4BD1-91D1-9E564A47E2E7}"/>
              </a:ext>
            </a:extLst>
          </p:cNvPr>
          <p:cNvGrpSpPr/>
          <p:nvPr/>
        </p:nvGrpSpPr>
        <p:grpSpPr>
          <a:xfrm>
            <a:off x="467544" y="1353637"/>
            <a:ext cx="3483134" cy="3112952"/>
            <a:chOff x="368786" y="1186990"/>
            <a:chExt cx="3483134" cy="3112952"/>
          </a:xfrm>
        </p:grpSpPr>
        <p:cxnSp>
          <p:nvCxnSpPr>
            <p:cNvPr id="59" name="直接连接符 58">
              <a:extLst>
                <a:ext uri="{FF2B5EF4-FFF2-40B4-BE49-F238E27FC236}">
                  <a16:creationId xmlns:a16="http://schemas.microsoft.com/office/drawing/2014/main" id="{6FF9B192-2D4F-4290-B2AA-321DEBA51E81}"/>
                </a:ext>
              </a:extLst>
            </p:cNvPr>
            <p:cNvCxnSpPr>
              <a:cxnSpLocks/>
              <a:endCxn id="68" idx="0"/>
            </p:cNvCxnSpPr>
            <p:nvPr/>
          </p:nvCxnSpPr>
          <p:spPr>
            <a:xfrm>
              <a:off x="555949" y="1561316"/>
              <a:ext cx="0" cy="2489619"/>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63" name="组合 62">
              <a:extLst>
                <a:ext uri="{FF2B5EF4-FFF2-40B4-BE49-F238E27FC236}">
                  <a16:creationId xmlns:a16="http://schemas.microsoft.com/office/drawing/2014/main" id="{748A68F7-4807-44F0-AFA0-F3B6EBEA609A}"/>
                </a:ext>
              </a:extLst>
            </p:cNvPr>
            <p:cNvGrpSpPr/>
            <p:nvPr/>
          </p:nvGrpSpPr>
          <p:grpSpPr>
            <a:xfrm>
              <a:off x="368786" y="1186990"/>
              <a:ext cx="3483134" cy="3112952"/>
              <a:chOff x="368786" y="1186990"/>
              <a:chExt cx="3483134" cy="3112952"/>
            </a:xfrm>
          </p:grpSpPr>
          <p:sp>
            <p:nvSpPr>
              <p:cNvPr id="64" name="文本框 63">
                <a:extLst>
                  <a:ext uri="{FF2B5EF4-FFF2-40B4-BE49-F238E27FC236}">
                    <a16:creationId xmlns:a16="http://schemas.microsoft.com/office/drawing/2014/main" id="{8745CE95-7A8E-486E-80AC-216AF248D936}"/>
                  </a:ext>
                </a:extLst>
              </p:cNvPr>
              <p:cNvSpPr txBox="1"/>
              <p:nvPr/>
            </p:nvSpPr>
            <p:spPr>
              <a:xfrm>
                <a:off x="781151" y="1228269"/>
                <a:ext cx="2441694" cy="338554"/>
              </a:xfrm>
              <a:prstGeom prst="rect">
                <a:avLst/>
              </a:prstGeom>
              <a:noFill/>
            </p:spPr>
            <p:txBody>
              <a:bodyPr wrap="none" rtlCol="0">
                <a:spAutoFit/>
              </a:bodyPr>
              <a:lstStyle/>
              <a:p>
                <a:pPr defTabSz="685800"/>
                <a:r>
                  <a:rPr lang="zh-CN" altLang="en-US" sz="1600" b="1" dirty="0">
                    <a:solidFill>
                      <a:prstClr val="black"/>
                    </a:solidFill>
                    <a:latin typeface="+mn-ea"/>
                  </a:rPr>
                  <a:t>武汉市交通地图设计结果</a:t>
                </a:r>
                <a:endParaRPr lang="en-US" altLang="zh-CN" sz="1600" b="1" dirty="0">
                  <a:solidFill>
                    <a:prstClr val="black"/>
                  </a:solidFill>
                  <a:latin typeface="+mn-ea"/>
                </a:endParaRPr>
              </a:p>
            </p:txBody>
          </p:sp>
          <p:grpSp>
            <p:nvGrpSpPr>
              <p:cNvPr id="65" name="组合 64">
                <a:extLst>
                  <a:ext uri="{FF2B5EF4-FFF2-40B4-BE49-F238E27FC236}">
                    <a16:creationId xmlns:a16="http://schemas.microsoft.com/office/drawing/2014/main" id="{FD858731-4BDC-4895-836B-DA6EE893C759}"/>
                  </a:ext>
                </a:extLst>
              </p:cNvPr>
              <p:cNvGrpSpPr/>
              <p:nvPr/>
            </p:nvGrpSpPr>
            <p:grpSpPr>
              <a:xfrm>
                <a:off x="368786" y="1186990"/>
                <a:ext cx="374326" cy="374326"/>
                <a:chOff x="2198819" y="3292814"/>
                <a:chExt cx="499101" cy="499101"/>
              </a:xfrm>
            </p:grpSpPr>
            <p:sp>
              <p:nvSpPr>
                <p:cNvPr id="72" name="椭圆 71">
                  <a:extLst>
                    <a:ext uri="{FF2B5EF4-FFF2-40B4-BE49-F238E27FC236}">
                      <a16:creationId xmlns:a16="http://schemas.microsoft.com/office/drawing/2014/main" id="{4F7126A4-67B2-4426-872B-52458EEBFE54}"/>
                    </a:ext>
                  </a:extLst>
                </p:cNvPr>
                <p:cNvSpPr/>
                <p:nvPr/>
              </p:nvSpPr>
              <p:spPr>
                <a:xfrm>
                  <a:off x="2198819" y="3292814"/>
                  <a:ext cx="499101" cy="499101"/>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zh-CN" altLang="en-US" sz="1350">
                    <a:solidFill>
                      <a:prstClr val="white"/>
                    </a:solidFill>
                    <a:latin typeface="等线"/>
                    <a:ea typeface="等线"/>
                  </a:endParaRPr>
                </a:p>
              </p:txBody>
            </p:sp>
            <p:pic>
              <p:nvPicPr>
                <p:cNvPr id="73" name="图片 72">
                  <a:extLst>
                    <a:ext uri="{FF2B5EF4-FFF2-40B4-BE49-F238E27FC236}">
                      <a16:creationId xmlns:a16="http://schemas.microsoft.com/office/drawing/2014/main" id="{DF5B49BF-A440-4E53-A38C-16A1047DE41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296400" y="3386820"/>
                  <a:ext cx="303938" cy="303938"/>
                </a:xfrm>
                <a:prstGeom prst="rect">
                  <a:avLst/>
                </a:prstGeom>
              </p:spPr>
            </p:pic>
          </p:grpSp>
          <p:sp>
            <p:nvSpPr>
              <p:cNvPr id="66" name="椭圆 65">
                <a:extLst>
                  <a:ext uri="{FF2B5EF4-FFF2-40B4-BE49-F238E27FC236}">
                    <a16:creationId xmlns:a16="http://schemas.microsoft.com/office/drawing/2014/main" id="{3D614259-5D95-44FF-A3A7-51AD028EB536}"/>
                  </a:ext>
                </a:extLst>
              </p:cNvPr>
              <p:cNvSpPr/>
              <p:nvPr/>
            </p:nvSpPr>
            <p:spPr>
              <a:xfrm>
                <a:off x="476219" y="2233466"/>
                <a:ext cx="159461" cy="159462"/>
              </a:xfrm>
              <a:prstGeom prst="ellipse">
                <a:avLst/>
              </a:prstGeom>
              <a:solidFill>
                <a:srgbClr val="002060"/>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zh-CN" altLang="en-US" sz="1600" dirty="0">
                  <a:solidFill>
                    <a:prstClr val="white"/>
                  </a:solidFill>
                  <a:latin typeface="+mn-ea"/>
                </a:endParaRPr>
              </a:p>
            </p:txBody>
          </p:sp>
          <p:sp>
            <p:nvSpPr>
              <p:cNvPr id="67" name="文本框 66">
                <a:extLst>
                  <a:ext uri="{FF2B5EF4-FFF2-40B4-BE49-F238E27FC236}">
                    <a16:creationId xmlns:a16="http://schemas.microsoft.com/office/drawing/2014/main" id="{075CCA72-3915-4933-9986-7B18ECEFA1E1}"/>
                  </a:ext>
                </a:extLst>
              </p:cNvPr>
              <p:cNvSpPr txBox="1"/>
              <p:nvPr/>
            </p:nvSpPr>
            <p:spPr>
              <a:xfrm>
                <a:off x="666790" y="2150264"/>
                <a:ext cx="2454620" cy="338554"/>
              </a:xfrm>
              <a:prstGeom prst="rect">
                <a:avLst/>
              </a:prstGeom>
              <a:noFill/>
            </p:spPr>
            <p:txBody>
              <a:bodyPr wrap="square" rtlCol="0">
                <a:spAutoFit/>
              </a:bodyPr>
              <a:lstStyle/>
              <a:p>
                <a:pPr defTabSz="685800"/>
                <a:r>
                  <a:rPr lang="zh-CN" altLang="en-US" sz="1600" dirty="0">
                    <a:solidFill>
                      <a:prstClr val="black"/>
                    </a:solidFill>
                    <a:latin typeface="+mn-ea"/>
                  </a:rPr>
                  <a:t>点线面符号设计结果</a:t>
                </a:r>
              </a:p>
            </p:txBody>
          </p:sp>
          <p:sp>
            <p:nvSpPr>
              <p:cNvPr id="68" name="椭圆 67">
                <a:extLst>
                  <a:ext uri="{FF2B5EF4-FFF2-40B4-BE49-F238E27FC236}">
                    <a16:creationId xmlns:a16="http://schemas.microsoft.com/office/drawing/2014/main" id="{F083C254-66A8-43EE-BE3F-EA855F2EB386}"/>
                  </a:ext>
                </a:extLst>
              </p:cNvPr>
              <p:cNvSpPr/>
              <p:nvPr/>
            </p:nvSpPr>
            <p:spPr>
              <a:xfrm>
                <a:off x="476219" y="4050935"/>
                <a:ext cx="159460" cy="159461"/>
              </a:xfrm>
              <a:prstGeom prst="ellipse">
                <a:avLst/>
              </a:prstGeom>
              <a:solidFill>
                <a:srgbClr val="002060"/>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zh-CN" altLang="en-US" sz="1350" dirty="0">
                  <a:solidFill>
                    <a:prstClr val="white"/>
                  </a:solidFill>
                  <a:latin typeface="等线"/>
                  <a:ea typeface="等线"/>
                </a:endParaRPr>
              </a:p>
            </p:txBody>
          </p:sp>
          <p:sp>
            <p:nvSpPr>
              <p:cNvPr id="69" name="矩形 68">
                <a:extLst>
                  <a:ext uri="{FF2B5EF4-FFF2-40B4-BE49-F238E27FC236}">
                    <a16:creationId xmlns:a16="http://schemas.microsoft.com/office/drawing/2014/main" id="{2AC591F3-4EB5-48EF-93FA-71FA388054AB}"/>
                  </a:ext>
                </a:extLst>
              </p:cNvPr>
              <p:cNvSpPr/>
              <p:nvPr/>
            </p:nvSpPr>
            <p:spPr>
              <a:xfrm>
                <a:off x="651527" y="3961388"/>
                <a:ext cx="3200393" cy="338554"/>
              </a:xfrm>
              <a:prstGeom prst="rect">
                <a:avLst/>
              </a:prstGeom>
            </p:spPr>
            <p:txBody>
              <a:bodyPr wrap="square">
                <a:spAutoFit/>
              </a:bodyPr>
              <a:lstStyle/>
              <a:p>
                <a:pPr algn="just" defTabSz="685800"/>
                <a:r>
                  <a:rPr lang="zh-CN" altLang="en-US" sz="1600" dirty="0">
                    <a:solidFill>
                      <a:prstClr val="black"/>
                    </a:solidFill>
                    <a:latin typeface="+mn-ea"/>
                  </a:rPr>
                  <a:t>整饰等其他信息设计结果</a:t>
                </a:r>
              </a:p>
            </p:txBody>
          </p:sp>
          <p:sp>
            <p:nvSpPr>
              <p:cNvPr id="70" name="椭圆 69">
                <a:extLst>
                  <a:ext uri="{FF2B5EF4-FFF2-40B4-BE49-F238E27FC236}">
                    <a16:creationId xmlns:a16="http://schemas.microsoft.com/office/drawing/2014/main" id="{7E4832BE-F7D2-451B-A551-50F76571B42A}"/>
                  </a:ext>
                </a:extLst>
              </p:cNvPr>
              <p:cNvSpPr/>
              <p:nvPr/>
            </p:nvSpPr>
            <p:spPr>
              <a:xfrm>
                <a:off x="476219" y="3150845"/>
                <a:ext cx="159461" cy="159461"/>
              </a:xfrm>
              <a:prstGeom prst="ellipse">
                <a:avLst/>
              </a:prstGeom>
              <a:solidFill>
                <a:srgbClr val="002060"/>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zh-CN" altLang="en-US" sz="1200">
                  <a:solidFill>
                    <a:prstClr val="white"/>
                  </a:solidFill>
                  <a:latin typeface="等线"/>
                  <a:ea typeface="等线"/>
                </a:endParaRPr>
              </a:p>
            </p:txBody>
          </p:sp>
          <p:sp>
            <p:nvSpPr>
              <p:cNvPr id="71" name="文本框 70">
                <a:extLst>
                  <a:ext uri="{FF2B5EF4-FFF2-40B4-BE49-F238E27FC236}">
                    <a16:creationId xmlns:a16="http://schemas.microsoft.com/office/drawing/2014/main" id="{0121FB33-E2F7-42EA-8D3A-DF61F14294E0}"/>
                  </a:ext>
                </a:extLst>
              </p:cNvPr>
              <p:cNvSpPr txBox="1"/>
              <p:nvPr/>
            </p:nvSpPr>
            <p:spPr>
              <a:xfrm>
                <a:off x="666790" y="3077764"/>
                <a:ext cx="2139449" cy="338554"/>
              </a:xfrm>
              <a:prstGeom prst="rect">
                <a:avLst/>
              </a:prstGeom>
              <a:noFill/>
            </p:spPr>
            <p:txBody>
              <a:bodyPr wrap="square" rtlCol="0">
                <a:spAutoFit/>
              </a:bodyPr>
              <a:lstStyle/>
              <a:p>
                <a:pPr defTabSz="685800"/>
                <a:r>
                  <a:rPr lang="zh-CN" altLang="en-US" sz="1600" dirty="0">
                    <a:solidFill>
                      <a:prstClr val="black"/>
                    </a:solidFill>
                    <a:latin typeface="+mn-ea"/>
                  </a:rPr>
                  <a:t>注记设计结果</a:t>
                </a:r>
              </a:p>
            </p:txBody>
          </p:sp>
        </p:grpSp>
      </p:grpSp>
      <p:grpSp>
        <p:nvGrpSpPr>
          <p:cNvPr id="22" name="组合 21">
            <a:extLst>
              <a:ext uri="{FF2B5EF4-FFF2-40B4-BE49-F238E27FC236}">
                <a16:creationId xmlns:a16="http://schemas.microsoft.com/office/drawing/2014/main" id="{9DA389C5-81D4-46D4-8460-3A88CC2D11C4}"/>
              </a:ext>
            </a:extLst>
          </p:cNvPr>
          <p:cNvGrpSpPr/>
          <p:nvPr/>
        </p:nvGrpSpPr>
        <p:grpSpPr>
          <a:xfrm>
            <a:off x="-5" y="85172"/>
            <a:ext cx="4572005" cy="447238"/>
            <a:chOff x="-10957" y="85171"/>
            <a:chExt cx="3540642" cy="447238"/>
          </a:xfrm>
        </p:grpSpPr>
        <p:sp>
          <p:nvSpPr>
            <p:cNvPr id="23" name="矩形 1">
              <a:extLst>
                <a:ext uri="{FF2B5EF4-FFF2-40B4-BE49-F238E27FC236}">
                  <a16:creationId xmlns:a16="http://schemas.microsoft.com/office/drawing/2014/main" id="{9BA82EE8-71AB-4B7D-9C47-D7574693EA3E}"/>
                </a:ext>
              </a:extLst>
            </p:cNvPr>
            <p:cNvSpPr/>
            <p:nvPr/>
          </p:nvSpPr>
          <p:spPr>
            <a:xfrm>
              <a:off x="-10957" y="123478"/>
              <a:ext cx="3540642" cy="408931"/>
            </a:xfrm>
            <a:custGeom>
              <a:avLst/>
              <a:gdLst>
                <a:gd name="connsiteX0" fmla="*/ 0 w 4211960"/>
                <a:gd name="connsiteY0" fmla="*/ 0 h 2088232"/>
                <a:gd name="connsiteX1" fmla="*/ 4211960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101133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281963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319192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712023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11960" h="2088232">
                  <a:moveTo>
                    <a:pt x="0" y="0"/>
                  </a:moveTo>
                  <a:lnTo>
                    <a:pt x="3712023" y="0"/>
                  </a:lnTo>
                  <a:lnTo>
                    <a:pt x="4211960" y="2088232"/>
                  </a:lnTo>
                  <a:lnTo>
                    <a:pt x="0" y="2088232"/>
                  </a:lnTo>
                  <a:lnTo>
                    <a:pt x="0" y="0"/>
                  </a:lnTo>
                  <a:close/>
                </a:path>
              </a:pathLst>
            </a:custGeom>
            <a:solidFill>
              <a:srgbClr val="0163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8">
                <a:lnSpc>
                  <a:spcPct val="120000"/>
                </a:lnSpc>
              </a:pPr>
              <a:endParaRPr lang="zh-CN" altLang="en-US" sz="2400">
                <a:solidFill>
                  <a:srgbClr val="FFFFFF"/>
                </a:solidFill>
                <a:latin typeface="微软雅黑"/>
                <a:ea typeface="微软雅黑"/>
                <a:cs typeface="+mn-ea"/>
                <a:sym typeface="+mn-lt"/>
              </a:endParaRPr>
            </a:p>
          </p:txBody>
        </p:sp>
        <p:sp>
          <p:nvSpPr>
            <p:cNvPr id="24" name="文本框 23">
              <a:extLst>
                <a:ext uri="{FF2B5EF4-FFF2-40B4-BE49-F238E27FC236}">
                  <a16:creationId xmlns:a16="http://schemas.microsoft.com/office/drawing/2014/main" id="{9DF5C05F-3D55-4B62-9CD5-2327F997EDB3}"/>
                </a:ext>
              </a:extLst>
            </p:cNvPr>
            <p:cNvSpPr txBox="1"/>
            <p:nvPr/>
          </p:nvSpPr>
          <p:spPr>
            <a:xfrm>
              <a:off x="-10955" y="85171"/>
              <a:ext cx="3100525" cy="447238"/>
            </a:xfrm>
            <a:prstGeom prst="rect">
              <a:avLst/>
            </a:prstGeom>
            <a:noFill/>
          </p:spPr>
          <p:txBody>
            <a:bodyPr wrap="square" rtlCol="0">
              <a:spAutoFit/>
            </a:bodyPr>
            <a:lstStyle/>
            <a:p>
              <a:pPr defTabSz="914378">
                <a:lnSpc>
                  <a:spcPct val="120000"/>
                </a:lnSpc>
              </a:pPr>
              <a:r>
                <a:rPr lang="en-US" altLang="zh-CN" sz="2100" dirty="0">
                  <a:solidFill>
                    <a:srgbClr val="FFFFFF"/>
                  </a:solidFill>
                  <a:latin typeface="微软雅黑"/>
                  <a:ea typeface="微软雅黑"/>
                  <a:cs typeface="+mn-ea"/>
                  <a:sym typeface="+mn-lt"/>
                </a:rPr>
                <a:t>3.2  </a:t>
              </a:r>
              <a:r>
                <a:rPr lang="zh-CN" altLang="en-US" sz="2100" dirty="0">
                  <a:solidFill>
                    <a:srgbClr val="FFFFFF"/>
                  </a:solidFill>
                  <a:latin typeface="微软雅黑"/>
                  <a:ea typeface="微软雅黑"/>
                  <a:cs typeface="+mn-ea"/>
                  <a:sym typeface="+mn-lt"/>
                </a:rPr>
                <a:t>融合</a:t>
              </a:r>
              <a:r>
                <a:rPr lang="en-US" altLang="zh-CN" sz="2100" dirty="0">
                  <a:solidFill>
                    <a:srgbClr val="FFFFFF"/>
                  </a:solidFill>
                  <a:latin typeface="微软雅黑"/>
                  <a:ea typeface="微软雅黑"/>
                  <a:cs typeface="+mn-ea"/>
                  <a:sym typeface="+mn-lt"/>
                </a:rPr>
                <a:t>LLM</a:t>
              </a:r>
              <a:r>
                <a:rPr lang="zh-CN" altLang="en-US" sz="2100" dirty="0">
                  <a:solidFill>
                    <a:srgbClr val="FFFFFF"/>
                  </a:solidFill>
                  <a:latin typeface="微软雅黑"/>
                  <a:ea typeface="微软雅黑"/>
                  <a:cs typeface="+mn-ea"/>
                  <a:sym typeface="+mn-lt"/>
                </a:rPr>
                <a:t>的自动化制图实验</a:t>
              </a:r>
            </a:p>
          </p:txBody>
        </p:sp>
      </p:grpSp>
      <p:sp>
        <p:nvSpPr>
          <p:cNvPr id="21" name="iṧļïḑe">
            <a:extLst>
              <a:ext uri="{FF2B5EF4-FFF2-40B4-BE49-F238E27FC236}">
                <a16:creationId xmlns:a16="http://schemas.microsoft.com/office/drawing/2014/main" id="{F14DFFD1-3563-4D21-BF3A-5B5CA8ADD04F}"/>
              </a:ext>
            </a:extLst>
          </p:cNvPr>
          <p:cNvSpPr txBox="1"/>
          <p:nvPr/>
        </p:nvSpPr>
        <p:spPr bwMode="auto">
          <a:xfrm>
            <a:off x="304800" y="581616"/>
            <a:ext cx="4641114" cy="4057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marL="285750" indent="-285750" defTabSz="685783">
              <a:lnSpc>
                <a:spcPct val="120000"/>
              </a:lnSpc>
              <a:spcBef>
                <a:spcPct val="0"/>
              </a:spcBef>
              <a:buFont typeface="Wingdings" panose="05000000000000000000" pitchFamily="2" charset="2"/>
              <a:buChar char="u"/>
            </a:pPr>
            <a:r>
              <a:rPr lang="zh-CN" altLang="en-US" sz="2000" b="1" dirty="0">
                <a:solidFill>
                  <a:srgbClr val="000000"/>
                </a:solidFill>
                <a:latin typeface="微软雅黑"/>
                <a:ea typeface="微软雅黑"/>
                <a:cs typeface="+mn-ea"/>
                <a:sym typeface="+mn-lt"/>
              </a:rPr>
              <a:t>设计结果可视化</a:t>
            </a:r>
            <a:endParaRPr lang="en-US" altLang="zh-CN" sz="2000" b="1" dirty="0">
              <a:solidFill>
                <a:srgbClr val="000000"/>
              </a:solidFill>
              <a:latin typeface="微软雅黑"/>
              <a:ea typeface="微软雅黑"/>
              <a:cs typeface="+mn-ea"/>
              <a:sym typeface="+mn-lt"/>
            </a:endParaRPr>
          </a:p>
        </p:txBody>
      </p:sp>
    </p:spTree>
    <p:extLst>
      <p:ext uri="{BB962C8B-B14F-4D97-AF65-F5344CB8AC3E}">
        <p14:creationId xmlns:p14="http://schemas.microsoft.com/office/powerpoint/2010/main" val="352081480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a:extLst>
              <a:ext uri="{FF2B5EF4-FFF2-40B4-BE49-F238E27FC236}">
                <a16:creationId xmlns:a16="http://schemas.microsoft.com/office/drawing/2014/main" id="{67AD7A8E-E2AB-4434-A6AF-BE77EC34D4B7}"/>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7847" y="1439131"/>
            <a:ext cx="3889634" cy="3508883"/>
          </a:xfrm>
          <a:prstGeom prst="rect">
            <a:avLst/>
          </a:prstGeom>
          <a:noFill/>
        </p:spPr>
      </p:pic>
      <p:sp>
        <p:nvSpPr>
          <p:cNvPr id="11" name="椭圆 10">
            <a:extLst>
              <a:ext uri="{FF2B5EF4-FFF2-40B4-BE49-F238E27FC236}">
                <a16:creationId xmlns:a16="http://schemas.microsoft.com/office/drawing/2014/main" id="{2D8C3777-0F4A-40E5-A9FA-FEB812C0174C}"/>
              </a:ext>
            </a:extLst>
          </p:cNvPr>
          <p:cNvSpPr/>
          <p:nvPr/>
        </p:nvSpPr>
        <p:spPr>
          <a:xfrm>
            <a:off x="4287214" y="1429516"/>
            <a:ext cx="68762" cy="2881270"/>
          </a:xfrm>
          <a:prstGeom prst="ellipse">
            <a:avLst/>
          </a:prstGeom>
          <a:gradFill flip="none" rotWithShape="1">
            <a:gsLst>
              <a:gs pos="0">
                <a:srgbClr val="016371">
                  <a:tint val="66000"/>
                  <a:satMod val="160000"/>
                </a:srgbClr>
              </a:gs>
              <a:gs pos="50000">
                <a:srgbClr val="016371">
                  <a:tint val="44500"/>
                  <a:satMod val="160000"/>
                </a:srgbClr>
              </a:gs>
              <a:gs pos="100000">
                <a:srgbClr val="016371">
                  <a:tint val="23500"/>
                  <a:satMod val="160000"/>
                </a:srgbClr>
              </a:gs>
            </a:gsLst>
            <a:lin ang="10800000" scaled="1"/>
            <a:tileRect/>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等线"/>
              <a:ea typeface="等线"/>
              <a:cs typeface="+mn-cs"/>
            </a:endParaRPr>
          </a:p>
        </p:txBody>
      </p:sp>
      <p:grpSp>
        <p:nvGrpSpPr>
          <p:cNvPr id="4" name="组合 3">
            <a:extLst>
              <a:ext uri="{FF2B5EF4-FFF2-40B4-BE49-F238E27FC236}">
                <a16:creationId xmlns:a16="http://schemas.microsoft.com/office/drawing/2014/main" id="{38D3AA3A-EEC4-4552-88C4-89C017900F4A}"/>
              </a:ext>
            </a:extLst>
          </p:cNvPr>
          <p:cNvGrpSpPr/>
          <p:nvPr/>
        </p:nvGrpSpPr>
        <p:grpSpPr>
          <a:xfrm>
            <a:off x="539552" y="1017673"/>
            <a:ext cx="3146225" cy="276999"/>
            <a:chOff x="645541" y="907360"/>
            <a:chExt cx="3146225" cy="276999"/>
          </a:xfrm>
        </p:grpSpPr>
        <p:cxnSp>
          <p:nvCxnSpPr>
            <p:cNvPr id="27" name="直接连接符 26">
              <a:extLst>
                <a:ext uri="{FF2B5EF4-FFF2-40B4-BE49-F238E27FC236}">
                  <a16:creationId xmlns:a16="http://schemas.microsoft.com/office/drawing/2014/main" id="{6D7E5361-D505-477D-93C0-68E19E55AEF3}"/>
                </a:ext>
              </a:extLst>
            </p:cNvPr>
            <p:cNvCxnSpPr>
              <a:cxnSpLocks/>
            </p:cNvCxnSpPr>
            <p:nvPr/>
          </p:nvCxnSpPr>
          <p:spPr>
            <a:xfrm>
              <a:off x="645541" y="1053013"/>
              <a:ext cx="3146225" cy="0"/>
            </a:xfrm>
            <a:prstGeom prst="line">
              <a:avLst/>
            </a:prstGeom>
            <a:noFill/>
            <a:ln w="6350" cap="flat" cmpd="sng" algn="ctr">
              <a:solidFill>
                <a:srgbClr val="016371"/>
              </a:solidFill>
              <a:prstDash val="solid"/>
              <a:miter lim="800000"/>
            </a:ln>
            <a:effectLst/>
          </p:spPr>
        </p:cxnSp>
        <p:cxnSp>
          <p:nvCxnSpPr>
            <p:cNvPr id="28" name="直接连接符 27">
              <a:extLst>
                <a:ext uri="{FF2B5EF4-FFF2-40B4-BE49-F238E27FC236}">
                  <a16:creationId xmlns:a16="http://schemas.microsoft.com/office/drawing/2014/main" id="{F1125B3A-F52D-4A5B-B7CE-9FF572748BE5}"/>
                </a:ext>
              </a:extLst>
            </p:cNvPr>
            <p:cNvCxnSpPr>
              <a:cxnSpLocks/>
            </p:cNvCxnSpPr>
            <p:nvPr/>
          </p:nvCxnSpPr>
          <p:spPr>
            <a:xfrm>
              <a:off x="645541" y="1019456"/>
              <a:ext cx="3146225" cy="0"/>
            </a:xfrm>
            <a:prstGeom prst="line">
              <a:avLst/>
            </a:prstGeom>
            <a:noFill/>
            <a:ln w="6350" cap="flat" cmpd="sng" algn="ctr">
              <a:solidFill>
                <a:srgbClr val="016371"/>
              </a:solidFill>
              <a:prstDash val="solid"/>
              <a:miter lim="800000"/>
            </a:ln>
            <a:effectLst/>
          </p:spPr>
        </p:cxnSp>
        <p:sp>
          <p:nvSpPr>
            <p:cNvPr id="26" name="文本框 25">
              <a:extLst>
                <a:ext uri="{FF2B5EF4-FFF2-40B4-BE49-F238E27FC236}">
                  <a16:creationId xmlns:a16="http://schemas.microsoft.com/office/drawing/2014/main" id="{CAD4F8EA-EA71-471F-93F3-2DE5F2687276}"/>
                </a:ext>
              </a:extLst>
            </p:cNvPr>
            <p:cNvSpPr txBox="1"/>
            <p:nvPr/>
          </p:nvSpPr>
          <p:spPr>
            <a:xfrm>
              <a:off x="1259632" y="907360"/>
              <a:ext cx="1918045" cy="276999"/>
            </a:xfrm>
            <a:prstGeom prst="rect">
              <a:avLst/>
            </a:prstGeom>
            <a:solidFill>
              <a:srgbClr val="016371"/>
            </a:solidFill>
            <a:ln>
              <a:noFill/>
            </a:ln>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b="0" i="0" u="none" strike="noStrike" kern="0" cap="none" spc="0" normalizeH="0" baseline="0" noProof="0" dirty="0">
                  <a:ln>
                    <a:noFill/>
                  </a:ln>
                  <a:solidFill>
                    <a:prstClr val="white"/>
                  </a:solidFill>
                  <a:effectLst/>
                  <a:uLnTx/>
                  <a:uFillTx/>
                  <a:latin typeface="等线"/>
                  <a:ea typeface="等线"/>
                </a:rPr>
                <a:t>线修改提示模板</a:t>
              </a:r>
            </a:p>
          </p:txBody>
        </p:sp>
      </p:grpSp>
      <p:grpSp>
        <p:nvGrpSpPr>
          <p:cNvPr id="34" name="组合 33">
            <a:extLst>
              <a:ext uri="{FF2B5EF4-FFF2-40B4-BE49-F238E27FC236}">
                <a16:creationId xmlns:a16="http://schemas.microsoft.com/office/drawing/2014/main" id="{BD64B5C7-3EB7-4CFD-BD91-AB5E05D86B7A}"/>
              </a:ext>
            </a:extLst>
          </p:cNvPr>
          <p:cNvGrpSpPr/>
          <p:nvPr/>
        </p:nvGrpSpPr>
        <p:grpSpPr>
          <a:xfrm>
            <a:off x="5098183" y="854591"/>
            <a:ext cx="3146225" cy="276999"/>
            <a:chOff x="645541" y="907360"/>
            <a:chExt cx="3146225" cy="276999"/>
          </a:xfrm>
        </p:grpSpPr>
        <p:cxnSp>
          <p:nvCxnSpPr>
            <p:cNvPr id="35" name="直接连接符 34">
              <a:extLst>
                <a:ext uri="{FF2B5EF4-FFF2-40B4-BE49-F238E27FC236}">
                  <a16:creationId xmlns:a16="http://schemas.microsoft.com/office/drawing/2014/main" id="{61E11F08-BADB-463A-960B-4CAE1D8D062E}"/>
                </a:ext>
              </a:extLst>
            </p:cNvPr>
            <p:cNvCxnSpPr>
              <a:cxnSpLocks/>
            </p:cNvCxnSpPr>
            <p:nvPr/>
          </p:nvCxnSpPr>
          <p:spPr>
            <a:xfrm>
              <a:off x="645541" y="1053013"/>
              <a:ext cx="3146225" cy="0"/>
            </a:xfrm>
            <a:prstGeom prst="line">
              <a:avLst/>
            </a:prstGeom>
            <a:noFill/>
            <a:ln w="6350" cap="flat" cmpd="sng" algn="ctr">
              <a:solidFill>
                <a:srgbClr val="016371"/>
              </a:solidFill>
              <a:prstDash val="solid"/>
              <a:miter lim="800000"/>
            </a:ln>
            <a:effectLst/>
          </p:spPr>
        </p:cxnSp>
        <p:cxnSp>
          <p:nvCxnSpPr>
            <p:cNvPr id="36" name="直接连接符 35">
              <a:extLst>
                <a:ext uri="{FF2B5EF4-FFF2-40B4-BE49-F238E27FC236}">
                  <a16:creationId xmlns:a16="http://schemas.microsoft.com/office/drawing/2014/main" id="{1D5A014D-3D7D-4935-8028-9474B1E637C1}"/>
                </a:ext>
              </a:extLst>
            </p:cNvPr>
            <p:cNvCxnSpPr>
              <a:cxnSpLocks/>
            </p:cNvCxnSpPr>
            <p:nvPr/>
          </p:nvCxnSpPr>
          <p:spPr>
            <a:xfrm>
              <a:off x="645541" y="1019456"/>
              <a:ext cx="3146225" cy="0"/>
            </a:xfrm>
            <a:prstGeom prst="line">
              <a:avLst/>
            </a:prstGeom>
            <a:noFill/>
            <a:ln w="6350" cap="flat" cmpd="sng" algn="ctr">
              <a:solidFill>
                <a:srgbClr val="016371"/>
              </a:solidFill>
              <a:prstDash val="solid"/>
              <a:miter lim="800000"/>
            </a:ln>
            <a:effectLst/>
          </p:spPr>
        </p:cxnSp>
        <p:sp>
          <p:nvSpPr>
            <p:cNvPr id="37" name="文本框 36">
              <a:extLst>
                <a:ext uri="{FF2B5EF4-FFF2-40B4-BE49-F238E27FC236}">
                  <a16:creationId xmlns:a16="http://schemas.microsoft.com/office/drawing/2014/main" id="{0D3956A9-4C9A-4ECC-8500-CF8F5E0FBDFB}"/>
                </a:ext>
              </a:extLst>
            </p:cNvPr>
            <p:cNvSpPr txBox="1"/>
            <p:nvPr/>
          </p:nvSpPr>
          <p:spPr>
            <a:xfrm>
              <a:off x="1259632" y="907360"/>
              <a:ext cx="1918045" cy="276999"/>
            </a:xfrm>
            <a:prstGeom prst="rect">
              <a:avLst/>
            </a:prstGeom>
            <a:solidFill>
              <a:srgbClr val="016371"/>
            </a:solidFill>
            <a:ln>
              <a:noFill/>
            </a:ln>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b="0" i="0" u="none" strike="noStrike" kern="0" cap="none" spc="0" normalizeH="0" baseline="0" noProof="0" dirty="0">
                  <a:ln>
                    <a:noFill/>
                  </a:ln>
                  <a:solidFill>
                    <a:prstClr val="white"/>
                  </a:solidFill>
                  <a:effectLst/>
                  <a:uLnTx/>
                  <a:uFillTx/>
                  <a:latin typeface="等线"/>
                  <a:ea typeface="等线"/>
                </a:rPr>
                <a:t>交互修改实验</a:t>
              </a:r>
            </a:p>
          </p:txBody>
        </p:sp>
      </p:grpSp>
      <p:pic>
        <p:nvPicPr>
          <p:cNvPr id="5" name="图片 4">
            <a:extLst>
              <a:ext uri="{FF2B5EF4-FFF2-40B4-BE49-F238E27FC236}">
                <a16:creationId xmlns:a16="http://schemas.microsoft.com/office/drawing/2014/main" id="{59177270-E2ED-43BA-A8BA-743A110FE88E}"/>
              </a:ext>
            </a:extLst>
          </p:cNvPr>
          <p:cNvPicPr>
            <a:picLocks noChangeAspect="1"/>
          </p:cNvPicPr>
          <p:nvPr/>
        </p:nvPicPr>
        <p:blipFill>
          <a:blip r:embed="rId4"/>
          <a:stretch>
            <a:fillRect/>
          </a:stretch>
        </p:blipFill>
        <p:spPr>
          <a:xfrm>
            <a:off x="4400457" y="1215914"/>
            <a:ext cx="4737774" cy="3867497"/>
          </a:xfrm>
          <a:prstGeom prst="rect">
            <a:avLst/>
          </a:prstGeom>
        </p:spPr>
      </p:pic>
      <p:grpSp>
        <p:nvGrpSpPr>
          <p:cNvPr id="18" name="组合 17">
            <a:extLst>
              <a:ext uri="{FF2B5EF4-FFF2-40B4-BE49-F238E27FC236}">
                <a16:creationId xmlns:a16="http://schemas.microsoft.com/office/drawing/2014/main" id="{D2C584C3-40D2-4118-9E6A-350A93BEDCDB}"/>
              </a:ext>
            </a:extLst>
          </p:cNvPr>
          <p:cNvGrpSpPr/>
          <p:nvPr/>
        </p:nvGrpSpPr>
        <p:grpSpPr>
          <a:xfrm>
            <a:off x="-5" y="85172"/>
            <a:ext cx="4572005" cy="447238"/>
            <a:chOff x="-10957" y="85171"/>
            <a:chExt cx="3540642" cy="447238"/>
          </a:xfrm>
        </p:grpSpPr>
        <p:sp>
          <p:nvSpPr>
            <p:cNvPr id="19" name="矩形 1">
              <a:extLst>
                <a:ext uri="{FF2B5EF4-FFF2-40B4-BE49-F238E27FC236}">
                  <a16:creationId xmlns:a16="http://schemas.microsoft.com/office/drawing/2014/main" id="{49233870-D6CD-4CD2-B762-0195B97BB97F}"/>
                </a:ext>
              </a:extLst>
            </p:cNvPr>
            <p:cNvSpPr/>
            <p:nvPr/>
          </p:nvSpPr>
          <p:spPr>
            <a:xfrm>
              <a:off x="-10957" y="123478"/>
              <a:ext cx="3540642" cy="408931"/>
            </a:xfrm>
            <a:custGeom>
              <a:avLst/>
              <a:gdLst>
                <a:gd name="connsiteX0" fmla="*/ 0 w 4211960"/>
                <a:gd name="connsiteY0" fmla="*/ 0 h 2088232"/>
                <a:gd name="connsiteX1" fmla="*/ 4211960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101133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281963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319192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712023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11960" h="2088232">
                  <a:moveTo>
                    <a:pt x="0" y="0"/>
                  </a:moveTo>
                  <a:lnTo>
                    <a:pt x="3712023" y="0"/>
                  </a:lnTo>
                  <a:lnTo>
                    <a:pt x="4211960" y="2088232"/>
                  </a:lnTo>
                  <a:lnTo>
                    <a:pt x="0" y="2088232"/>
                  </a:lnTo>
                  <a:lnTo>
                    <a:pt x="0" y="0"/>
                  </a:lnTo>
                  <a:close/>
                </a:path>
              </a:pathLst>
            </a:custGeom>
            <a:solidFill>
              <a:srgbClr val="0163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8">
                <a:lnSpc>
                  <a:spcPct val="120000"/>
                </a:lnSpc>
              </a:pPr>
              <a:endParaRPr lang="zh-CN" altLang="en-US" sz="2400">
                <a:solidFill>
                  <a:srgbClr val="FFFFFF"/>
                </a:solidFill>
                <a:latin typeface="微软雅黑"/>
                <a:ea typeface="微软雅黑"/>
                <a:cs typeface="+mn-ea"/>
                <a:sym typeface="+mn-lt"/>
              </a:endParaRPr>
            </a:p>
          </p:txBody>
        </p:sp>
        <p:sp>
          <p:nvSpPr>
            <p:cNvPr id="20" name="文本框 19">
              <a:extLst>
                <a:ext uri="{FF2B5EF4-FFF2-40B4-BE49-F238E27FC236}">
                  <a16:creationId xmlns:a16="http://schemas.microsoft.com/office/drawing/2014/main" id="{7D3CD411-44C2-4148-B503-44E96818DA0C}"/>
                </a:ext>
              </a:extLst>
            </p:cNvPr>
            <p:cNvSpPr txBox="1"/>
            <p:nvPr/>
          </p:nvSpPr>
          <p:spPr>
            <a:xfrm>
              <a:off x="-10955" y="85171"/>
              <a:ext cx="3100525" cy="447238"/>
            </a:xfrm>
            <a:prstGeom prst="rect">
              <a:avLst/>
            </a:prstGeom>
            <a:noFill/>
          </p:spPr>
          <p:txBody>
            <a:bodyPr wrap="square" rtlCol="0">
              <a:spAutoFit/>
            </a:bodyPr>
            <a:lstStyle/>
            <a:p>
              <a:pPr defTabSz="914378">
                <a:lnSpc>
                  <a:spcPct val="120000"/>
                </a:lnSpc>
              </a:pPr>
              <a:r>
                <a:rPr lang="en-US" altLang="zh-CN" sz="2100" dirty="0">
                  <a:solidFill>
                    <a:srgbClr val="FFFFFF"/>
                  </a:solidFill>
                  <a:latin typeface="微软雅黑"/>
                  <a:ea typeface="微软雅黑"/>
                  <a:cs typeface="+mn-ea"/>
                  <a:sym typeface="+mn-lt"/>
                </a:rPr>
                <a:t>3.2  </a:t>
              </a:r>
              <a:r>
                <a:rPr lang="zh-CN" altLang="en-US" sz="2100" dirty="0">
                  <a:solidFill>
                    <a:srgbClr val="FFFFFF"/>
                  </a:solidFill>
                  <a:latin typeface="微软雅黑"/>
                  <a:ea typeface="微软雅黑"/>
                  <a:cs typeface="+mn-ea"/>
                  <a:sym typeface="+mn-lt"/>
                </a:rPr>
                <a:t>融合</a:t>
              </a:r>
              <a:r>
                <a:rPr lang="en-US" altLang="zh-CN" sz="2100" dirty="0">
                  <a:solidFill>
                    <a:srgbClr val="FFFFFF"/>
                  </a:solidFill>
                  <a:latin typeface="微软雅黑"/>
                  <a:ea typeface="微软雅黑"/>
                  <a:cs typeface="+mn-ea"/>
                  <a:sym typeface="+mn-lt"/>
                </a:rPr>
                <a:t>LLM</a:t>
              </a:r>
              <a:r>
                <a:rPr lang="zh-CN" altLang="en-US" sz="2100" dirty="0">
                  <a:solidFill>
                    <a:srgbClr val="FFFFFF"/>
                  </a:solidFill>
                  <a:latin typeface="微软雅黑"/>
                  <a:ea typeface="微软雅黑"/>
                  <a:cs typeface="+mn-ea"/>
                  <a:sym typeface="+mn-lt"/>
                </a:rPr>
                <a:t>的自动化制图实验</a:t>
              </a:r>
            </a:p>
          </p:txBody>
        </p:sp>
      </p:grpSp>
      <p:sp>
        <p:nvSpPr>
          <p:cNvPr id="21" name="iṧļïḑe">
            <a:extLst>
              <a:ext uri="{FF2B5EF4-FFF2-40B4-BE49-F238E27FC236}">
                <a16:creationId xmlns:a16="http://schemas.microsoft.com/office/drawing/2014/main" id="{7A924FCA-2DE5-4AB5-AB5D-34FA5696CB35}"/>
              </a:ext>
            </a:extLst>
          </p:cNvPr>
          <p:cNvSpPr txBox="1"/>
          <p:nvPr/>
        </p:nvSpPr>
        <p:spPr bwMode="auto">
          <a:xfrm>
            <a:off x="304800" y="581616"/>
            <a:ext cx="2611016" cy="4057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marL="285750" indent="-285750" defTabSz="685783">
              <a:lnSpc>
                <a:spcPct val="120000"/>
              </a:lnSpc>
              <a:spcBef>
                <a:spcPct val="0"/>
              </a:spcBef>
              <a:buFont typeface="Wingdings" panose="05000000000000000000" pitchFamily="2" charset="2"/>
              <a:buChar char="u"/>
            </a:pPr>
            <a:r>
              <a:rPr lang="zh-CN" altLang="en-US" sz="2000" b="1" dirty="0">
                <a:solidFill>
                  <a:srgbClr val="000000"/>
                </a:solidFill>
                <a:latin typeface="微软雅黑"/>
                <a:ea typeface="微软雅黑"/>
                <a:cs typeface="+mn-ea"/>
                <a:sym typeface="+mn-lt"/>
              </a:rPr>
              <a:t>交互式设计修改</a:t>
            </a:r>
            <a:endParaRPr lang="en-US" altLang="zh-CN" sz="2000" b="1" dirty="0">
              <a:solidFill>
                <a:srgbClr val="000000"/>
              </a:solidFill>
              <a:latin typeface="微软雅黑"/>
              <a:ea typeface="微软雅黑"/>
              <a:cs typeface="+mn-ea"/>
              <a:sym typeface="+mn-lt"/>
            </a:endParaRPr>
          </a:p>
        </p:txBody>
      </p:sp>
    </p:spTree>
    <p:extLst>
      <p:ext uri="{BB962C8B-B14F-4D97-AF65-F5344CB8AC3E}">
        <p14:creationId xmlns:p14="http://schemas.microsoft.com/office/powerpoint/2010/main" val="185505925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a:extLst>
              <a:ext uri="{FF2B5EF4-FFF2-40B4-BE49-F238E27FC236}">
                <a16:creationId xmlns:a16="http://schemas.microsoft.com/office/drawing/2014/main" id="{6FE816B8-B6F0-4BB1-874C-ED37F891080D}"/>
              </a:ext>
            </a:extLst>
          </p:cNvPr>
          <p:cNvGrpSpPr/>
          <p:nvPr/>
        </p:nvGrpSpPr>
        <p:grpSpPr>
          <a:xfrm>
            <a:off x="-5" y="85172"/>
            <a:ext cx="4572005" cy="447238"/>
            <a:chOff x="-10957" y="85171"/>
            <a:chExt cx="3540642" cy="447238"/>
          </a:xfrm>
        </p:grpSpPr>
        <p:sp>
          <p:nvSpPr>
            <p:cNvPr id="10" name="矩形 1">
              <a:extLst>
                <a:ext uri="{FF2B5EF4-FFF2-40B4-BE49-F238E27FC236}">
                  <a16:creationId xmlns:a16="http://schemas.microsoft.com/office/drawing/2014/main" id="{D7300E77-8AD5-4E31-B5E2-915F2685B282}"/>
                </a:ext>
              </a:extLst>
            </p:cNvPr>
            <p:cNvSpPr/>
            <p:nvPr/>
          </p:nvSpPr>
          <p:spPr>
            <a:xfrm>
              <a:off x="-10957" y="123478"/>
              <a:ext cx="3540642" cy="408931"/>
            </a:xfrm>
            <a:custGeom>
              <a:avLst/>
              <a:gdLst>
                <a:gd name="connsiteX0" fmla="*/ 0 w 4211960"/>
                <a:gd name="connsiteY0" fmla="*/ 0 h 2088232"/>
                <a:gd name="connsiteX1" fmla="*/ 4211960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101133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281963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319192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712023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11960" h="2088232">
                  <a:moveTo>
                    <a:pt x="0" y="0"/>
                  </a:moveTo>
                  <a:lnTo>
                    <a:pt x="3712023" y="0"/>
                  </a:lnTo>
                  <a:lnTo>
                    <a:pt x="4211960" y="2088232"/>
                  </a:lnTo>
                  <a:lnTo>
                    <a:pt x="0" y="2088232"/>
                  </a:lnTo>
                  <a:lnTo>
                    <a:pt x="0" y="0"/>
                  </a:lnTo>
                  <a:close/>
                </a:path>
              </a:pathLst>
            </a:custGeom>
            <a:solidFill>
              <a:srgbClr val="0163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8">
                <a:lnSpc>
                  <a:spcPct val="120000"/>
                </a:lnSpc>
              </a:pPr>
              <a:endParaRPr lang="zh-CN" altLang="en-US" sz="2400">
                <a:solidFill>
                  <a:srgbClr val="FFFFFF"/>
                </a:solidFill>
                <a:latin typeface="微软雅黑"/>
                <a:ea typeface="微软雅黑"/>
                <a:cs typeface="+mn-ea"/>
                <a:sym typeface="+mn-lt"/>
              </a:endParaRPr>
            </a:p>
          </p:txBody>
        </p:sp>
        <p:sp>
          <p:nvSpPr>
            <p:cNvPr id="12" name="文本框 11">
              <a:extLst>
                <a:ext uri="{FF2B5EF4-FFF2-40B4-BE49-F238E27FC236}">
                  <a16:creationId xmlns:a16="http://schemas.microsoft.com/office/drawing/2014/main" id="{0FB6B038-C883-4D35-ADA3-4B85C5590D94}"/>
                </a:ext>
              </a:extLst>
            </p:cNvPr>
            <p:cNvSpPr txBox="1"/>
            <p:nvPr/>
          </p:nvSpPr>
          <p:spPr>
            <a:xfrm>
              <a:off x="-10955" y="85171"/>
              <a:ext cx="3100525" cy="447238"/>
            </a:xfrm>
            <a:prstGeom prst="rect">
              <a:avLst/>
            </a:prstGeom>
            <a:noFill/>
          </p:spPr>
          <p:txBody>
            <a:bodyPr wrap="square" rtlCol="0">
              <a:spAutoFit/>
            </a:bodyPr>
            <a:lstStyle/>
            <a:p>
              <a:pPr defTabSz="914378">
                <a:lnSpc>
                  <a:spcPct val="120000"/>
                </a:lnSpc>
              </a:pPr>
              <a:r>
                <a:rPr lang="en-US" altLang="zh-CN" sz="2100" dirty="0">
                  <a:solidFill>
                    <a:srgbClr val="FFFFFF"/>
                  </a:solidFill>
                  <a:latin typeface="微软雅黑"/>
                  <a:ea typeface="微软雅黑"/>
                  <a:cs typeface="+mn-ea"/>
                  <a:sym typeface="+mn-lt"/>
                </a:rPr>
                <a:t>3.2  </a:t>
              </a:r>
              <a:r>
                <a:rPr lang="zh-CN" altLang="en-US" sz="2100" dirty="0">
                  <a:solidFill>
                    <a:srgbClr val="FFFFFF"/>
                  </a:solidFill>
                  <a:latin typeface="微软雅黑"/>
                  <a:ea typeface="微软雅黑"/>
                  <a:cs typeface="+mn-ea"/>
                  <a:sym typeface="+mn-lt"/>
                </a:rPr>
                <a:t>融合</a:t>
              </a:r>
              <a:r>
                <a:rPr lang="en-US" altLang="zh-CN" sz="2100" dirty="0">
                  <a:solidFill>
                    <a:srgbClr val="FFFFFF"/>
                  </a:solidFill>
                  <a:latin typeface="微软雅黑"/>
                  <a:ea typeface="微软雅黑"/>
                  <a:cs typeface="+mn-ea"/>
                  <a:sym typeface="+mn-lt"/>
                </a:rPr>
                <a:t>LLM</a:t>
              </a:r>
              <a:r>
                <a:rPr lang="zh-CN" altLang="en-US" sz="2100" dirty="0">
                  <a:solidFill>
                    <a:srgbClr val="FFFFFF"/>
                  </a:solidFill>
                  <a:latin typeface="微软雅黑"/>
                  <a:ea typeface="微软雅黑"/>
                  <a:cs typeface="+mn-ea"/>
                  <a:sym typeface="+mn-lt"/>
                </a:rPr>
                <a:t>的自动化制图实验</a:t>
              </a:r>
            </a:p>
          </p:txBody>
        </p:sp>
      </p:grpSp>
      <p:pic>
        <p:nvPicPr>
          <p:cNvPr id="14" name="图片 13">
            <a:extLst>
              <a:ext uri="{FF2B5EF4-FFF2-40B4-BE49-F238E27FC236}">
                <a16:creationId xmlns:a16="http://schemas.microsoft.com/office/drawing/2014/main" id="{E8F7AB05-E8FD-4751-820B-6AB1F4465105}"/>
              </a:ext>
            </a:extLst>
          </p:cNvPr>
          <p:cNvPicPr>
            <a:picLocks noChangeAspect="1"/>
          </p:cNvPicPr>
          <p:nvPr/>
        </p:nvPicPr>
        <p:blipFill rotWithShape="1">
          <a:blip r:embed="rId3">
            <a:extLst>
              <a:ext uri="{28A0092B-C50C-407E-A947-70E740481C1C}">
                <a14:useLocalDpi xmlns:a14="http://schemas.microsoft.com/office/drawing/2010/main" val="0"/>
              </a:ext>
            </a:extLst>
          </a:blip>
          <a:srcRect l="7689" t="2329" r="37913" b="2790"/>
          <a:stretch/>
        </p:blipFill>
        <p:spPr>
          <a:xfrm>
            <a:off x="140652" y="955281"/>
            <a:ext cx="3919896" cy="2164824"/>
          </a:xfrm>
          <a:prstGeom prst="rect">
            <a:avLst/>
          </a:prstGeom>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pic>
      <p:pic>
        <p:nvPicPr>
          <p:cNvPr id="16" name="图片 15">
            <a:extLst>
              <a:ext uri="{FF2B5EF4-FFF2-40B4-BE49-F238E27FC236}">
                <a16:creationId xmlns:a16="http://schemas.microsoft.com/office/drawing/2014/main" id="{DEF76A0F-430E-416B-BC33-5CA011A3C898}"/>
              </a:ext>
            </a:extLst>
          </p:cNvPr>
          <p:cNvPicPr>
            <a:picLocks noChangeAspect="1"/>
          </p:cNvPicPr>
          <p:nvPr/>
        </p:nvPicPr>
        <p:blipFill rotWithShape="1">
          <a:blip r:embed="rId4">
            <a:extLst>
              <a:ext uri="{28A0092B-C50C-407E-A947-70E740481C1C}">
                <a14:useLocalDpi xmlns:a14="http://schemas.microsoft.com/office/drawing/2010/main" val="0"/>
              </a:ext>
            </a:extLst>
          </a:blip>
          <a:srcRect l="6044" r="40565"/>
          <a:stretch/>
        </p:blipFill>
        <p:spPr>
          <a:xfrm>
            <a:off x="4574124" y="974912"/>
            <a:ext cx="3953561" cy="2028886"/>
          </a:xfrm>
          <a:prstGeom prst="rect">
            <a:avLst/>
          </a:prstGeom>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pic>
      <p:pic>
        <p:nvPicPr>
          <p:cNvPr id="18" name="图片 17">
            <a:extLst>
              <a:ext uri="{FF2B5EF4-FFF2-40B4-BE49-F238E27FC236}">
                <a16:creationId xmlns:a16="http://schemas.microsoft.com/office/drawing/2014/main" id="{FEEFE247-9F0A-460A-B05E-4A04CEF6BC8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994782" y="3239080"/>
            <a:ext cx="4861692" cy="1819247"/>
          </a:xfrm>
          <a:prstGeom prst="rect">
            <a:avLst/>
          </a:prstGeom>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pic>
      <p:sp>
        <p:nvSpPr>
          <p:cNvPr id="11" name="ïSḷíḑè">
            <a:extLst>
              <a:ext uri="{FF2B5EF4-FFF2-40B4-BE49-F238E27FC236}">
                <a16:creationId xmlns:a16="http://schemas.microsoft.com/office/drawing/2014/main" id="{D7857788-35D4-4272-8293-8A6192B2193E}"/>
              </a:ext>
            </a:extLst>
          </p:cNvPr>
          <p:cNvSpPr/>
          <p:nvPr/>
        </p:nvSpPr>
        <p:spPr>
          <a:xfrm>
            <a:off x="4117120" y="1100631"/>
            <a:ext cx="271496" cy="1903167"/>
          </a:xfrm>
          <a:prstGeom prst="roundRect">
            <a:avLst/>
          </a:prstGeom>
          <a:solidFill>
            <a:schemeClr val="accent4"/>
          </a:solidFill>
          <a:ln w="12700"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defTabSz="914332">
              <a:lnSpc>
                <a:spcPct val="120000"/>
              </a:lnSpc>
            </a:pPr>
            <a:r>
              <a:rPr lang="zh-CN" altLang="en-US" sz="1600" b="1" dirty="0">
                <a:solidFill>
                  <a:schemeClr val="bg1"/>
                </a:solidFill>
                <a:cs typeface="+mn-ea"/>
                <a:sym typeface="+mn-lt"/>
              </a:rPr>
              <a:t>①数据处理</a:t>
            </a:r>
            <a:endParaRPr lang="en-US" altLang="zh-CN" sz="1600" b="1" dirty="0">
              <a:solidFill>
                <a:schemeClr val="bg1"/>
              </a:solidFill>
              <a:cs typeface="+mn-ea"/>
              <a:sym typeface="+mn-lt"/>
            </a:endParaRPr>
          </a:p>
        </p:txBody>
      </p:sp>
      <p:sp>
        <p:nvSpPr>
          <p:cNvPr id="13" name="ïSḷíḑè">
            <a:extLst>
              <a:ext uri="{FF2B5EF4-FFF2-40B4-BE49-F238E27FC236}">
                <a16:creationId xmlns:a16="http://schemas.microsoft.com/office/drawing/2014/main" id="{E88BF6AC-CB5B-45F1-925E-71A1A810A7A0}"/>
              </a:ext>
            </a:extLst>
          </p:cNvPr>
          <p:cNvSpPr/>
          <p:nvPr/>
        </p:nvSpPr>
        <p:spPr>
          <a:xfrm>
            <a:off x="8577445" y="1042218"/>
            <a:ext cx="271496" cy="1988515"/>
          </a:xfrm>
          <a:prstGeom prst="roundRect">
            <a:avLst/>
          </a:prstGeom>
          <a:solidFill>
            <a:schemeClr val="accent4"/>
          </a:solidFill>
          <a:ln w="12700"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defTabSz="914332">
              <a:lnSpc>
                <a:spcPct val="120000"/>
              </a:lnSpc>
            </a:pPr>
            <a:r>
              <a:rPr lang="zh-CN" altLang="en-US" sz="1600" b="1" dirty="0">
                <a:solidFill>
                  <a:schemeClr val="bg1"/>
                </a:solidFill>
                <a:cs typeface="+mn-ea"/>
                <a:sym typeface="+mn-lt"/>
              </a:rPr>
              <a:t>②自动化成图</a:t>
            </a:r>
            <a:endParaRPr lang="en-US" altLang="zh-CN" sz="1600" b="1" dirty="0">
              <a:solidFill>
                <a:schemeClr val="bg1"/>
              </a:solidFill>
              <a:cs typeface="+mn-ea"/>
              <a:sym typeface="+mn-lt"/>
            </a:endParaRPr>
          </a:p>
        </p:txBody>
      </p:sp>
      <p:sp>
        <p:nvSpPr>
          <p:cNvPr id="15" name="ïSḷíḑè">
            <a:extLst>
              <a:ext uri="{FF2B5EF4-FFF2-40B4-BE49-F238E27FC236}">
                <a16:creationId xmlns:a16="http://schemas.microsoft.com/office/drawing/2014/main" id="{117A8548-3917-48C0-858D-7A434A68A0FC}"/>
              </a:ext>
            </a:extLst>
          </p:cNvPr>
          <p:cNvSpPr/>
          <p:nvPr/>
        </p:nvSpPr>
        <p:spPr>
          <a:xfrm>
            <a:off x="7004568" y="3368205"/>
            <a:ext cx="289300" cy="1600766"/>
          </a:xfrm>
          <a:prstGeom prst="roundRect">
            <a:avLst/>
          </a:prstGeom>
          <a:solidFill>
            <a:schemeClr val="accent4"/>
          </a:solidFill>
          <a:ln w="12700"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defTabSz="914332">
              <a:lnSpc>
                <a:spcPct val="120000"/>
              </a:lnSpc>
            </a:pPr>
            <a:r>
              <a:rPr lang="zh-CN" altLang="en-US" sz="1600" b="1" dirty="0">
                <a:solidFill>
                  <a:schemeClr val="bg1"/>
                </a:solidFill>
                <a:cs typeface="+mn-ea"/>
                <a:sym typeface="+mn-lt"/>
              </a:rPr>
              <a:t>③图片导出</a:t>
            </a:r>
            <a:endParaRPr lang="en-US" altLang="zh-CN" sz="1600" b="1" dirty="0">
              <a:solidFill>
                <a:schemeClr val="bg1"/>
              </a:solidFill>
              <a:cs typeface="+mn-ea"/>
              <a:sym typeface="+mn-lt"/>
            </a:endParaRPr>
          </a:p>
        </p:txBody>
      </p:sp>
      <p:sp>
        <p:nvSpPr>
          <p:cNvPr id="17" name="iṧļïḑe">
            <a:extLst>
              <a:ext uri="{FF2B5EF4-FFF2-40B4-BE49-F238E27FC236}">
                <a16:creationId xmlns:a16="http://schemas.microsoft.com/office/drawing/2014/main" id="{3BE5A095-A1B8-4DA3-BED6-3D7E437ABE7B}"/>
              </a:ext>
            </a:extLst>
          </p:cNvPr>
          <p:cNvSpPr txBox="1"/>
          <p:nvPr/>
        </p:nvSpPr>
        <p:spPr bwMode="auto">
          <a:xfrm>
            <a:off x="304800" y="581616"/>
            <a:ext cx="4641114" cy="4057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marL="285750" indent="-285750" defTabSz="685783">
              <a:lnSpc>
                <a:spcPct val="120000"/>
              </a:lnSpc>
              <a:spcBef>
                <a:spcPct val="0"/>
              </a:spcBef>
              <a:buFont typeface="Wingdings" panose="05000000000000000000" pitchFamily="2" charset="2"/>
              <a:buChar char="u"/>
            </a:pPr>
            <a:r>
              <a:rPr lang="zh-CN" altLang="en-US" sz="2000" b="1" dirty="0">
                <a:solidFill>
                  <a:srgbClr val="000000"/>
                </a:solidFill>
                <a:latin typeface="微软雅黑"/>
                <a:ea typeface="微软雅黑"/>
                <a:cs typeface="+mn-ea"/>
                <a:sym typeface="+mn-lt"/>
              </a:rPr>
              <a:t>自动化成图实验</a:t>
            </a:r>
            <a:endParaRPr lang="en-US" altLang="zh-CN" sz="2000" b="1" dirty="0">
              <a:solidFill>
                <a:srgbClr val="000000"/>
              </a:solidFill>
              <a:latin typeface="微软雅黑"/>
              <a:ea typeface="微软雅黑"/>
              <a:cs typeface="+mn-ea"/>
              <a:sym typeface="+mn-lt"/>
            </a:endParaRPr>
          </a:p>
        </p:txBody>
      </p:sp>
    </p:spTree>
    <p:extLst>
      <p:ext uri="{BB962C8B-B14F-4D97-AF65-F5344CB8AC3E}">
        <p14:creationId xmlns:p14="http://schemas.microsoft.com/office/powerpoint/2010/main" val="754757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a:extLst>
              <a:ext uri="{FF2B5EF4-FFF2-40B4-BE49-F238E27FC236}">
                <a16:creationId xmlns:a16="http://schemas.microsoft.com/office/drawing/2014/main" id="{6FE816B8-B6F0-4BB1-874C-ED37F891080D}"/>
              </a:ext>
            </a:extLst>
          </p:cNvPr>
          <p:cNvGrpSpPr/>
          <p:nvPr/>
        </p:nvGrpSpPr>
        <p:grpSpPr>
          <a:xfrm>
            <a:off x="-5" y="85172"/>
            <a:ext cx="4572005" cy="447238"/>
            <a:chOff x="-10957" y="85171"/>
            <a:chExt cx="3540642" cy="447238"/>
          </a:xfrm>
        </p:grpSpPr>
        <p:sp>
          <p:nvSpPr>
            <p:cNvPr id="10" name="矩形 1">
              <a:extLst>
                <a:ext uri="{FF2B5EF4-FFF2-40B4-BE49-F238E27FC236}">
                  <a16:creationId xmlns:a16="http://schemas.microsoft.com/office/drawing/2014/main" id="{D7300E77-8AD5-4E31-B5E2-915F2685B282}"/>
                </a:ext>
              </a:extLst>
            </p:cNvPr>
            <p:cNvSpPr/>
            <p:nvPr/>
          </p:nvSpPr>
          <p:spPr>
            <a:xfrm>
              <a:off x="-10957" y="123478"/>
              <a:ext cx="3540642" cy="408931"/>
            </a:xfrm>
            <a:custGeom>
              <a:avLst/>
              <a:gdLst>
                <a:gd name="connsiteX0" fmla="*/ 0 w 4211960"/>
                <a:gd name="connsiteY0" fmla="*/ 0 h 2088232"/>
                <a:gd name="connsiteX1" fmla="*/ 4211960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101133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281963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319192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712023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11960" h="2088232">
                  <a:moveTo>
                    <a:pt x="0" y="0"/>
                  </a:moveTo>
                  <a:lnTo>
                    <a:pt x="3712023" y="0"/>
                  </a:lnTo>
                  <a:lnTo>
                    <a:pt x="4211960" y="2088232"/>
                  </a:lnTo>
                  <a:lnTo>
                    <a:pt x="0" y="2088232"/>
                  </a:lnTo>
                  <a:lnTo>
                    <a:pt x="0" y="0"/>
                  </a:lnTo>
                  <a:close/>
                </a:path>
              </a:pathLst>
            </a:custGeom>
            <a:solidFill>
              <a:srgbClr val="0163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8">
                <a:lnSpc>
                  <a:spcPct val="120000"/>
                </a:lnSpc>
              </a:pPr>
              <a:endParaRPr lang="zh-CN" altLang="en-US" sz="2400">
                <a:solidFill>
                  <a:srgbClr val="FFFFFF"/>
                </a:solidFill>
                <a:latin typeface="微软雅黑"/>
                <a:ea typeface="微软雅黑"/>
                <a:cs typeface="+mn-ea"/>
                <a:sym typeface="+mn-lt"/>
              </a:endParaRPr>
            </a:p>
          </p:txBody>
        </p:sp>
        <p:sp>
          <p:nvSpPr>
            <p:cNvPr id="12" name="文本框 11">
              <a:extLst>
                <a:ext uri="{FF2B5EF4-FFF2-40B4-BE49-F238E27FC236}">
                  <a16:creationId xmlns:a16="http://schemas.microsoft.com/office/drawing/2014/main" id="{0FB6B038-C883-4D35-ADA3-4B85C5590D94}"/>
                </a:ext>
              </a:extLst>
            </p:cNvPr>
            <p:cNvSpPr txBox="1"/>
            <p:nvPr/>
          </p:nvSpPr>
          <p:spPr>
            <a:xfrm>
              <a:off x="-10955" y="85171"/>
              <a:ext cx="3100525" cy="447238"/>
            </a:xfrm>
            <a:prstGeom prst="rect">
              <a:avLst/>
            </a:prstGeom>
            <a:noFill/>
          </p:spPr>
          <p:txBody>
            <a:bodyPr wrap="square" rtlCol="0">
              <a:spAutoFit/>
            </a:bodyPr>
            <a:lstStyle/>
            <a:p>
              <a:pPr defTabSz="914378">
                <a:lnSpc>
                  <a:spcPct val="120000"/>
                </a:lnSpc>
              </a:pPr>
              <a:r>
                <a:rPr lang="en-US" altLang="zh-CN" sz="2100" dirty="0">
                  <a:solidFill>
                    <a:srgbClr val="FFFFFF"/>
                  </a:solidFill>
                  <a:latin typeface="微软雅黑"/>
                  <a:ea typeface="微软雅黑"/>
                  <a:cs typeface="+mn-ea"/>
                  <a:sym typeface="+mn-lt"/>
                </a:rPr>
                <a:t>3.2  </a:t>
              </a:r>
              <a:r>
                <a:rPr lang="zh-CN" altLang="en-US" sz="2100" dirty="0">
                  <a:solidFill>
                    <a:srgbClr val="FFFFFF"/>
                  </a:solidFill>
                  <a:latin typeface="微软雅黑"/>
                  <a:ea typeface="微软雅黑"/>
                  <a:cs typeface="+mn-ea"/>
                  <a:sym typeface="+mn-lt"/>
                </a:rPr>
                <a:t>融合</a:t>
              </a:r>
              <a:r>
                <a:rPr lang="en-US" altLang="zh-CN" sz="2100" dirty="0">
                  <a:solidFill>
                    <a:srgbClr val="FFFFFF"/>
                  </a:solidFill>
                  <a:latin typeface="微软雅黑"/>
                  <a:ea typeface="微软雅黑"/>
                  <a:cs typeface="+mn-ea"/>
                  <a:sym typeface="+mn-lt"/>
                </a:rPr>
                <a:t>LLM</a:t>
              </a:r>
              <a:r>
                <a:rPr lang="zh-CN" altLang="en-US" sz="2100" dirty="0">
                  <a:solidFill>
                    <a:srgbClr val="FFFFFF"/>
                  </a:solidFill>
                  <a:latin typeface="微软雅黑"/>
                  <a:ea typeface="微软雅黑"/>
                  <a:cs typeface="+mn-ea"/>
                  <a:sym typeface="+mn-lt"/>
                </a:rPr>
                <a:t>的自动化制图实验</a:t>
              </a:r>
            </a:p>
          </p:txBody>
        </p:sp>
      </p:grpSp>
      <p:pic>
        <p:nvPicPr>
          <p:cNvPr id="3" name="图片 2">
            <a:extLst>
              <a:ext uri="{FF2B5EF4-FFF2-40B4-BE49-F238E27FC236}">
                <a16:creationId xmlns:a16="http://schemas.microsoft.com/office/drawing/2014/main" id="{9BD821FB-44F0-46A2-940C-D2C9826DDECE}"/>
              </a:ext>
            </a:extLst>
          </p:cNvPr>
          <p:cNvPicPr>
            <a:picLocks noChangeAspect="1"/>
          </p:cNvPicPr>
          <p:nvPr/>
        </p:nvPicPr>
        <p:blipFill>
          <a:blip r:embed="rId3"/>
          <a:stretch>
            <a:fillRect/>
          </a:stretch>
        </p:blipFill>
        <p:spPr>
          <a:xfrm>
            <a:off x="940832" y="10541"/>
            <a:ext cx="7375585" cy="5143500"/>
          </a:xfrm>
          <a:prstGeom prst="rect">
            <a:avLst/>
          </a:prstGeom>
        </p:spPr>
      </p:pic>
      <p:sp>
        <p:nvSpPr>
          <p:cNvPr id="8" name="iṧļïḑe">
            <a:extLst>
              <a:ext uri="{FF2B5EF4-FFF2-40B4-BE49-F238E27FC236}">
                <a16:creationId xmlns:a16="http://schemas.microsoft.com/office/drawing/2014/main" id="{EB3A361D-674B-49F1-ADB5-925AA60546E2}"/>
              </a:ext>
            </a:extLst>
          </p:cNvPr>
          <p:cNvSpPr txBox="1"/>
          <p:nvPr/>
        </p:nvSpPr>
        <p:spPr bwMode="auto">
          <a:xfrm>
            <a:off x="304800" y="581616"/>
            <a:ext cx="4641114" cy="4057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marL="285750" indent="-285750" defTabSz="685783">
              <a:lnSpc>
                <a:spcPct val="120000"/>
              </a:lnSpc>
              <a:spcBef>
                <a:spcPct val="0"/>
              </a:spcBef>
              <a:buFont typeface="Wingdings" panose="05000000000000000000" pitchFamily="2" charset="2"/>
              <a:buChar char="u"/>
            </a:pPr>
            <a:r>
              <a:rPr lang="zh-CN" altLang="en-US" sz="2000" b="1" dirty="0">
                <a:solidFill>
                  <a:srgbClr val="000000"/>
                </a:solidFill>
                <a:latin typeface="微软雅黑"/>
                <a:ea typeface="微软雅黑"/>
                <a:cs typeface="+mn-ea"/>
                <a:sym typeface="+mn-lt"/>
              </a:rPr>
              <a:t>自动化成图实验</a:t>
            </a:r>
            <a:endParaRPr lang="en-US" altLang="zh-CN" sz="2000" b="1" dirty="0">
              <a:solidFill>
                <a:srgbClr val="000000"/>
              </a:solidFill>
              <a:latin typeface="微软雅黑"/>
              <a:ea typeface="微软雅黑"/>
              <a:cs typeface="+mn-ea"/>
              <a:sym typeface="+mn-lt"/>
            </a:endParaRPr>
          </a:p>
        </p:txBody>
      </p:sp>
    </p:spTree>
    <p:extLst>
      <p:ext uri="{BB962C8B-B14F-4D97-AF65-F5344CB8AC3E}">
        <p14:creationId xmlns:p14="http://schemas.microsoft.com/office/powerpoint/2010/main" val="216781020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a:extLst>
              <a:ext uri="{FF2B5EF4-FFF2-40B4-BE49-F238E27FC236}">
                <a16:creationId xmlns:a16="http://schemas.microsoft.com/office/drawing/2014/main" id="{6FE816B8-B6F0-4BB1-874C-ED37F891080D}"/>
              </a:ext>
            </a:extLst>
          </p:cNvPr>
          <p:cNvGrpSpPr/>
          <p:nvPr/>
        </p:nvGrpSpPr>
        <p:grpSpPr>
          <a:xfrm>
            <a:off x="-5" y="85172"/>
            <a:ext cx="4572005" cy="447238"/>
            <a:chOff x="-10957" y="85171"/>
            <a:chExt cx="3540642" cy="447238"/>
          </a:xfrm>
        </p:grpSpPr>
        <p:sp>
          <p:nvSpPr>
            <p:cNvPr id="10" name="矩形 1">
              <a:extLst>
                <a:ext uri="{FF2B5EF4-FFF2-40B4-BE49-F238E27FC236}">
                  <a16:creationId xmlns:a16="http://schemas.microsoft.com/office/drawing/2014/main" id="{D7300E77-8AD5-4E31-B5E2-915F2685B282}"/>
                </a:ext>
              </a:extLst>
            </p:cNvPr>
            <p:cNvSpPr/>
            <p:nvPr/>
          </p:nvSpPr>
          <p:spPr>
            <a:xfrm>
              <a:off x="-10957" y="123478"/>
              <a:ext cx="3540642" cy="408931"/>
            </a:xfrm>
            <a:custGeom>
              <a:avLst/>
              <a:gdLst>
                <a:gd name="connsiteX0" fmla="*/ 0 w 4211960"/>
                <a:gd name="connsiteY0" fmla="*/ 0 h 2088232"/>
                <a:gd name="connsiteX1" fmla="*/ 4211960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101133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281963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319192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712023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11960" h="2088232">
                  <a:moveTo>
                    <a:pt x="0" y="0"/>
                  </a:moveTo>
                  <a:lnTo>
                    <a:pt x="3712023" y="0"/>
                  </a:lnTo>
                  <a:lnTo>
                    <a:pt x="4211960" y="2088232"/>
                  </a:lnTo>
                  <a:lnTo>
                    <a:pt x="0" y="2088232"/>
                  </a:lnTo>
                  <a:lnTo>
                    <a:pt x="0" y="0"/>
                  </a:lnTo>
                  <a:close/>
                </a:path>
              </a:pathLst>
            </a:custGeom>
            <a:solidFill>
              <a:srgbClr val="0163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8">
                <a:lnSpc>
                  <a:spcPct val="120000"/>
                </a:lnSpc>
              </a:pPr>
              <a:endParaRPr lang="zh-CN" altLang="en-US" sz="2400">
                <a:solidFill>
                  <a:srgbClr val="FFFFFF"/>
                </a:solidFill>
                <a:latin typeface="微软雅黑"/>
                <a:ea typeface="微软雅黑"/>
                <a:cs typeface="+mn-ea"/>
                <a:sym typeface="+mn-lt"/>
              </a:endParaRPr>
            </a:p>
          </p:txBody>
        </p:sp>
        <p:sp>
          <p:nvSpPr>
            <p:cNvPr id="12" name="文本框 11">
              <a:extLst>
                <a:ext uri="{FF2B5EF4-FFF2-40B4-BE49-F238E27FC236}">
                  <a16:creationId xmlns:a16="http://schemas.microsoft.com/office/drawing/2014/main" id="{0FB6B038-C883-4D35-ADA3-4B85C5590D94}"/>
                </a:ext>
              </a:extLst>
            </p:cNvPr>
            <p:cNvSpPr txBox="1"/>
            <p:nvPr/>
          </p:nvSpPr>
          <p:spPr>
            <a:xfrm>
              <a:off x="-10955" y="85171"/>
              <a:ext cx="3100525" cy="447238"/>
            </a:xfrm>
            <a:prstGeom prst="rect">
              <a:avLst/>
            </a:prstGeom>
            <a:noFill/>
          </p:spPr>
          <p:txBody>
            <a:bodyPr wrap="square" rtlCol="0">
              <a:spAutoFit/>
            </a:bodyPr>
            <a:lstStyle/>
            <a:p>
              <a:pPr defTabSz="914378">
                <a:lnSpc>
                  <a:spcPct val="120000"/>
                </a:lnSpc>
              </a:pPr>
              <a:r>
                <a:rPr lang="en-US" altLang="zh-CN" sz="2100" dirty="0">
                  <a:solidFill>
                    <a:srgbClr val="FFFFFF"/>
                  </a:solidFill>
                  <a:latin typeface="微软雅黑"/>
                  <a:ea typeface="微软雅黑"/>
                  <a:cs typeface="+mn-ea"/>
                  <a:sym typeface="+mn-lt"/>
                </a:rPr>
                <a:t>3.2  </a:t>
              </a:r>
              <a:r>
                <a:rPr lang="zh-CN" altLang="en-US" sz="2100" dirty="0">
                  <a:solidFill>
                    <a:srgbClr val="FFFFFF"/>
                  </a:solidFill>
                  <a:latin typeface="微软雅黑"/>
                  <a:ea typeface="微软雅黑"/>
                  <a:cs typeface="+mn-ea"/>
                  <a:sym typeface="+mn-lt"/>
                </a:rPr>
                <a:t>融合</a:t>
              </a:r>
              <a:r>
                <a:rPr lang="en-US" altLang="zh-CN" sz="2100" dirty="0">
                  <a:solidFill>
                    <a:srgbClr val="FFFFFF"/>
                  </a:solidFill>
                  <a:latin typeface="微软雅黑"/>
                  <a:ea typeface="微软雅黑"/>
                  <a:cs typeface="+mn-ea"/>
                  <a:sym typeface="+mn-lt"/>
                </a:rPr>
                <a:t>LLM</a:t>
              </a:r>
              <a:r>
                <a:rPr lang="zh-CN" altLang="en-US" sz="2100" dirty="0">
                  <a:solidFill>
                    <a:srgbClr val="FFFFFF"/>
                  </a:solidFill>
                  <a:latin typeface="微软雅黑"/>
                  <a:ea typeface="微软雅黑"/>
                  <a:cs typeface="+mn-ea"/>
                  <a:sym typeface="+mn-lt"/>
                </a:rPr>
                <a:t>的自动化制图实验</a:t>
              </a:r>
            </a:p>
          </p:txBody>
        </p:sp>
      </p:grpSp>
      <p:pic>
        <p:nvPicPr>
          <p:cNvPr id="25" name="图片 24">
            <a:extLst>
              <a:ext uri="{FF2B5EF4-FFF2-40B4-BE49-F238E27FC236}">
                <a16:creationId xmlns:a16="http://schemas.microsoft.com/office/drawing/2014/main" id="{C48CA7A0-B884-4C59-8F55-1B65DA7996C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8840" y="1020881"/>
            <a:ext cx="384592" cy="384592"/>
          </a:xfrm>
          <a:prstGeom prst="rect">
            <a:avLst/>
          </a:prstGeom>
        </p:spPr>
      </p:pic>
      <p:sp>
        <p:nvSpPr>
          <p:cNvPr id="30" name="文本框 29">
            <a:extLst>
              <a:ext uri="{FF2B5EF4-FFF2-40B4-BE49-F238E27FC236}">
                <a16:creationId xmlns:a16="http://schemas.microsoft.com/office/drawing/2014/main" id="{24ABBC14-D4DA-47DC-9DEC-57A400314DE6}"/>
              </a:ext>
            </a:extLst>
          </p:cNvPr>
          <p:cNvSpPr txBox="1"/>
          <p:nvPr/>
        </p:nvSpPr>
        <p:spPr>
          <a:xfrm>
            <a:off x="365930" y="1059582"/>
            <a:ext cx="2409100" cy="3582134"/>
          </a:xfrm>
          <a:prstGeom prst="rect">
            <a:avLst/>
          </a:prstGeom>
          <a:noFill/>
        </p:spPr>
        <p:txBody>
          <a:bodyPr wrap="square">
            <a:spAutoFit/>
          </a:bodyPr>
          <a:lstStyle/>
          <a:p>
            <a:pPr marL="285750" indent="-285750">
              <a:lnSpc>
                <a:spcPct val="130000"/>
              </a:lnSpc>
              <a:buFont typeface="Wingdings" panose="05000000000000000000" pitchFamily="2" charset="2"/>
              <a:buChar char="Ø"/>
            </a:pPr>
            <a:r>
              <a:rPr lang="zh-CN" altLang="en-US" sz="1600" dirty="0"/>
              <a:t>制图任务</a:t>
            </a:r>
            <a:r>
              <a:rPr lang="en-US" altLang="zh-CN" sz="1600" dirty="0"/>
              <a:t>id</a:t>
            </a:r>
            <a:r>
              <a:rPr lang="zh-CN" altLang="en-US" sz="1600" dirty="0"/>
              <a:t>为</a:t>
            </a:r>
            <a:r>
              <a:rPr lang="en-US" altLang="zh-CN" sz="1600" b="1" dirty="0">
                <a:solidFill>
                  <a:srgbClr val="016371"/>
                </a:solidFill>
              </a:rPr>
              <a:t>task3</a:t>
            </a:r>
          </a:p>
          <a:p>
            <a:pPr marL="285750" indent="-285750">
              <a:lnSpc>
                <a:spcPct val="130000"/>
              </a:lnSpc>
              <a:buFont typeface="Wingdings" panose="05000000000000000000" pitchFamily="2" charset="2"/>
              <a:buChar char="Ø"/>
            </a:pPr>
            <a:r>
              <a:rPr lang="zh-CN" altLang="en-US" sz="1600" b="1" dirty="0">
                <a:solidFill>
                  <a:srgbClr val="016371"/>
                </a:solidFill>
              </a:rPr>
              <a:t>县道线</a:t>
            </a:r>
            <a:r>
              <a:rPr lang="zh-CN" altLang="en-US" sz="1600" dirty="0"/>
              <a:t>符号调整为深灰色，</a:t>
            </a:r>
            <a:endParaRPr lang="en-US" altLang="zh-CN" sz="1600" dirty="0"/>
          </a:p>
          <a:p>
            <a:pPr marL="285750" indent="-285750">
              <a:lnSpc>
                <a:spcPct val="130000"/>
              </a:lnSpc>
              <a:buFont typeface="Wingdings" panose="05000000000000000000" pitchFamily="2" charset="2"/>
              <a:buChar char="Ø"/>
            </a:pPr>
            <a:r>
              <a:rPr lang="zh-CN" altLang="en-US" sz="1600" b="1" dirty="0">
                <a:solidFill>
                  <a:srgbClr val="016371"/>
                </a:solidFill>
              </a:rPr>
              <a:t>省道线</a:t>
            </a:r>
            <a:r>
              <a:rPr lang="zh-CN" altLang="en-US" sz="1600" dirty="0"/>
              <a:t>符号调整为灰黄色。</a:t>
            </a:r>
            <a:endParaRPr lang="en-US" altLang="zh-CN" sz="1600" dirty="0"/>
          </a:p>
          <a:p>
            <a:pPr marL="285750" indent="-285750">
              <a:lnSpc>
                <a:spcPct val="130000"/>
              </a:lnSpc>
              <a:buFont typeface="Wingdings" panose="05000000000000000000" pitchFamily="2" charset="2"/>
              <a:buChar char="Ø"/>
            </a:pPr>
            <a:r>
              <a:rPr lang="zh-CN" altLang="en-US" sz="1600" b="1" dirty="0">
                <a:solidFill>
                  <a:srgbClr val="016371"/>
                </a:solidFill>
              </a:rPr>
              <a:t>铁路线</a:t>
            </a:r>
            <a:r>
              <a:rPr lang="zh-CN" altLang="en-US" sz="1600" dirty="0"/>
              <a:t>符号上层调整为黑色，</a:t>
            </a:r>
            <a:endParaRPr lang="en-US" altLang="zh-CN" sz="1600" dirty="0"/>
          </a:p>
          <a:p>
            <a:pPr marL="285750" indent="-285750">
              <a:lnSpc>
                <a:spcPct val="130000"/>
              </a:lnSpc>
              <a:buFont typeface="Wingdings" panose="05000000000000000000" pitchFamily="2" charset="2"/>
              <a:buChar char="Ø"/>
            </a:pPr>
            <a:r>
              <a:rPr lang="zh-CN" altLang="en-US" sz="1600" b="1" dirty="0">
                <a:solidFill>
                  <a:srgbClr val="016371"/>
                </a:solidFill>
              </a:rPr>
              <a:t>省道的注记</a:t>
            </a:r>
            <a:r>
              <a:rPr lang="zh-CN" altLang="en-US" sz="1600" dirty="0"/>
              <a:t>字体调整为黑体，</a:t>
            </a:r>
            <a:endParaRPr lang="en-US" altLang="zh-CN" sz="1600" dirty="0"/>
          </a:p>
          <a:p>
            <a:pPr marL="285750" indent="-285750">
              <a:lnSpc>
                <a:spcPct val="130000"/>
              </a:lnSpc>
              <a:buFont typeface="Wingdings" panose="05000000000000000000" pitchFamily="2" charset="2"/>
              <a:buChar char="Ø"/>
            </a:pPr>
            <a:r>
              <a:rPr lang="zh-CN" altLang="en-US" sz="1600" dirty="0"/>
              <a:t>删除</a:t>
            </a:r>
            <a:r>
              <a:rPr lang="zh-CN" altLang="en-US" sz="1600" b="1" dirty="0">
                <a:solidFill>
                  <a:srgbClr val="016371"/>
                </a:solidFill>
              </a:rPr>
              <a:t>地铁数据</a:t>
            </a:r>
            <a:r>
              <a:rPr lang="zh-CN" altLang="en-US" sz="1600" dirty="0"/>
              <a:t>，重新绘制地图。”</a:t>
            </a:r>
          </a:p>
        </p:txBody>
      </p:sp>
      <p:pic>
        <p:nvPicPr>
          <p:cNvPr id="33" name="图片 32">
            <a:extLst>
              <a:ext uri="{FF2B5EF4-FFF2-40B4-BE49-F238E27FC236}">
                <a16:creationId xmlns:a16="http://schemas.microsoft.com/office/drawing/2014/main" id="{29859803-F388-40E4-95EF-5E03DC1CE799}"/>
              </a:ext>
            </a:extLst>
          </p:cNvPr>
          <p:cNvPicPr>
            <a:picLocks noChangeAspect="1"/>
          </p:cNvPicPr>
          <p:nvPr/>
        </p:nvPicPr>
        <p:blipFill>
          <a:blip r:embed="rId4"/>
          <a:stretch>
            <a:fillRect/>
          </a:stretch>
        </p:blipFill>
        <p:spPr>
          <a:xfrm>
            <a:off x="3345453" y="1020881"/>
            <a:ext cx="1157961" cy="4030048"/>
          </a:xfrm>
          <a:prstGeom prst="rect">
            <a:avLst/>
          </a:prstGeom>
        </p:spPr>
      </p:pic>
      <p:pic>
        <p:nvPicPr>
          <p:cNvPr id="34" name="图片 33">
            <a:extLst>
              <a:ext uri="{FF2B5EF4-FFF2-40B4-BE49-F238E27FC236}">
                <a16:creationId xmlns:a16="http://schemas.microsoft.com/office/drawing/2014/main" id="{7223603F-0D96-4EB5-AF1D-DC998B18D48F}"/>
              </a:ext>
            </a:extLst>
          </p:cNvPr>
          <p:cNvPicPr>
            <a:picLocks noChangeAspect="1"/>
          </p:cNvPicPr>
          <p:nvPr/>
        </p:nvPicPr>
        <p:blipFill rotWithShape="1">
          <a:blip r:embed="rId5"/>
          <a:srcRect l="8484" t="4548" r="8958" b="6194"/>
          <a:stretch/>
        </p:blipFill>
        <p:spPr>
          <a:xfrm>
            <a:off x="5003146" y="135972"/>
            <a:ext cx="3258447" cy="5051216"/>
          </a:xfrm>
          <a:prstGeom prst="rect">
            <a:avLst/>
          </a:prstGeom>
        </p:spPr>
      </p:pic>
      <p:cxnSp>
        <p:nvCxnSpPr>
          <p:cNvPr id="35" name="直接箭头连接符 34">
            <a:extLst>
              <a:ext uri="{FF2B5EF4-FFF2-40B4-BE49-F238E27FC236}">
                <a16:creationId xmlns:a16="http://schemas.microsoft.com/office/drawing/2014/main" id="{5EB68856-3875-4604-A150-6F2A17177715}"/>
              </a:ext>
            </a:extLst>
          </p:cNvPr>
          <p:cNvCxnSpPr>
            <a:cxnSpLocks/>
          </p:cNvCxnSpPr>
          <p:nvPr/>
        </p:nvCxnSpPr>
        <p:spPr>
          <a:xfrm flipV="1">
            <a:off x="3962791" y="339502"/>
            <a:ext cx="1113265" cy="899355"/>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6" name="矩形 35">
            <a:extLst>
              <a:ext uri="{FF2B5EF4-FFF2-40B4-BE49-F238E27FC236}">
                <a16:creationId xmlns:a16="http://schemas.microsoft.com/office/drawing/2014/main" id="{C8065575-9CE1-4492-A3A2-668963B6712A}"/>
              </a:ext>
            </a:extLst>
          </p:cNvPr>
          <p:cNvSpPr/>
          <p:nvPr/>
        </p:nvSpPr>
        <p:spPr>
          <a:xfrm>
            <a:off x="3439978" y="1238857"/>
            <a:ext cx="493013" cy="67590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dirty="0">
              <a:solidFill>
                <a:sysClr val="windowText" lastClr="000000"/>
              </a:solidFill>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37" name="直接箭头连接符 36">
            <a:extLst>
              <a:ext uri="{FF2B5EF4-FFF2-40B4-BE49-F238E27FC236}">
                <a16:creationId xmlns:a16="http://schemas.microsoft.com/office/drawing/2014/main" id="{6C7829E8-1C98-40AF-BD60-36A538E78971}"/>
              </a:ext>
            </a:extLst>
          </p:cNvPr>
          <p:cNvCxnSpPr>
            <a:cxnSpLocks/>
          </p:cNvCxnSpPr>
          <p:nvPr/>
        </p:nvCxnSpPr>
        <p:spPr>
          <a:xfrm>
            <a:off x="3970997" y="1951511"/>
            <a:ext cx="1105059" cy="3106817"/>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2" name="椭圆 41">
            <a:extLst>
              <a:ext uri="{FF2B5EF4-FFF2-40B4-BE49-F238E27FC236}">
                <a16:creationId xmlns:a16="http://schemas.microsoft.com/office/drawing/2014/main" id="{C11BD9CE-F98C-4F0F-B745-3A5DFD7591FC}"/>
              </a:ext>
            </a:extLst>
          </p:cNvPr>
          <p:cNvSpPr/>
          <p:nvPr/>
        </p:nvSpPr>
        <p:spPr>
          <a:xfrm>
            <a:off x="2992444" y="1595270"/>
            <a:ext cx="68762" cy="2881270"/>
          </a:xfrm>
          <a:prstGeom prst="ellipse">
            <a:avLst/>
          </a:prstGeom>
          <a:gradFill flip="none" rotWithShape="1">
            <a:gsLst>
              <a:gs pos="0">
                <a:srgbClr val="016371">
                  <a:tint val="66000"/>
                  <a:satMod val="160000"/>
                </a:srgbClr>
              </a:gs>
              <a:gs pos="50000">
                <a:srgbClr val="016371">
                  <a:tint val="44500"/>
                  <a:satMod val="160000"/>
                </a:srgbClr>
              </a:gs>
              <a:gs pos="100000">
                <a:srgbClr val="016371">
                  <a:tint val="23500"/>
                  <a:satMod val="160000"/>
                </a:srgbClr>
              </a:gs>
            </a:gsLst>
            <a:lin ang="10800000" scaled="1"/>
            <a:tileRect/>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等线"/>
              <a:ea typeface="等线"/>
              <a:cs typeface="+mn-cs"/>
            </a:endParaRPr>
          </a:p>
        </p:txBody>
      </p:sp>
      <p:sp>
        <p:nvSpPr>
          <p:cNvPr id="15" name="iṧļïḑe">
            <a:extLst>
              <a:ext uri="{FF2B5EF4-FFF2-40B4-BE49-F238E27FC236}">
                <a16:creationId xmlns:a16="http://schemas.microsoft.com/office/drawing/2014/main" id="{41FC1DC4-9129-48A6-9ED7-2B3EBB202C01}"/>
              </a:ext>
            </a:extLst>
          </p:cNvPr>
          <p:cNvSpPr txBox="1"/>
          <p:nvPr/>
        </p:nvSpPr>
        <p:spPr bwMode="auto">
          <a:xfrm>
            <a:off x="304800" y="581616"/>
            <a:ext cx="4641114" cy="4057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marL="285750" indent="-285750" defTabSz="685783">
              <a:lnSpc>
                <a:spcPct val="120000"/>
              </a:lnSpc>
              <a:spcBef>
                <a:spcPct val="0"/>
              </a:spcBef>
              <a:buFont typeface="Wingdings" panose="05000000000000000000" pitchFamily="2" charset="2"/>
              <a:buChar char="u"/>
            </a:pPr>
            <a:r>
              <a:rPr lang="zh-CN" altLang="en-US" sz="2000" b="1" dirty="0">
                <a:solidFill>
                  <a:srgbClr val="000000"/>
                </a:solidFill>
                <a:latin typeface="微软雅黑"/>
                <a:ea typeface="微软雅黑"/>
                <a:cs typeface="+mn-ea"/>
                <a:sym typeface="+mn-lt"/>
              </a:rPr>
              <a:t>成图修改实验</a:t>
            </a:r>
            <a:endParaRPr lang="en-US" altLang="zh-CN" sz="2000" b="1" dirty="0">
              <a:solidFill>
                <a:srgbClr val="000000"/>
              </a:solidFill>
              <a:latin typeface="微软雅黑"/>
              <a:ea typeface="微软雅黑"/>
              <a:cs typeface="+mn-ea"/>
              <a:sym typeface="+mn-lt"/>
            </a:endParaRPr>
          </a:p>
        </p:txBody>
      </p:sp>
    </p:spTree>
    <p:extLst>
      <p:ext uri="{BB962C8B-B14F-4D97-AF65-F5344CB8AC3E}">
        <p14:creationId xmlns:p14="http://schemas.microsoft.com/office/powerpoint/2010/main" val="287575582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1">
            <a:extLst>
              <a:ext uri="{FF2B5EF4-FFF2-40B4-BE49-F238E27FC236}">
                <a16:creationId xmlns:a16="http://schemas.microsoft.com/office/drawing/2014/main" id="{71588594-9AE0-4F25-BB4C-742F4C94A0BC}"/>
              </a:ext>
            </a:extLst>
          </p:cNvPr>
          <p:cNvSpPr/>
          <p:nvPr/>
        </p:nvSpPr>
        <p:spPr>
          <a:xfrm>
            <a:off x="2079992" y="1851248"/>
            <a:ext cx="5364088" cy="2088232"/>
          </a:xfrm>
          <a:custGeom>
            <a:avLst/>
            <a:gdLst>
              <a:gd name="connsiteX0" fmla="*/ 0 w 4211960"/>
              <a:gd name="connsiteY0" fmla="*/ 0 h 2088232"/>
              <a:gd name="connsiteX1" fmla="*/ 4211960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101133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281963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319192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11960" h="2088232">
                <a:moveTo>
                  <a:pt x="0" y="0"/>
                </a:moveTo>
                <a:lnTo>
                  <a:pt x="3319192" y="0"/>
                </a:lnTo>
                <a:lnTo>
                  <a:pt x="4211960" y="2088232"/>
                </a:lnTo>
                <a:lnTo>
                  <a:pt x="0" y="2088232"/>
                </a:lnTo>
                <a:lnTo>
                  <a:pt x="0" y="0"/>
                </a:lnTo>
                <a:close/>
              </a:path>
            </a:pathLst>
          </a:custGeom>
          <a:solidFill>
            <a:srgbClr val="0163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8">
              <a:lnSpc>
                <a:spcPct val="120000"/>
              </a:lnSpc>
            </a:pPr>
            <a:endParaRPr lang="zh-CN" altLang="en-US" sz="2400">
              <a:solidFill>
                <a:srgbClr val="FFFFFF"/>
              </a:solidFill>
              <a:latin typeface="微软雅黑"/>
              <a:ea typeface="微软雅黑"/>
              <a:cs typeface="+mn-ea"/>
              <a:sym typeface="+mn-lt"/>
            </a:endParaRPr>
          </a:p>
        </p:txBody>
      </p:sp>
      <p:grpSp>
        <p:nvGrpSpPr>
          <p:cNvPr id="2" name="组合 1">
            <a:extLst>
              <a:ext uri="{FF2B5EF4-FFF2-40B4-BE49-F238E27FC236}">
                <a16:creationId xmlns:a16="http://schemas.microsoft.com/office/drawing/2014/main" id="{F81EF813-7D91-44D3-BC4D-92BEE2F1C4E2}"/>
              </a:ext>
            </a:extLst>
          </p:cNvPr>
          <p:cNvGrpSpPr/>
          <p:nvPr/>
        </p:nvGrpSpPr>
        <p:grpSpPr>
          <a:xfrm>
            <a:off x="-5704" y="1419623"/>
            <a:ext cx="5873849" cy="2909345"/>
            <a:chOff x="-5705" y="1419622"/>
            <a:chExt cx="5873849" cy="2909345"/>
          </a:xfrm>
          <a:solidFill>
            <a:schemeClr val="tx1">
              <a:lumMod val="65000"/>
              <a:lumOff val="35000"/>
            </a:schemeClr>
          </a:solidFill>
        </p:grpSpPr>
        <p:sp>
          <p:nvSpPr>
            <p:cNvPr id="11" name="矩形 1">
              <a:extLst>
                <a:ext uri="{FF2B5EF4-FFF2-40B4-BE49-F238E27FC236}">
                  <a16:creationId xmlns:a16="http://schemas.microsoft.com/office/drawing/2014/main" id="{BF9E9D5B-7DE1-4838-8E3E-41665DF274B7}"/>
                </a:ext>
              </a:extLst>
            </p:cNvPr>
            <p:cNvSpPr/>
            <p:nvPr/>
          </p:nvSpPr>
          <p:spPr>
            <a:xfrm>
              <a:off x="0" y="1419622"/>
              <a:ext cx="5868144" cy="2909345"/>
            </a:xfrm>
            <a:custGeom>
              <a:avLst/>
              <a:gdLst>
                <a:gd name="connsiteX0" fmla="*/ 0 w 4211960"/>
                <a:gd name="connsiteY0" fmla="*/ 0 h 2088232"/>
                <a:gd name="connsiteX1" fmla="*/ 4211960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101133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11960" h="2088232">
                  <a:moveTo>
                    <a:pt x="0" y="0"/>
                  </a:moveTo>
                  <a:lnTo>
                    <a:pt x="3101133" y="0"/>
                  </a:lnTo>
                  <a:lnTo>
                    <a:pt x="4211960" y="2088232"/>
                  </a:lnTo>
                  <a:lnTo>
                    <a:pt x="0" y="2088232"/>
                  </a:lnTo>
                  <a:lnTo>
                    <a:pt x="0"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8">
                <a:lnSpc>
                  <a:spcPct val="120000"/>
                </a:lnSpc>
              </a:pPr>
              <a:endParaRPr lang="zh-CN" altLang="en-US" sz="2400">
                <a:solidFill>
                  <a:srgbClr val="FFFFFF"/>
                </a:solidFill>
                <a:latin typeface="微软雅黑"/>
                <a:ea typeface="微软雅黑"/>
                <a:cs typeface="+mn-ea"/>
                <a:sym typeface="+mn-lt"/>
              </a:endParaRPr>
            </a:p>
          </p:txBody>
        </p:sp>
        <p:sp>
          <p:nvSpPr>
            <p:cNvPr id="12" name="矩形 1">
              <a:extLst>
                <a:ext uri="{FF2B5EF4-FFF2-40B4-BE49-F238E27FC236}">
                  <a16:creationId xmlns:a16="http://schemas.microsoft.com/office/drawing/2014/main" id="{7BBD6790-44CE-495F-AE9D-ABCAAA0A5D66}"/>
                </a:ext>
              </a:extLst>
            </p:cNvPr>
            <p:cNvSpPr/>
            <p:nvPr/>
          </p:nvSpPr>
          <p:spPr>
            <a:xfrm>
              <a:off x="-5705" y="1419622"/>
              <a:ext cx="5868144" cy="2909345"/>
            </a:xfrm>
            <a:custGeom>
              <a:avLst/>
              <a:gdLst>
                <a:gd name="connsiteX0" fmla="*/ 0 w 4211960"/>
                <a:gd name="connsiteY0" fmla="*/ 0 h 2088232"/>
                <a:gd name="connsiteX1" fmla="*/ 4211960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101133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11960" h="2088232">
                  <a:moveTo>
                    <a:pt x="0" y="0"/>
                  </a:moveTo>
                  <a:lnTo>
                    <a:pt x="3101133" y="0"/>
                  </a:lnTo>
                  <a:lnTo>
                    <a:pt x="4211960" y="2088232"/>
                  </a:lnTo>
                  <a:lnTo>
                    <a:pt x="0" y="2088232"/>
                  </a:lnTo>
                  <a:lnTo>
                    <a:pt x="0"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8">
                <a:lnSpc>
                  <a:spcPct val="120000"/>
                </a:lnSpc>
              </a:pPr>
              <a:endParaRPr lang="zh-CN" altLang="en-US" sz="2400" dirty="0">
                <a:solidFill>
                  <a:srgbClr val="FFFFFF"/>
                </a:solidFill>
                <a:latin typeface="微软雅黑"/>
                <a:ea typeface="微软雅黑"/>
                <a:cs typeface="+mn-ea"/>
                <a:sym typeface="+mn-lt"/>
              </a:endParaRPr>
            </a:p>
          </p:txBody>
        </p:sp>
      </p:grpSp>
      <p:sp>
        <p:nvSpPr>
          <p:cNvPr id="14" name="矩形 1">
            <a:extLst>
              <a:ext uri="{FF2B5EF4-FFF2-40B4-BE49-F238E27FC236}">
                <a16:creationId xmlns:a16="http://schemas.microsoft.com/office/drawing/2014/main" id="{4117AF95-2B07-4EE4-A2F5-BF99231885A3}"/>
              </a:ext>
            </a:extLst>
          </p:cNvPr>
          <p:cNvSpPr/>
          <p:nvPr/>
        </p:nvSpPr>
        <p:spPr>
          <a:xfrm>
            <a:off x="-13642" y="1419622"/>
            <a:ext cx="5868144" cy="2909345"/>
          </a:xfrm>
          <a:custGeom>
            <a:avLst/>
            <a:gdLst>
              <a:gd name="connsiteX0" fmla="*/ 0 w 4211960"/>
              <a:gd name="connsiteY0" fmla="*/ 0 h 2088232"/>
              <a:gd name="connsiteX1" fmla="*/ 4211960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101133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11960" h="2088232">
                <a:moveTo>
                  <a:pt x="0" y="0"/>
                </a:moveTo>
                <a:lnTo>
                  <a:pt x="3101133" y="0"/>
                </a:lnTo>
                <a:lnTo>
                  <a:pt x="4211960" y="2088232"/>
                </a:lnTo>
                <a:lnTo>
                  <a:pt x="0" y="2088232"/>
                </a:lnTo>
                <a:lnTo>
                  <a:pt x="0" y="0"/>
                </a:lnTo>
                <a:close/>
              </a:path>
            </a:pathLst>
          </a:custGeom>
          <a:solidFill>
            <a:schemeClr val="accent1">
              <a:alpha val="3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8">
              <a:lnSpc>
                <a:spcPct val="120000"/>
              </a:lnSpc>
            </a:pPr>
            <a:endParaRPr lang="zh-CN" altLang="en-US" sz="2400" dirty="0">
              <a:solidFill>
                <a:srgbClr val="FFFFFF"/>
              </a:solidFill>
              <a:latin typeface="微软雅黑"/>
              <a:ea typeface="微软雅黑"/>
              <a:cs typeface="+mn-ea"/>
              <a:sym typeface="+mn-lt"/>
            </a:endParaRPr>
          </a:p>
        </p:txBody>
      </p:sp>
      <p:sp>
        <p:nvSpPr>
          <p:cNvPr id="18" name="文本框 17">
            <a:extLst>
              <a:ext uri="{FF2B5EF4-FFF2-40B4-BE49-F238E27FC236}">
                <a16:creationId xmlns:a16="http://schemas.microsoft.com/office/drawing/2014/main" id="{B9FFDB26-FB22-4BCA-850D-4CB2591709BB}"/>
              </a:ext>
            </a:extLst>
          </p:cNvPr>
          <p:cNvSpPr txBox="1"/>
          <p:nvPr/>
        </p:nvSpPr>
        <p:spPr>
          <a:xfrm>
            <a:off x="842149" y="1954108"/>
            <a:ext cx="3214371" cy="633187"/>
          </a:xfrm>
          <a:prstGeom prst="rect">
            <a:avLst/>
          </a:prstGeom>
          <a:noFill/>
        </p:spPr>
        <p:txBody>
          <a:bodyPr wrap="square" rtlCol="0">
            <a:spAutoFit/>
          </a:bodyPr>
          <a:lstStyle/>
          <a:p>
            <a:pPr algn="ctr" defTabSz="914378">
              <a:lnSpc>
                <a:spcPct val="120000"/>
              </a:lnSpc>
            </a:pPr>
            <a:r>
              <a:rPr lang="zh-CN" altLang="en-US" sz="3200" b="1" dirty="0">
                <a:solidFill>
                  <a:srgbClr val="FFFFFF"/>
                </a:solidFill>
                <a:latin typeface="微软雅黑"/>
                <a:ea typeface="微软雅黑"/>
                <a:cs typeface="+mn-ea"/>
                <a:sym typeface="+mn-lt"/>
              </a:rPr>
              <a:t>总结与展望</a:t>
            </a:r>
          </a:p>
        </p:txBody>
      </p:sp>
      <p:sp>
        <p:nvSpPr>
          <p:cNvPr id="19" name="文本框 18">
            <a:extLst>
              <a:ext uri="{FF2B5EF4-FFF2-40B4-BE49-F238E27FC236}">
                <a16:creationId xmlns:a16="http://schemas.microsoft.com/office/drawing/2014/main" id="{04443527-17D2-4D5A-BED1-71A22FC22E93}"/>
              </a:ext>
            </a:extLst>
          </p:cNvPr>
          <p:cNvSpPr txBox="1"/>
          <p:nvPr/>
        </p:nvSpPr>
        <p:spPr>
          <a:xfrm>
            <a:off x="1421741" y="2723548"/>
            <a:ext cx="3463887" cy="799706"/>
          </a:xfrm>
          <a:prstGeom prst="rect">
            <a:avLst/>
          </a:prstGeom>
          <a:noFill/>
        </p:spPr>
        <p:txBody>
          <a:bodyPr wrap="square" rtlCol="0">
            <a:spAutoFit/>
          </a:bodyPr>
          <a:lstStyle/>
          <a:p>
            <a:pPr marL="342900" indent="-342900" defTabSz="914378">
              <a:lnSpc>
                <a:spcPct val="120000"/>
              </a:lnSpc>
              <a:buFont typeface="Wingdings" panose="05000000000000000000" pitchFamily="2" charset="2"/>
              <a:buChar char="l"/>
            </a:pPr>
            <a:r>
              <a:rPr lang="zh-CN" altLang="en-US" sz="2000" dirty="0">
                <a:solidFill>
                  <a:srgbClr val="FFFFFF"/>
                </a:solidFill>
                <a:latin typeface="微软雅黑"/>
                <a:ea typeface="微软雅黑"/>
                <a:cs typeface="+mn-ea"/>
                <a:sym typeface="+mn-lt"/>
              </a:rPr>
              <a:t>总结和创新点</a:t>
            </a:r>
            <a:endParaRPr lang="en-US" altLang="zh-CN" sz="2000" dirty="0">
              <a:solidFill>
                <a:srgbClr val="FFFFFF"/>
              </a:solidFill>
              <a:latin typeface="微软雅黑"/>
              <a:ea typeface="微软雅黑"/>
              <a:cs typeface="+mn-ea"/>
              <a:sym typeface="+mn-lt"/>
            </a:endParaRPr>
          </a:p>
          <a:p>
            <a:pPr marL="342900" indent="-342900" defTabSz="914378">
              <a:lnSpc>
                <a:spcPct val="120000"/>
              </a:lnSpc>
              <a:buFont typeface="Wingdings" panose="05000000000000000000" pitchFamily="2" charset="2"/>
              <a:buChar char="l"/>
            </a:pPr>
            <a:r>
              <a:rPr lang="zh-CN" altLang="en-US" sz="2000" dirty="0">
                <a:solidFill>
                  <a:srgbClr val="FFFFFF"/>
                </a:solidFill>
                <a:latin typeface="微软雅黑"/>
                <a:ea typeface="微软雅黑"/>
                <a:cs typeface="+mn-ea"/>
                <a:sym typeface="+mn-lt"/>
              </a:rPr>
              <a:t>展望</a:t>
            </a:r>
            <a:endParaRPr lang="en-US" altLang="zh-CN" sz="2000" dirty="0">
              <a:solidFill>
                <a:srgbClr val="FFFFFF"/>
              </a:solidFill>
              <a:latin typeface="微软雅黑"/>
              <a:ea typeface="微软雅黑"/>
              <a:cs typeface="+mn-ea"/>
              <a:sym typeface="+mn-lt"/>
            </a:endParaRPr>
          </a:p>
        </p:txBody>
      </p:sp>
      <p:sp>
        <p:nvSpPr>
          <p:cNvPr id="21" name="文本框 20">
            <a:extLst>
              <a:ext uri="{FF2B5EF4-FFF2-40B4-BE49-F238E27FC236}">
                <a16:creationId xmlns:a16="http://schemas.microsoft.com/office/drawing/2014/main" id="{7D569F2D-31CA-43A3-BD24-44257A3369D9}"/>
              </a:ext>
            </a:extLst>
          </p:cNvPr>
          <p:cNvSpPr txBox="1"/>
          <p:nvPr/>
        </p:nvSpPr>
        <p:spPr>
          <a:xfrm>
            <a:off x="5465220" y="2542035"/>
            <a:ext cx="1179188" cy="1106457"/>
          </a:xfrm>
          <a:prstGeom prst="rect">
            <a:avLst/>
          </a:prstGeom>
          <a:noFill/>
        </p:spPr>
        <p:txBody>
          <a:bodyPr wrap="square" rtlCol="0">
            <a:spAutoFit/>
          </a:bodyPr>
          <a:lstStyle/>
          <a:p>
            <a:pPr defTabSz="914378">
              <a:lnSpc>
                <a:spcPct val="120000"/>
              </a:lnSpc>
            </a:pPr>
            <a:r>
              <a:rPr lang="en-US" altLang="zh-CN" sz="6000" dirty="0">
                <a:solidFill>
                  <a:srgbClr val="FFFFFF"/>
                </a:solidFill>
                <a:latin typeface="微软雅黑"/>
                <a:ea typeface="微软雅黑"/>
                <a:cs typeface="+mn-ea"/>
                <a:sym typeface="+mn-lt"/>
              </a:rPr>
              <a:t>04</a:t>
            </a:r>
            <a:endParaRPr lang="zh-CN" altLang="en-US" sz="6000" dirty="0">
              <a:solidFill>
                <a:srgbClr val="FFFFFF"/>
              </a:solidFill>
              <a:latin typeface="微软雅黑"/>
              <a:ea typeface="微软雅黑"/>
              <a:cs typeface="+mn-ea"/>
              <a:sym typeface="+mn-lt"/>
            </a:endParaRPr>
          </a:p>
        </p:txBody>
      </p:sp>
      <p:cxnSp>
        <p:nvCxnSpPr>
          <p:cNvPr id="22" name="直接连接符 21">
            <a:extLst>
              <a:ext uri="{FF2B5EF4-FFF2-40B4-BE49-F238E27FC236}">
                <a16:creationId xmlns:a16="http://schemas.microsoft.com/office/drawing/2014/main" id="{4D35B84A-070E-4E0E-A92E-095FC4FDBA2F}"/>
              </a:ext>
            </a:extLst>
          </p:cNvPr>
          <p:cNvCxnSpPr>
            <a:cxnSpLocks/>
          </p:cNvCxnSpPr>
          <p:nvPr/>
        </p:nvCxnSpPr>
        <p:spPr>
          <a:xfrm>
            <a:off x="6569291" y="1347615"/>
            <a:ext cx="2070483" cy="3795886"/>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251AAC7F-6041-4F66-97D4-9421CBCB8217}"/>
              </a:ext>
            </a:extLst>
          </p:cNvPr>
          <p:cNvCxnSpPr/>
          <p:nvPr/>
        </p:nvCxnSpPr>
        <p:spPr>
          <a:xfrm>
            <a:off x="4113963" y="-740829"/>
            <a:ext cx="1296144" cy="2376264"/>
          </a:xfrm>
          <a:prstGeom prst="line">
            <a:avLst/>
          </a:prstGeom>
          <a:ln w="19050">
            <a:solidFill>
              <a:srgbClr val="01637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8917621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2" name="组合 61">
            <a:extLst>
              <a:ext uri="{FF2B5EF4-FFF2-40B4-BE49-F238E27FC236}">
                <a16:creationId xmlns:a16="http://schemas.microsoft.com/office/drawing/2014/main" id="{2F2309ED-BF25-46FA-B6B3-E4E33445C3A5}"/>
              </a:ext>
            </a:extLst>
          </p:cNvPr>
          <p:cNvGrpSpPr/>
          <p:nvPr/>
        </p:nvGrpSpPr>
        <p:grpSpPr>
          <a:xfrm>
            <a:off x="-21505" y="102494"/>
            <a:ext cx="3186955" cy="447238"/>
            <a:chOff x="-21505" y="102494"/>
            <a:chExt cx="2001217" cy="447237"/>
          </a:xfrm>
        </p:grpSpPr>
        <p:sp>
          <p:nvSpPr>
            <p:cNvPr id="60" name="矩形 1">
              <a:extLst>
                <a:ext uri="{FF2B5EF4-FFF2-40B4-BE49-F238E27FC236}">
                  <a16:creationId xmlns:a16="http://schemas.microsoft.com/office/drawing/2014/main" id="{72C485CC-2508-40A8-B97B-3FE6C671D4F6}"/>
                </a:ext>
              </a:extLst>
            </p:cNvPr>
            <p:cNvSpPr/>
            <p:nvPr/>
          </p:nvSpPr>
          <p:spPr>
            <a:xfrm>
              <a:off x="0" y="123478"/>
              <a:ext cx="1979712" cy="408931"/>
            </a:xfrm>
            <a:custGeom>
              <a:avLst/>
              <a:gdLst>
                <a:gd name="connsiteX0" fmla="*/ 0 w 4211960"/>
                <a:gd name="connsiteY0" fmla="*/ 0 h 2088232"/>
                <a:gd name="connsiteX1" fmla="*/ 4211960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101133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281963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319192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11960" h="2088232">
                  <a:moveTo>
                    <a:pt x="0" y="0"/>
                  </a:moveTo>
                  <a:lnTo>
                    <a:pt x="3319192" y="0"/>
                  </a:lnTo>
                  <a:lnTo>
                    <a:pt x="4211960" y="2088232"/>
                  </a:lnTo>
                  <a:lnTo>
                    <a:pt x="0" y="2088232"/>
                  </a:lnTo>
                  <a:lnTo>
                    <a:pt x="0" y="0"/>
                  </a:lnTo>
                  <a:close/>
                </a:path>
              </a:pathLst>
            </a:custGeom>
            <a:solidFill>
              <a:srgbClr val="0163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8">
                <a:lnSpc>
                  <a:spcPct val="120000"/>
                </a:lnSpc>
              </a:pPr>
              <a:endParaRPr lang="zh-CN" altLang="en-US" sz="2400">
                <a:solidFill>
                  <a:srgbClr val="FFFFFF"/>
                </a:solidFill>
                <a:latin typeface="微软雅黑"/>
                <a:ea typeface="微软雅黑"/>
                <a:cs typeface="+mn-ea"/>
                <a:sym typeface="+mn-lt"/>
              </a:endParaRPr>
            </a:p>
          </p:txBody>
        </p:sp>
        <p:sp>
          <p:nvSpPr>
            <p:cNvPr id="61" name="文本框 60">
              <a:extLst>
                <a:ext uri="{FF2B5EF4-FFF2-40B4-BE49-F238E27FC236}">
                  <a16:creationId xmlns:a16="http://schemas.microsoft.com/office/drawing/2014/main" id="{D99DF1AB-EC0A-4803-955A-135B15D8CB4F}"/>
                </a:ext>
              </a:extLst>
            </p:cNvPr>
            <p:cNvSpPr txBox="1"/>
            <p:nvPr/>
          </p:nvSpPr>
          <p:spPr>
            <a:xfrm>
              <a:off x="-21505" y="102494"/>
              <a:ext cx="1872208" cy="447237"/>
            </a:xfrm>
            <a:prstGeom prst="rect">
              <a:avLst/>
            </a:prstGeom>
            <a:noFill/>
          </p:spPr>
          <p:txBody>
            <a:bodyPr wrap="square" rtlCol="0">
              <a:spAutoFit/>
            </a:bodyPr>
            <a:lstStyle/>
            <a:p>
              <a:pPr defTabSz="914378">
                <a:lnSpc>
                  <a:spcPct val="120000"/>
                </a:lnSpc>
              </a:pPr>
              <a:r>
                <a:rPr lang="en-US" altLang="zh-CN" sz="2100" dirty="0">
                  <a:solidFill>
                    <a:srgbClr val="FFFFFF"/>
                  </a:solidFill>
                  <a:latin typeface="微软雅黑"/>
                  <a:ea typeface="微软雅黑"/>
                  <a:cs typeface="+mn-ea"/>
                  <a:sym typeface="+mn-lt"/>
                </a:rPr>
                <a:t>4.1  </a:t>
              </a:r>
              <a:r>
                <a:rPr lang="zh-CN" altLang="en-US" sz="2100" dirty="0">
                  <a:solidFill>
                    <a:srgbClr val="FFFFFF"/>
                  </a:solidFill>
                  <a:latin typeface="微软雅黑"/>
                  <a:ea typeface="微软雅黑"/>
                  <a:cs typeface="+mn-ea"/>
                  <a:sym typeface="+mn-lt"/>
                </a:rPr>
                <a:t>总结和创新点</a:t>
              </a:r>
            </a:p>
          </p:txBody>
        </p:sp>
      </p:grpSp>
      <p:sp>
        <p:nvSpPr>
          <p:cNvPr id="63" name="圆角矩形 20">
            <a:extLst>
              <a:ext uri="{FF2B5EF4-FFF2-40B4-BE49-F238E27FC236}">
                <a16:creationId xmlns:a16="http://schemas.microsoft.com/office/drawing/2014/main" id="{8EAEA583-69B5-4918-809C-F71E6D27AD36}"/>
              </a:ext>
            </a:extLst>
          </p:cNvPr>
          <p:cNvSpPr/>
          <p:nvPr/>
        </p:nvSpPr>
        <p:spPr>
          <a:xfrm>
            <a:off x="530405" y="980759"/>
            <a:ext cx="6652603" cy="641656"/>
          </a:xfrm>
          <a:prstGeom prst="roundRect">
            <a:avLst>
              <a:gd name="adj" fmla="val 6667"/>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685324">
              <a:lnSpc>
                <a:spcPct val="120000"/>
              </a:lnSpc>
            </a:pPr>
            <a:r>
              <a:rPr lang="zh-CN" altLang="en-US" sz="2000" b="1" dirty="0">
                <a:solidFill>
                  <a:schemeClr val="tx1"/>
                </a:solidFill>
                <a:latin typeface="Times New Roman" panose="02020603050405020304" pitchFamily="18" charset="0"/>
                <a:cs typeface="Times New Roman" panose="02020603050405020304" pitchFamily="18" charset="0"/>
                <a:sym typeface="+mn-lt"/>
              </a:rPr>
              <a:t>构建了地图知识图谱，设计了图谱使用方法</a:t>
            </a:r>
            <a:endParaRPr lang="en-US" altLang="zh-CN" sz="2000" b="1" dirty="0">
              <a:solidFill>
                <a:schemeClr val="tx1"/>
              </a:solidFill>
              <a:latin typeface="Times New Roman" panose="02020603050405020304" pitchFamily="18" charset="0"/>
              <a:cs typeface="Times New Roman" panose="02020603050405020304" pitchFamily="18" charset="0"/>
              <a:sym typeface="+mn-lt"/>
            </a:endParaRPr>
          </a:p>
          <a:p>
            <a:pPr lvl="0" defTabSz="685324">
              <a:lnSpc>
                <a:spcPct val="120000"/>
              </a:lnSpc>
            </a:pPr>
            <a:r>
              <a:rPr lang="zh-CN" altLang="en-US" sz="1600" dirty="0">
                <a:solidFill>
                  <a:srgbClr val="000000"/>
                </a:solidFill>
                <a:latin typeface="Times New Roman" panose="02020603050405020304" pitchFamily="18" charset="0"/>
                <a:cs typeface="Times New Roman" panose="02020603050405020304" pitchFamily="18" charset="0"/>
                <a:sym typeface="+mn-lt"/>
              </a:rPr>
              <a:t>构建了地图知识图谱本体，并且利用</a:t>
            </a:r>
            <a:r>
              <a:rPr lang="en-US" altLang="zh-CN" sz="1600" dirty="0">
                <a:solidFill>
                  <a:srgbClr val="000000"/>
                </a:solidFill>
                <a:latin typeface="Times New Roman" panose="02020603050405020304" pitchFamily="18" charset="0"/>
                <a:cs typeface="Times New Roman" panose="02020603050405020304" pitchFamily="18" charset="0"/>
                <a:sym typeface="+mn-lt"/>
              </a:rPr>
              <a:t>LLM</a:t>
            </a:r>
            <a:r>
              <a:rPr lang="zh-CN" altLang="en-US" sz="1600" dirty="0">
                <a:solidFill>
                  <a:srgbClr val="000000"/>
                </a:solidFill>
                <a:latin typeface="Times New Roman" panose="02020603050405020304" pitchFamily="18" charset="0"/>
                <a:cs typeface="Times New Roman" panose="02020603050405020304" pitchFamily="18" charset="0"/>
                <a:sym typeface="+mn-lt"/>
              </a:rPr>
              <a:t>实现了制图知识的自动化获取</a:t>
            </a:r>
            <a:endParaRPr lang="en-US" altLang="zh-CN" sz="2000" b="1" dirty="0">
              <a:solidFill>
                <a:schemeClr val="tx1"/>
              </a:solidFill>
              <a:latin typeface="Times New Roman" panose="02020603050405020304" pitchFamily="18" charset="0"/>
              <a:cs typeface="Times New Roman" panose="02020603050405020304" pitchFamily="18" charset="0"/>
              <a:sym typeface="+mn-lt"/>
            </a:endParaRPr>
          </a:p>
        </p:txBody>
      </p:sp>
      <p:sp>
        <p:nvSpPr>
          <p:cNvPr id="21" name="圆角矩形 20">
            <a:extLst>
              <a:ext uri="{FF2B5EF4-FFF2-40B4-BE49-F238E27FC236}">
                <a16:creationId xmlns:a16="http://schemas.microsoft.com/office/drawing/2014/main" id="{68D29508-18F1-404C-B21B-81F079D00C7A}"/>
              </a:ext>
            </a:extLst>
          </p:cNvPr>
          <p:cNvSpPr/>
          <p:nvPr/>
        </p:nvSpPr>
        <p:spPr>
          <a:xfrm>
            <a:off x="536619" y="2490621"/>
            <a:ext cx="5577793" cy="641656"/>
          </a:xfrm>
          <a:prstGeom prst="roundRect">
            <a:avLst>
              <a:gd name="adj" fmla="val 6667"/>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685324">
              <a:lnSpc>
                <a:spcPct val="120000"/>
              </a:lnSpc>
            </a:pPr>
            <a:r>
              <a:rPr lang="zh-CN" altLang="en-US" sz="2000" b="1" dirty="0">
                <a:solidFill>
                  <a:schemeClr val="tx1"/>
                </a:solidFill>
                <a:latin typeface="Times New Roman" panose="02020603050405020304" pitchFamily="18" charset="0"/>
                <a:cs typeface="Times New Roman" panose="02020603050405020304" pitchFamily="18" charset="0"/>
                <a:sym typeface="+mn-lt"/>
              </a:rPr>
              <a:t>研究了</a:t>
            </a:r>
            <a:r>
              <a:rPr lang="en-US" altLang="zh-CN" sz="2000" b="1" dirty="0">
                <a:solidFill>
                  <a:schemeClr val="tx1"/>
                </a:solidFill>
                <a:latin typeface="Times New Roman" panose="02020603050405020304" pitchFamily="18" charset="0"/>
                <a:cs typeface="Times New Roman" panose="02020603050405020304" pitchFamily="18" charset="0"/>
                <a:sym typeface="+mn-lt"/>
              </a:rPr>
              <a:t>LLM</a:t>
            </a:r>
            <a:r>
              <a:rPr lang="zh-CN" altLang="en-US" sz="2000" b="1" dirty="0">
                <a:solidFill>
                  <a:schemeClr val="tx1"/>
                </a:solidFill>
                <a:latin typeface="Times New Roman" panose="02020603050405020304" pitchFamily="18" charset="0"/>
                <a:cs typeface="Times New Roman" panose="02020603050405020304" pitchFamily="18" charset="0"/>
                <a:sym typeface="+mn-lt"/>
              </a:rPr>
              <a:t>在制图领域的应用方法</a:t>
            </a:r>
            <a:endParaRPr lang="en-US" altLang="zh-CN" sz="2000" b="1" dirty="0">
              <a:solidFill>
                <a:schemeClr val="tx1"/>
              </a:solidFill>
              <a:latin typeface="Times New Roman" panose="02020603050405020304" pitchFamily="18" charset="0"/>
              <a:cs typeface="Times New Roman" panose="02020603050405020304" pitchFamily="18" charset="0"/>
              <a:sym typeface="+mn-lt"/>
            </a:endParaRPr>
          </a:p>
          <a:p>
            <a:pPr defTabSz="685324">
              <a:lnSpc>
                <a:spcPct val="120000"/>
              </a:lnSpc>
            </a:pPr>
            <a:r>
              <a:rPr lang="zh-CN" altLang="en-US" sz="1600" dirty="0">
                <a:solidFill>
                  <a:schemeClr val="tx1"/>
                </a:solidFill>
                <a:latin typeface="Times New Roman" panose="02020603050405020304" pitchFamily="18" charset="0"/>
                <a:cs typeface="Times New Roman" panose="02020603050405020304" pitchFamily="18" charset="0"/>
                <a:sym typeface="+mn-lt"/>
              </a:rPr>
              <a:t>对</a:t>
            </a:r>
            <a:r>
              <a:rPr lang="en-US" altLang="zh-CN" sz="1600" dirty="0">
                <a:solidFill>
                  <a:schemeClr val="tx1"/>
                </a:solidFill>
                <a:latin typeface="Times New Roman" panose="02020603050405020304" pitchFamily="18" charset="0"/>
                <a:cs typeface="Times New Roman" panose="02020603050405020304" pitchFamily="18" charset="0"/>
                <a:sym typeface="+mn-lt"/>
              </a:rPr>
              <a:t>LLM</a:t>
            </a:r>
            <a:r>
              <a:rPr lang="zh-CN" altLang="en-US" sz="1600" dirty="0">
                <a:solidFill>
                  <a:schemeClr val="tx1"/>
                </a:solidFill>
                <a:latin typeface="Times New Roman" panose="02020603050405020304" pitchFamily="18" charset="0"/>
                <a:cs typeface="Times New Roman" panose="02020603050405020304" pitchFamily="18" charset="0"/>
                <a:sym typeface="+mn-lt"/>
              </a:rPr>
              <a:t>的制图能力进行了试验，并分析了</a:t>
            </a:r>
            <a:r>
              <a:rPr lang="en-US" altLang="zh-CN" sz="1600" dirty="0">
                <a:solidFill>
                  <a:schemeClr val="tx1"/>
                </a:solidFill>
                <a:latin typeface="Times New Roman" panose="02020603050405020304" pitchFamily="18" charset="0"/>
                <a:cs typeface="Times New Roman" panose="02020603050405020304" pitchFamily="18" charset="0"/>
                <a:sym typeface="+mn-lt"/>
              </a:rPr>
              <a:t>LLM</a:t>
            </a:r>
            <a:r>
              <a:rPr lang="zh-CN" altLang="en-US" sz="1600" dirty="0">
                <a:solidFill>
                  <a:schemeClr val="tx1"/>
                </a:solidFill>
                <a:latin typeface="Times New Roman" panose="02020603050405020304" pitchFamily="18" charset="0"/>
                <a:cs typeface="Times New Roman" panose="02020603050405020304" pitchFamily="18" charset="0"/>
                <a:sym typeface="+mn-lt"/>
              </a:rPr>
              <a:t>增强方法如何与现有制图领域融合</a:t>
            </a:r>
            <a:endParaRPr lang="en-US" altLang="zh-CN" sz="1600" dirty="0">
              <a:solidFill>
                <a:schemeClr val="tx1"/>
              </a:solidFill>
              <a:latin typeface="Times New Roman" panose="02020603050405020304" pitchFamily="18" charset="0"/>
              <a:cs typeface="Times New Roman" panose="02020603050405020304" pitchFamily="18" charset="0"/>
              <a:sym typeface="+mn-lt"/>
            </a:endParaRPr>
          </a:p>
          <a:p>
            <a:pPr defTabSz="685324">
              <a:lnSpc>
                <a:spcPct val="120000"/>
              </a:lnSpc>
            </a:pPr>
            <a:endParaRPr lang="zh-CN" altLang="en-US" sz="2000" b="1" dirty="0">
              <a:solidFill>
                <a:schemeClr val="tx1"/>
              </a:solidFill>
              <a:latin typeface="Times New Roman" panose="02020603050405020304" pitchFamily="18" charset="0"/>
              <a:cs typeface="Times New Roman" panose="02020603050405020304" pitchFamily="18" charset="0"/>
              <a:sym typeface="+mn-lt"/>
            </a:endParaRPr>
          </a:p>
        </p:txBody>
      </p:sp>
      <p:sp>
        <p:nvSpPr>
          <p:cNvPr id="22" name="圆角矩形 20">
            <a:extLst>
              <a:ext uri="{FF2B5EF4-FFF2-40B4-BE49-F238E27FC236}">
                <a16:creationId xmlns:a16="http://schemas.microsoft.com/office/drawing/2014/main" id="{982E05D4-7D45-4B5C-97A4-6D8EF5C31F56}"/>
              </a:ext>
            </a:extLst>
          </p:cNvPr>
          <p:cNvSpPr/>
          <p:nvPr/>
        </p:nvSpPr>
        <p:spPr>
          <a:xfrm>
            <a:off x="537647" y="3544398"/>
            <a:ext cx="6283154" cy="749201"/>
          </a:xfrm>
          <a:prstGeom prst="roundRect">
            <a:avLst>
              <a:gd name="adj" fmla="val 6667"/>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685324">
              <a:lnSpc>
                <a:spcPct val="120000"/>
              </a:lnSpc>
            </a:pPr>
            <a:r>
              <a:rPr lang="zh-CN" altLang="en-US" sz="2000" b="1" dirty="0">
                <a:solidFill>
                  <a:schemeClr val="tx1"/>
                </a:solidFill>
                <a:latin typeface="Times New Roman" panose="02020603050405020304" pitchFamily="18" charset="0"/>
                <a:cs typeface="Times New Roman" panose="02020603050405020304" pitchFamily="18" charset="0"/>
                <a:sym typeface="+mn-lt"/>
              </a:rPr>
              <a:t>设计了融合</a:t>
            </a:r>
            <a:r>
              <a:rPr lang="en-US" altLang="zh-CN" sz="2000" b="1" dirty="0">
                <a:solidFill>
                  <a:schemeClr val="tx1"/>
                </a:solidFill>
                <a:latin typeface="Times New Roman" panose="02020603050405020304" pitchFamily="18" charset="0"/>
                <a:cs typeface="Times New Roman" panose="02020603050405020304" pitchFamily="18" charset="0"/>
                <a:sym typeface="+mn-lt"/>
              </a:rPr>
              <a:t>LLM</a:t>
            </a:r>
            <a:r>
              <a:rPr lang="zh-CN" altLang="en-US" sz="2000" b="1" dirty="0">
                <a:solidFill>
                  <a:schemeClr val="tx1"/>
                </a:solidFill>
                <a:latin typeface="Times New Roman" panose="02020603050405020304" pitchFamily="18" charset="0"/>
                <a:cs typeface="Times New Roman" panose="02020603050405020304" pitchFamily="18" charset="0"/>
                <a:sym typeface="+mn-lt"/>
              </a:rPr>
              <a:t>和地图知识图谱的自动化制图框架</a:t>
            </a:r>
            <a:endParaRPr lang="en-US" altLang="zh-CN" sz="2000" b="1" dirty="0">
              <a:solidFill>
                <a:schemeClr val="tx1"/>
              </a:solidFill>
              <a:latin typeface="Times New Roman" panose="02020603050405020304" pitchFamily="18" charset="0"/>
              <a:cs typeface="Times New Roman" panose="02020603050405020304" pitchFamily="18" charset="0"/>
              <a:sym typeface="+mn-lt"/>
            </a:endParaRPr>
          </a:p>
          <a:p>
            <a:pPr defTabSz="685324">
              <a:lnSpc>
                <a:spcPct val="120000"/>
              </a:lnSpc>
            </a:pPr>
            <a:r>
              <a:rPr lang="zh-CN" altLang="en-US" sz="1600" dirty="0">
                <a:solidFill>
                  <a:schemeClr val="tx1"/>
                </a:solidFill>
                <a:latin typeface="Times New Roman" panose="02020603050405020304" pitchFamily="18" charset="0"/>
                <a:cs typeface="Times New Roman" panose="02020603050405020304" pitchFamily="18" charset="0"/>
                <a:sym typeface="+mn-lt"/>
              </a:rPr>
              <a:t>利用</a:t>
            </a:r>
            <a:r>
              <a:rPr lang="en-US" altLang="zh-CN" sz="1600" dirty="0">
                <a:solidFill>
                  <a:schemeClr val="tx1"/>
                </a:solidFill>
                <a:latin typeface="Times New Roman" panose="02020603050405020304" pitchFamily="18" charset="0"/>
                <a:cs typeface="Times New Roman" panose="02020603050405020304" pitchFamily="18" charset="0"/>
                <a:sym typeface="+mn-lt"/>
              </a:rPr>
              <a:t>LangChain</a:t>
            </a:r>
            <a:r>
              <a:rPr lang="zh-CN" altLang="en-US" sz="1600" dirty="0">
                <a:solidFill>
                  <a:schemeClr val="tx1"/>
                </a:solidFill>
                <a:latin typeface="Times New Roman" panose="02020603050405020304" pitchFamily="18" charset="0"/>
                <a:cs typeface="Times New Roman" panose="02020603050405020304" pitchFamily="18" charset="0"/>
                <a:sym typeface="+mn-lt"/>
              </a:rPr>
              <a:t>构建了制图工具，进行了武汉市交通地图实践，</a:t>
            </a:r>
            <a:endParaRPr lang="en-US" altLang="zh-CN" sz="2000" dirty="0">
              <a:solidFill>
                <a:schemeClr val="tx1"/>
              </a:solidFill>
              <a:latin typeface="Times New Roman" panose="02020603050405020304" pitchFamily="18" charset="0"/>
              <a:cs typeface="Times New Roman" panose="02020603050405020304" pitchFamily="18" charset="0"/>
              <a:sym typeface="+mn-lt"/>
            </a:endParaRPr>
          </a:p>
        </p:txBody>
      </p:sp>
      <p:grpSp>
        <p:nvGrpSpPr>
          <p:cNvPr id="4" name="组合 3">
            <a:extLst>
              <a:ext uri="{FF2B5EF4-FFF2-40B4-BE49-F238E27FC236}">
                <a16:creationId xmlns:a16="http://schemas.microsoft.com/office/drawing/2014/main" id="{2B470CC1-308B-4BE5-BD51-0396999B059D}"/>
              </a:ext>
            </a:extLst>
          </p:cNvPr>
          <p:cNvGrpSpPr/>
          <p:nvPr/>
        </p:nvGrpSpPr>
        <p:grpSpPr>
          <a:xfrm>
            <a:off x="6732240" y="1999947"/>
            <a:ext cx="2103219" cy="2164551"/>
            <a:chOff x="6779858" y="1635646"/>
            <a:chExt cx="2103219" cy="2164551"/>
          </a:xfrm>
        </p:grpSpPr>
        <p:grpSp>
          <p:nvGrpSpPr>
            <p:cNvPr id="24" name="íŝľíḓé">
              <a:extLst>
                <a:ext uri="{FF2B5EF4-FFF2-40B4-BE49-F238E27FC236}">
                  <a16:creationId xmlns:a16="http://schemas.microsoft.com/office/drawing/2014/main" id="{D99EE358-B489-44FC-914B-15658BE8A278}"/>
                </a:ext>
              </a:extLst>
            </p:cNvPr>
            <p:cNvGrpSpPr/>
            <p:nvPr/>
          </p:nvGrpSpPr>
          <p:grpSpPr>
            <a:xfrm>
              <a:off x="6779858" y="1635646"/>
              <a:ext cx="2103219" cy="2164551"/>
              <a:chOff x="5546722" y="1232756"/>
              <a:chExt cx="5470460" cy="5629985"/>
            </a:xfrm>
          </p:grpSpPr>
          <p:sp>
            <p:nvSpPr>
              <p:cNvPr id="26" name="îŝ1ïḓé">
                <a:extLst>
                  <a:ext uri="{FF2B5EF4-FFF2-40B4-BE49-F238E27FC236}">
                    <a16:creationId xmlns:a16="http://schemas.microsoft.com/office/drawing/2014/main" id="{4F1FD8E3-57D7-43F3-B172-C0557811AF41}"/>
                  </a:ext>
                </a:extLst>
              </p:cNvPr>
              <p:cNvSpPr/>
              <p:nvPr/>
            </p:nvSpPr>
            <p:spPr bwMode="auto">
              <a:xfrm>
                <a:off x="10304166" y="3118975"/>
                <a:ext cx="290917" cy="188148"/>
              </a:xfrm>
              <a:custGeom>
                <a:avLst/>
                <a:gdLst>
                  <a:gd name="T0" fmla="*/ 0 w 51"/>
                  <a:gd name="T1" fmla="*/ 1 h 33"/>
                  <a:gd name="T2" fmla="*/ 17 w 51"/>
                  <a:gd name="T3" fmla="*/ 15 h 33"/>
                  <a:gd name="T4" fmla="*/ 22 w 51"/>
                  <a:gd name="T5" fmla="*/ 15 h 33"/>
                  <a:gd name="T6" fmla="*/ 22 w 51"/>
                  <a:gd name="T7" fmla="*/ 26 h 33"/>
                  <a:gd name="T8" fmla="*/ 16 w 51"/>
                  <a:gd name="T9" fmla="*/ 26 h 33"/>
                  <a:gd name="T10" fmla="*/ 16 w 51"/>
                  <a:gd name="T11" fmla="*/ 33 h 33"/>
                  <a:gd name="T12" fmla="*/ 36 w 51"/>
                  <a:gd name="T13" fmla="*/ 33 h 33"/>
                  <a:gd name="T14" fmla="*/ 36 w 51"/>
                  <a:gd name="T15" fmla="*/ 26 h 33"/>
                  <a:gd name="T16" fmla="*/ 29 w 51"/>
                  <a:gd name="T17" fmla="*/ 26 h 33"/>
                  <a:gd name="T18" fmla="*/ 29 w 51"/>
                  <a:gd name="T19" fmla="*/ 15 h 33"/>
                  <a:gd name="T20" fmla="*/ 35 w 51"/>
                  <a:gd name="T21" fmla="*/ 15 h 33"/>
                  <a:gd name="T22" fmla="*/ 51 w 51"/>
                  <a:gd name="T23" fmla="*/ 1 h 33"/>
                  <a:gd name="T24" fmla="*/ 45 w 51"/>
                  <a:gd name="T25" fmla="*/ 0 h 33"/>
                  <a:gd name="T26" fmla="*/ 35 w 51"/>
                  <a:gd name="T27" fmla="*/ 9 h 33"/>
                  <a:gd name="T28" fmla="*/ 17 w 51"/>
                  <a:gd name="T29" fmla="*/ 9 h 33"/>
                  <a:gd name="T30" fmla="*/ 7 w 51"/>
                  <a:gd name="T31" fmla="*/ 0 h 33"/>
                  <a:gd name="T32" fmla="*/ 0 w 51"/>
                  <a:gd name="T33" fmla="*/ 1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1" h="33">
                    <a:moveTo>
                      <a:pt x="0" y="1"/>
                    </a:moveTo>
                    <a:cubicBezTo>
                      <a:pt x="2" y="9"/>
                      <a:pt x="9" y="15"/>
                      <a:pt x="17" y="15"/>
                    </a:cubicBezTo>
                    <a:cubicBezTo>
                      <a:pt x="22" y="15"/>
                      <a:pt x="22" y="15"/>
                      <a:pt x="22" y="15"/>
                    </a:cubicBezTo>
                    <a:cubicBezTo>
                      <a:pt x="22" y="26"/>
                      <a:pt x="22" y="26"/>
                      <a:pt x="22" y="26"/>
                    </a:cubicBezTo>
                    <a:cubicBezTo>
                      <a:pt x="16" y="26"/>
                      <a:pt x="16" y="26"/>
                      <a:pt x="16" y="26"/>
                    </a:cubicBezTo>
                    <a:cubicBezTo>
                      <a:pt x="16" y="33"/>
                      <a:pt x="16" y="33"/>
                      <a:pt x="16" y="33"/>
                    </a:cubicBezTo>
                    <a:cubicBezTo>
                      <a:pt x="36" y="33"/>
                      <a:pt x="36" y="33"/>
                      <a:pt x="36" y="33"/>
                    </a:cubicBezTo>
                    <a:cubicBezTo>
                      <a:pt x="36" y="26"/>
                      <a:pt x="36" y="26"/>
                      <a:pt x="36" y="26"/>
                    </a:cubicBezTo>
                    <a:cubicBezTo>
                      <a:pt x="29" y="26"/>
                      <a:pt x="29" y="26"/>
                      <a:pt x="29" y="26"/>
                    </a:cubicBezTo>
                    <a:cubicBezTo>
                      <a:pt x="29" y="15"/>
                      <a:pt x="29" y="15"/>
                      <a:pt x="29" y="15"/>
                    </a:cubicBezTo>
                    <a:cubicBezTo>
                      <a:pt x="35" y="15"/>
                      <a:pt x="35" y="15"/>
                      <a:pt x="35" y="15"/>
                    </a:cubicBezTo>
                    <a:cubicBezTo>
                      <a:pt x="43" y="15"/>
                      <a:pt x="50" y="8"/>
                      <a:pt x="51" y="1"/>
                    </a:cubicBezTo>
                    <a:cubicBezTo>
                      <a:pt x="45" y="0"/>
                      <a:pt x="45" y="0"/>
                      <a:pt x="45" y="0"/>
                    </a:cubicBezTo>
                    <a:cubicBezTo>
                      <a:pt x="44" y="4"/>
                      <a:pt x="39" y="9"/>
                      <a:pt x="35" y="9"/>
                    </a:cubicBezTo>
                    <a:cubicBezTo>
                      <a:pt x="17" y="9"/>
                      <a:pt x="17" y="9"/>
                      <a:pt x="17" y="9"/>
                    </a:cubicBezTo>
                    <a:cubicBezTo>
                      <a:pt x="13" y="9"/>
                      <a:pt x="8" y="5"/>
                      <a:pt x="7" y="0"/>
                    </a:cubicBezTo>
                    <a:lnTo>
                      <a:pt x="0" y="1"/>
                    </a:lnTo>
                    <a:close/>
                  </a:path>
                </a:pathLst>
              </a:custGeom>
              <a:solidFill>
                <a:schemeClr val="bg1">
                  <a:lumMod val="95000"/>
                </a:schemeClr>
              </a:solidFill>
              <a:ln>
                <a:noFill/>
              </a:ln>
              <a:extLst>
                <a:ext uri="{91240B29-F687-4f45-9708-019B960494DF}">
                  <a14:hiddenLine xmlns="" xmlns:lc="http://schemas.openxmlformats.org/drawingml/2006/lockedCanvas" xmlns:a14="http://schemas.microsoft.com/office/drawing/2010/main" xmlns:p14="http://schemas.microsoft.com/office/powerpoint/2010/main" xmlns:a16="http://schemas.microsoft.com/office/drawing/2014/main" w="9525">
                    <a:solidFill>
                      <a:srgbClr val="000000"/>
                    </a:solidFill>
                    <a:round/>
                    <a:headEnd/>
                    <a:tailEnd/>
                  </a14:hiddenLine>
                </a:ext>
              </a:extLst>
            </p:spPr>
            <p:txBody>
              <a:bodyPr anchor="ctr"/>
              <a:lstStyle/>
              <a:p>
                <a:pPr algn="ctr">
                  <a:lnSpc>
                    <a:spcPct val="120000"/>
                  </a:lnSpc>
                </a:pPr>
                <a:endParaRPr sz="3200">
                  <a:cs typeface="+mn-ea"/>
                  <a:sym typeface="+mn-lt"/>
                </a:endParaRPr>
              </a:p>
            </p:txBody>
          </p:sp>
          <p:sp>
            <p:nvSpPr>
              <p:cNvPr id="29" name="ïṡ1iḓé">
                <a:extLst>
                  <a:ext uri="{FF2B5EF4-FFF2-40B4-BE49-F238E27FC236}">
                    <a16:creationId xmlns:a16="http://schemas.microsoft.com/office/drawing/2014/main" id="{7316E5AF-71A1-4B99-A990-791DF1040D98}"/>
                  </a:ext>
                </a:extLst>
              </p:cNvPr>
              <p:cNvSpPr/>
              <p:nvPr/>
            </p:nvSpPr>
            <p:spPr bwMode="auto">
              <a:xfrm>
                <a:off x="10168194" y="2913437"/>
                <a:ext cx="129648" cy="142296"/>
              </a:xfrm>
              <a:custGeom>
                <a:avLst/>
                <a:gdLst>
                  <a:gd name="T0" fmla="*/ 19 w 23"/>
                  <a:gd name="T1" fmla="*/ 17 h 25"/>
                  <a:gd name="T2" fmla="*/ 20 w 23"/>
                  <a:gd name="T3" fmla="*/ 16 h 25"/>
                  <a:gd name="T4" fmla="*/ 22 w 23"/>
                  <a:gd name="T5" fmla="*/ 16 h 25"/>
                  <a:gd name="T6" fmla="*/ 23 w 23"/>
                  <a:gd name="T7" fmla="*/ 13 h 25"/>
                  <a:gd name="T8" fmla="*/ 22 w 23"/>
                  <a:gd name="T9" fmla="*/ 7 h 25"/>
                  <a:gd name="T10" fmla="*/ 17 w 23"/>
                  <a:gd name="T11" fmla="*/ 12 h 25"/>
                  <a:gd name="T12" fmla="*/ 15 w 23"/>
                  <a:gd name="T13" fmla="*/ 14 h 25"/>
                  <a:gd name="T14" fmla="*/ 15 w 23"/>
                  <a:gd name="T15" fmla="*/ 12 h 25"/>
                  <a:gd name="T16" fmla="*/ 17 w 23"/>
                  <a:gd name="T17" fmla="*/ 8 h 25"/>
                  <a:gd name="T18" fmla="*/ 15 w 23"/>
                  <a:gd name="T19" fmla="*/ 5 h 25"/>
                  <a:gd name="T20" fmla="*/ 11 w 23"/>
                  <a:gd name="T21" fmla="*/ 0 h 25"/>
                  <a:gd name="T22" fmla="*/ 11 w 23"/>
                  <a:gd name="T23" fmla="*/ 0 h 25"/>
                  <a:gd name="T24" fmla="*/ 11 w 23"/>
                  <a:gd name="T25" fmla="*/ 0 h 25"/>
                  <a:gd name="T26" fmla="*/ 11 w 23"/>
                  <a:gd name="T27" fmla="*/ 0 h 25"/>
                  <a:gd name="T28" fmla="*/ 11 w 23"/>
                  <a:gd name="T29" fmla="*/ 0 h 25"/>
                  <a:gd name="T30" fmla="*/ 7 w 23"/>
                  <a:gd name="T31" fmla="*/ 5 h 25"/>
                  <a:gd name="T32" fmla="*/ 5 w 23"/>
                  <a:gd name="T33" fmla="*/ 8 h 25"/>
                  <a:gd name="T34" fmla="*/ 7 w 23"/>
                  <a:gd name="T35" fmla="*/ 12 h 25"/>
                  <a:gd name="T36" fmla="*/ 7 w 23"/>
                  <a:gd name="T37" fmla="*/ 14 h 25"/>
                  <a:gd name="T38" fmla="*/ 5 w 23"/>
                  <a:gd name="T39" fmla="*/ 12 h 25"/>
                  <a:gd name="T40" fmla="*/ 0 w 23"/>
                  <a:gd name="T41" fmla="*/ 7 h 25"/>
                  <a:gd name="T42" fmla="*/ 0 w 23"/>
                  <a:gd name="T43" fmla="*/ 13 h 25"/>
                  <a:gd name="T44" fmla="*/ 0 w 23"/>
                  <a:gd name="T45" fmla="*/ 16 h 25"/>
                  <a:gd name="T46" fmla="*/ 2 w 23"/>
                  <a:gd name="T47" fmla="*/ 16 h 25"/>
                  <a:gd name="T48" fmla="*/ 4 w 23"/>
                  <a:gd name="T49" fmla="*/ 17 h 25"/>
                  <a:gd name="T50" fmla="*/ 3 w 23"/>
                  <a:gd name="T51" fmla="*/ 18 h 25"/>
                  <a:gd name="T52" fmla="*/ 0 w 23"/>
                  <a:gd name="T53" fmla="*/ 17 h 25"/>
                  <a:gd name="T54" fmla="*/ 5 w 23"/>
                  <a:gd name="T55" fmla="*/ 24 h 25"/>
                  <a:gd name="T56" fmla="*/ 7 w 23"/>
                  <a:gd name="T57" fmla="*/ 24 h 25"/>
                  <a:gd name="T58" fmla="*/ 10 w 23"/>
                  <a:gd name="T59" fmla="*/ 22 h 25"/>
                  <a:gd name="T60" fmla="*/ 11 w 23"/>
                  <a:gd name="T61" fmla="*/ 22 h 25"/>
                  <a:gd name="T62" fmla="*/ 11 w 23"/>
                  <a:gd name="T63" fmla="*/ 21 h 25"/>
                  <a:gd name="T64" fmla="*/ 11 w 23"/>
                  <a:gd name="T65" fmla="*/ 11 h 25"/>
                  <a:gd name="T66" fmla="*/ 12 w 23"/>
                  <a:gd name="T67" fmla="*/ 21 h 25"/>
                  <a:gd name="T68" fmla="*/ 12 w 23"/>
                  <a:gd name="T69" fmla="*/ 22 h 25"/>
                  <a:gd name="T70" fmla="*/ 12 w 23"/>
                  <a:gd name="T71" fmla="*/ 22 h 25"/>
                  <a:gd name="T72" fmla="*/ 15 w 23"/>
                  <a:gd name="T73" fmla="*/ 24 h 25"/>
                  <a:gd name="T74" fmla="*/ 17 w 23"/>
                  <a:gd name="T75" fmla="*/ 24 h 25"/>
                  <a:gd name="T76" fmla="*/ 23 w 23"/>
                  <a:gd name="T77" fmla="*/ 17 h 25"/>
                  <a:gd name="T78" fmla="*/ 19 w 23"/>
                  <a:gd name="T79" fmla="*/ 18 h 25"/>
                  <a:gd name="T80" fmla="*/ 19 w 23"/>
                  <a:gd name="T81" fmla="*/ 17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3" h="25">
                    <a:moveTo>
                      <a:pt x="19" y="17"/>
                    </a:moveTo>
                    <a:cubicBezTo>
                      <a:pt x="19" y="17"/>
                      <a:pt x="20" y="17"/>
                      <a:pt x="20" y="16"/>
                    </a:cubicBezTo>
                    <a:cubicBezTo>
                      <a:pt x="21" y="16"/>
                      <a:pt x="22" y="16"/>
                      <a:pt x="22" y="16"/>
                    </a:cubicBezTo>
                    <a:cubicBezTo>
                      <a:pt x="23" y="15"/>
                      <a:pt x="23" y="14"/>
                      <a:pt x="23" y="13"/>
                    </a:cubicBezTo>
                    <a:cubicBezTo>
                      <a:pt x="22" y="11"/>
                      <a:pt x="22" y="9"/>
                      <a:pt x="22" y="7"/>
                    </a:cubicBezTo>
                    <a:cubicBezTo>
                      <a:pt x="20" y="9"/>
                      <a:pt x="17" y="9"/>
                      <a:pt x="17" y="12"/>
                    </a:cubicBezTo>
                    <a:cubicBezTo>
                      <a:pt x="17" y="12"/>
                      <a:pt x="16" y="14"/>
                      <a:pt x="15" y="14"/>
                    </a:cubicBezTo>
                    <a:cubicBezTo>
                      <a:pt x="14" y="13"/>
                      <a:pt x="15" y="12"/>
                      <a:pt x="15" y="12"/>
                    </a:cubicBezTo>
                    <a:cubicBezTo>
                      <a:pt x="16" y="11"/>
                      <a:pt x="17" y="10"/>
                      <a:pt x="17" y="8"/>
                    </a:cubicBezTo>
                    <a:cubicBezTo>
                      <a:pt x="17" y="7"/>
                      <a:pt x="16" y="6"/>
                      <a:pt x="15" y="5"/>
                    </a:cubicBezTo>
                    <a:cubicBezTo>
                      <a:pt x="14" y="3"/>
                      <a:pt x="12" y="2"/>
                      <a:pt x="11" y="0"/>
                    </a:cubicBezTo>
                    <a:cubicBezTo>
                      <a:pt x="11" y="0"/>
                      <a:pt x="11" y="0"/>
                      <a:pt x="11" y="0"/>
                    </a:cubicBezTo>
                    <a:cubicBezTo>
                      <a:pt x="11" y="0"/>
                      <a:pt x="11" y="0"/>
                      <a:pt x="11" y="0"/>
                    </a:cubicBezTo>
                    <a:cubicBezTo>
                      <a:pt x="11" y="0"/>
                      <a:pt x="11" y="0"/>
                      <a:pt x="11" y="0"/>
                    </a:cubicBezTo>
                    <a:cubicBezTo>
                      <a:pt x="11" y="0"/>
                      <a:pt x="11" y="0"/>
                      <a:pt x="11" y="0"/>
                    </a:cubicBezTo>
                    <a:cubicBezTo>
                      <a:pt x="10" y="2"/>
                      <a:pt x="8" y="3"/>
                      <a:pt x="7" y="5"/>
                    </a:cubicBezTo>
                    <a:cubicBezTo>
                      <a:pt x="6" y="6"/>
                      <a:pt x="5" y="7"/>
                      <a:pt x="5" y="8"/>
                    </a:cubicBezTo>
                    <a:cubicBezTo>
                      <a:pt x="5" y="10"/>
                      <a:pt x="6" y="11"/>
                      <a:pt x="7" y="12"/>
                    </a:cubicBezTo>
                    <a:cubicBezTo>
                      <a:pt x="7" y="12"/>
                      <a:pt x="8" y="13"/>
                      <a:pt x="7" y="14"/>
                    </a:cubicBezTo>
                    <a:cubicBezTo>
                      <a:pt x="6" y="14"/>
                      <a:pt x="6" y="12"/>
                      <a:pt x="5" y="12"/>
                    </a:cubicBezTo>
                    <a:cubicBezTo>
                      <a:pt x="5" y="9"/>
                      <a:pt x="2" y="9"/>
                      <a:pt x="0" y="7"/>
                    </a:cubicBezTo>
                    <a:cubicBezTo>
                      <a:pt x="0" y="9"/>
                      <a:pt x="0" y="11"/>
                      <a:pt x="0" y="13"/>
                    </a:cubicBezTo>
                    <a:cubicBezTo>
                      <a:pt x="0" y="14"/>
                      <a:pt x="0" y="15"/>
                      <a:pt x="0" y="16"/>
                    </a:cubicBezTo>
                    <a:cubicBezTo>
                      <a:pt x="1" y="16"/>
                      <a:pt x="1" y="16"/>
                      <a:pt x="2" y="16"/>
                    </a:cubicBezTo>
                    <a:cubicBezTo>
                      <a:pt x="2" y="17"/>
                      <a:pt x="3" y="17"/>
                      <a:pt x="4" y="17"/>
                    </a:cubicBezTo>
                    <a:cubicBezTo>
                      <a:pt x="4" y="18"/>
                      <a:pt x="4" y="18"/>
                      <a:pt x="3" y="18"/>
                    </a:cubicBezTo>
                    <a:cubicBezTo>
                      <a:pt x="2" y="18"/>
                      <a:pt x="1" y="17"/>
                      <a:pt x="0" y="17"/>
                    </a:cubicBezTo>
                    <a:cubicBezTo>
                      <a:pt x="0" y="20"/>
                      <a:pt x="2" y="23"/>
                      <a:pt x="5" y="24"/>
                    </a:cubicBezTo>
                    <a:cubicBezTo>
                      <a:pt x="6" y="25"/>
                      <a:pt x="6" y="25"/>
                      <a:pt x="7" y="24"/>
                    </a:cubicBezTo>
                    <a:cubicBezTo>
                      <a:pt x="8" y="23"/>
                      <a:pt x="9" y="23"/>
                      <a:pt x="10" y="22"/>
                    </a:cubicBezTo>
                    <a:cubicBezTo>
                      <a:pt x="10" y="22"/>
                      <a:pt x="10" y="23"/>
                      <a:pt x="11" y="22"/>
                    </a:cubicBezTo>
                    <a:cubicBezTo>
                      <a:pt x="11" y="22"/>
                      <a:pt x="11" y="21"/>
                      <a:pt x="11" y="21"/>
                    </a:cubicBezTo>
                    <a:cubicBezTo>
                      <a:pt x="11" y="17"/>
                      <a:pt x="11" y="15"/>
                      <a:pt x="11" y="11"/>
                    </a:cubicBezTo>
                    <a:cubicBezTo>
                      <a:pt x="11" y="15"/>
                      <a:pt x="12" y="17"/>
                      <a:pt x="12" y="21"/>
                    </a:cubicBezTo>
                    <a:cubicBezTo>
                      <a:pt x="12" y="21"/>
                      <a:pt x="12" y="22"/>
                      <a:pt x="12" y="22"/>
                    </a:cubicBezTo>
                    <a:cubicBezTo>
                      <a:pt x="12" y="23"/>
                      <a:pt x="12" y="22"/>
                      <a:pt x="12" y="22"/>
                    </a:cubicBezTo>
                    <a:cubicBezTo>
                      <a:pt x="13" y="23"/>
                      <a:pt x="14" y="23"/>
                      <a:pt x="15" y="24"/>
                    </a:cubicBezTo>
                    <a:cubicBezTo>
                      <a:pt x="16" y="25"/>
                      <a:pt x="16" y="25"/>
                      <a:pt x="17" y="24"/>
                    </a:cubicBezTo>
                    <a:cubicBezTo>
                      <a:pt x="20" y="23"/>
                      <a:pt x="22" y="20"/>
                      <a:pt x="23" y="17"/>
                    </a:cubicBezTo>
                    <a:cubicBezTo>
                      <a:pt x="21" y="17"/>
                      <a:pt x="20" y="18"/>
                      <a:pt x="19" y="18"/>
                    </a:cubicBezTo>
                    <a:cubicBezTo>
                      <a:pt x="18" y="18"/>
                      <a:pt x="18" y="18"/>
                      <a:pt x="19" y="17"/>
                    </a:cubicBezTo>
                    <a:close/>
                  </a:path>
                </a:pathLst>
              </a:custGeom>
              <a:solidFill>
                <a:schemeClr val="bg1">
                  <a:lumMod val="95000"/>
                </a:schemeClr>
              </a:solidFill>
              <a:ln>
                <a:noFill/>
              </a:ln>
              <a:extLst>
                <a:ext uri="{91240B29-F687-4f45-9708-019B960494DF}">
                  <a14:hiddenLine xmlns="" xmlns:lc="http://schemas.openxmlformats.org/drawingml/2006/lockedCanvas" xmlns:a14="http://schemas.microsoft.com/office/drawing/2010/main" xmlns:p14="http://schemas.microsoft.com/office/powerpoint/2010/main" xmlns:a16="http://schemas.microsoft.com/office/drawing/2014/main" w="9525">
                    <a:solidFill>
                      <a:srgbClr val="000000"/>
                    </a:solidFill>
                    <a:round/>
                    <a:headEnd/>
                    <a:tailEnd/>
                  </a14:hiddenLine>
                </a:ext>
              </a:extLst>
            </p:spPr>
            <p:txBody>
              <a:bodyPr anchor="ctr"/>
              <a:lstStyle/>
              <a:p>
                <a:pPr algn="ctr">
                  <a:lnSpc>
                    <a:spcPct val="120000"/>
                  </a:lnSpc>
                </a:pPr>
                <a:endParaRPr sz="3200">
                  <a:cs typeface="+mn-ea"/>
                  <a:sym typeface="+mn-lt"/>
                </a:endParaRPr>
              </a:p>
            </p:txBody>
          </p:sp>
          <p:grpSp>
            <p:nvGrpSpPr>
              <p:cNvPr id="30" name="iṣḷîḍê">
                <a:extLst>
                  <a:ext uri="{FF2B5EF4-FFF2-40B4-BE49-F238E27FC236}">
                    <a16:creationId xmlns:a16="http://schemas.microsoft.com/office/drawing/2014/main" id="{C634991A-D703-4422-8A30-FF824C15007C}"/>
                  </a:ext>
                </a:extLst>
              </p:cNvPr>
              <p:cNvGrpSpPr/>
              <p:nvPr/>
            </p:nvGrpSpPr>
            <p:grpSpPr>
              <a:xfrm>
                <a:off x="5546722" y="1232756"/>
                <a:ext cx="5162205" cy="5128996"/>
                <a:chOff x="2569358" y="623032"/>
                <a:chExt cx="4000972" cy="3975239"/>
              </a:xfrm>
              <a:solidFill>
                <a:schemeClr val="bg1">
                  <a:lumMod val="95000"/>
                </a:schemeClr>
              </a:solidFill>
            </p:grpSpPr>
            <p:sp>
              <p:nvSpPr>
                <p:cNvPr id="181" name="îšľîdê">
                  <a:extLst>
                    <a:ext uri="{FF2B5EF4-FFF2-40B4-BE49-F238E27FC236}">
                      <a16:creationId xmlns:a16="http://schemas.microsoft.com/office/drawing/2014/main" id="{8CD42E2B-1108-46B4-9EBE-BC3EE22CB0D5}"/>
                    </a:ext>
                  </a:extLst>
                </p:cNvPr>
                <p:cNvSpPr/>
                <p:nvPr/>
              </p:nvSpPr>
              <p:spPr bwMode="auto">
                <a:xfrm>
                  <a:off x="6256624" y="2680500"/>
                  <a:ext cx="300226" cy="301452"/>
                </a:xfrm>
                <a:custGeom>
                  <a:avLst/>
                  <a:gdLst>
                    <a:gd name="T0" fmla="*/ 67 w 68"/>
                    <a:gd name="T1" fmla="*/ 26 h 68"/>
                    <a:gd name="T2" fmla="*/ 53 w 68"/>
                    <a:gd name="T3" fmla="*/ 32 h 68"/>
                    <a:gd name="T4" fmla="*/ 48 w 68"/>
                    <a:gd name="T5" fmla="*/ 32 h 68"/>
                    <a:gd name="T6" fmla="*/ 45 w 68"/>
                    <a:gd name="T7" fmla="*/ 25 h 68"/>
                    <a:gd name="T8" fmla="*/ 49 w 68"/>
                    <a:gd name="T9" fmla="*/ 21 h 68"/>
                    <a:gd name="T10" fmla="*/ 63 w 68"/>
                    <a:gd name="T11" fmla="*/ 16 h 68"/>
                    <a:gd name="T12" fmla="*/ 56 w 68"/>
                    <a:gd name="T13" fmla="*/ 8 h 68"/>
                    <a:gd name="T14" fmla="*/ 48 w 68"/>
                    <a:gd name="T15" fmla="*/ 5 h 68"/>
                    <a:gd name="T16" fmla="*/ 46 w 68"/>
                    <a:gd name="T17" fmla="*/ 16 h 68"/>
                    <a:gd name="T18" fmla="*/ 40 w 68"/>
                    <a:gd name="T19" fmla="*/ 25 h 68"/>
                    <a:gd name="T20" fmla="*/ 40 w 68"/>
                    <a:gd name="T21" fmla="*/ 15 h 68"/>
                    <a:gd name="T22" fmla="*/ 36 w 68"/>
                    <a:gd name="T23" fmla="*/ 12 h 68"/>
                    <a:gd name="T24" fmla="*/ 36 w 68"/>
                    <a:gd name="T25" fmla="*/ 7 h 68"/>
                    <a:gd name="T26" fmla="*/ 32 w 68"/>
                    <a:gd name="T27" fmla="*/ 7 h 68"/>
                    <a:gd name="T28" fmla="*/ 32 w 68"/>
                    <a:gd name="T29" fmla="*/ 12 h 68"/>
                    <a:gd name="T30" fmla="*/ 27 w 68"/>
                    <a:gd name="T31" fmla="*/ 15 h 68"/>
                    <a:gd name="T32" fmla="*/ 28 w 68"/>
                    <a:gd name="T33" fmla="*/ 25 h 68"/>
                    <a:gd name="T34" fmla="*/ 21 w 68"/>
                    <a:gd name="T35" fmla="*/ 16 h 68"/>
                    <a:gd name="T36" fmla="*/ 20 w 68"/>
                    <a:gd name="T37" fmla="*/ 5 h 68"/>
                    <a:gd name="T38" fmla="*/ 11 w 68"/>
                    <a:gd name="T39" fmla="*/ 8 h 68"/>
                    <a:gd name="T40" fmla="*/ 5 w 68"/>
                    <a:gd name="T41" fmla="*/ 16 h 68"/>
                    <a:gd name="T42" fmla="*/ 19 w 68"/>
                    <a:gd name="T43" fmla="*/ 21 h 68"/>
                    <a:gd name="T44" fmla="*/ 22 w 68"/>
                    <a:gd name="T45" fmla="*/ 25 h 68"/>
                    <a:gd name="T46" fmla="*/ 20 w 68"/>
                    <a:gd name="T47" fmla="*/ 32 h 68"/>
                    <a:gd name="T48" fmla="*/ 14 w 68"/>
                    <a:gd name="T49" fmla="*/ 32 h 68"/>
                    <a:gd name="T50" fmla="*/ 1 w 68"/>
                    <a:gd name="T51" fmla="*/ 26 h 68"/>
                    <a:gd name="T52" fmla="*/ 0 w 68"/>
                    <a:gd name="T53" fmla="*/ 36 h 68"/>
                    <a:gd name="T54" fmla="*/ 3 w 68"/>
                    <a:gd name="T55" fmla="*/ 44 h 68"/>
                    <a:gd name="T56" fmla="*/ 12 w 68"/>
                    <a:gd name="T57" fmla="*/ 38 h 68"/>
                    <a:gd name="T58" fmla="*/ 23 w 68"/>
                    <a:gd name="T59" fmla="*/ 36 h 68"/>
                    <a:gd name="T60" fmla="*/ 16 w 68"/>
                    <a:gd name="T61" fmla="*/ 42 h 68"/>
                    <a:gd name="T62" fmla="*/ 17 w 68"/>
                    <a:gd name="T63" fmla="*/ 48 h 68"/>
                    <a:gd name="T64" fmla="*/ 13 w 68"/>
                    <a:gd name="T65" fmla="*/ 52 h 68"/>
                    <a:gd name="T66" fmla="*/ 16 w 68"/>
                    <a:gd name="T67" fmla="*/ 54 h 68"/>
                    <a:gd name="T68" fmla="*/ 20 w 68"/>
                    <a:gd name="T69" fmla="*/ 50 h 68"/>
                    <a:gd name="T70" fmla="*/ 25 w 68"/>
                    <a:gd name="T71" fmla="*/ 52 h 68"/>
                    <a:gd name="T72" fmla="*/ 32 w 68"/>
                    <a:gd name="T73" fmla="*/ 44 h 68"/>
                    <a:gd name="T74" fmla="*/ 30 w 68"/>
                    <a:gd name="T75" fmla="*/ 55 h 68"/>
                    <a:gd name="T76" fmla="*/ 23 w 68"/>
                    <a:gd name="T77" fmla="*/ 64 h 68"/>
                    <a:gd name="T78" fmla="*/ 32 w 68"/>
                    <a:gd name="T79" fmla="*/ 68 h 68"/>
                    <a:gd name="T80" fmla="*/ 42 w 68"/>
                    <a:gd name="T81" fmla="*/ 67 h 68"/>
                    <a:gd name="T82" fmla="*/ 36 w 68"/>
                    <a:gd name="T83" fmla="*/ 53 h 68"/>
                    <a:gd name="T84" fmla="*/ 36 w 68"/>
                    <a:gd name="T85" fmla="*/ 48 h 68"/>
                    <a:gd name="T86" fmla="*/ 42 w 68"/>
                    <a:gd name="T87" fmla="*/ 45 h 68"/>
                    <a:gd name="T88" fmla="*/ 46 w 68"/>
                    <a:gd name="T89" fmla="*/ 49 h 68"/>
                    <a:gd name="T90" fmla="*/ 52 w 68"/>
                    <a:gd name="T91" fmla="*/ 63 h 68"/>
                    <a:gd name="T92" fmla="*/ 59 w 68"/>
                    <a:gd name="T93" fmla="*/ 56 h 68"/>
                    <a:gd name="T94" fmla="*/ 63 w 68"/>
                    <a:gd name="T95" fmla="*/ 48 h 68"/>
                    <a:gd name="T96" fmla="*/ 52 w 68"/>
                    <a:gd name="T97" fmla="*/ 46 h 68"/>
                    <a:gd name="T98" fmla="*/ 42 w 68"/>
                    <a:gd name="T99" fmla="*/ 40 h 68"/>
                    <a:gd name="T100" fmla="*/ 53 w 68"/>
                    <a:gd name="T101" fmla="*/ 40 h 68"/>
                    <a:gd name="T102" fmla="*/ 55 w 68"/>
                    <a:gd name="T103" fmla="*/ 36 h 68"/>
                    <a:gd name="T104" fmla="*/ 61 w 68"/>
                    <a:gd name="T105" fmla="*/ 36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68" h="68">
                      <a:moveTo>
                        <a:pt x="68" y="32"/>
                      </a:moveTo>
                      <a:cubicBezTo>
                        <a:pt x="61" y="32"/>
                        <a:pt x="61" y="32"/>
                        <a:pt x="61" y="32"/>
                      </a:cubicBezTo>
                      <a:cubicBezTo>
                        <a:pt x="67" y="26"/>
                        <a:pt x="67" y="26"/>
                        <a:pt x="67" y="26"/>
                      </a:cubicBezTo>
                      <a:cubicBezTo>
                        <a:pt x="64" y="23"/>
                        <a:pt x="64" y="23"/>
                        <a:pt x="64" y="23"/>
                      </a:cubicBezTo>
                      <a:cubicBezTo>
                        <a:pt x="55" y="32"/>
                        <a:pt x="55" y="32"/>
                        <a:pt x="55" y="32"/>
                      </a:cubicBezTo>
                      <a:cubicBezTo>
                        <a:pt x="53" y="32"/>
                        <a:pt x="53" y="32"/>
                        <a:pt x="53" y="32"/>
                      </a:cubicBezTo>
                      <a:cubicBezTo>
                        <a:pt x="55" y="30"/>
                        <a:pt x="55" y="30"/>
                        <a:pt x="55" y="30"/>
                      </a:cubicBezTo>
                      <a:cubicBezTo>
                        <a:pt x="53" y="27"/>
                        <a:pt x="53" y="27"/>
                        <a:pt x="53" y="27"/>
                      </a:cubicBezTo>
                      <a:cubicBezTo>
                        <a:pt x="48" y="32"/>
                        <a:pt x="48" y="32"/>
                        <a:pt x="48" y="32"/>
                      </a:cubicBezTo>
                      <a:cubicBezTo>
                        <a:pt x="44" y="32"/>
                        <a:pt x="44" y="32"/>
                        <a:pt x="44" y="32"/>
                      </a:cubicBezTo>
                      <a:cubicBezTo>
                        <a:pt x="44" y="30"/>
                        <a:pt x="43" y="29"/>
                        <a:pt x="42" y="28"/>
                      </a:cubicBezTo>
                      <a:cubicBezTo>
                        <a:pt x="45" y="25"/>
                        <a:pt x="45" y="25"/>
                        <a:pt x="45" y="25"/>
                      </a:cubicBezTo>
                      <a:cubicBezTo>
                        <a:pt x="52" y="25"/>
                        <a:pt x="52" y="25"/>
                        <a:pt x="52" y="25"/>
                      </a:cubicBezTo>
                      <a:cubicBezTo>
                        <a:pt x="52" y="21"/>
                        <a:pt x="52" y="21"/>
                        <a:pt x="52" y="21"/>
                      </a:cubicBezTo>
                      <a:cubicBezTo>
                        <a:pt x="49" y="21"/>
                        <a:pt x="49" y="21"/>
                        <a:pt x="49" y="21"/>
                      </a:cubicBezTo>
                      <a:cubicBezTo>
                        <a:pt x="50" y="20"/>
                        <a:pt x="50" y="20"/>
                        <a:pt x="50" y="20"/>
                      </a:cubicBezTo>
                      <a:cubicBezTo>
                        <a:pt x="63" y="20"/>
                        <a:pt x="63" y="20"/>
                        <a:pt x="63" y="20"/>
                      </a:cubicBezTo>
                      <a:cubicBezTo>
                        <a:pt x="63" y="16"/>
                        <a:pt x="63" y="16"/>
                        <a:pt x="63" y="16"/>
                      </a:cubicBezTo>
                      <a:cubicBezTo>
                        <a:pt x="54" y="16"/>
                        <a:pt x="54" y="16"/>
                        <a:pt x="54" y="16"/>
                      </a:cubicBezTo>
                      <a:cubicBezTo>
                        <a:pt x="59" y="11"/>
                        <a:pt x="59" y="11"/>
                        <a:pt x="59" y="11"/>
                      </a:cubicBezTo>
                      <a:cubicBezTo>
                        <a:pt x="56" y="8"/>
                        <a:pt x="56" y="8"/>
                        <a:pt x="56" y="8"/>
                      </a:cubicBezTo>
                      <a:cubicBezTo>
                        <a:pt x="52" y="13"/>
                        <a:pt x="52" y="13"/>
                        <a:pt x="52" y="13"/>
                      </a:cubicBezTo>
                      <a:cubicBezTo>
                        <a:pt x="52" y="5"/>
                        <a:pt x="52" y="5"/>
                        <a:pt x="52" y="5"/>
                      </a:cubicBezTo>
                      <a:cubicBezTo>
                        <a:pt x="48" y="5"/>
                        <a:pt x="48" y="5"/>
                        <a:pt x="48" y="5"/>
                      </a:cubicBezTo>
                      <a:cubicBezTo>
                        <a:pt x="48" y="17"/>
                        <a:pt x="48" y="17"/>
                        <a:pt x="48" y="17"/>
                      </a:cubicBezTo>
                      <a:cubicBezTo>
                        <a:pt x="46" y="19"/>
                        <a:pt x="46" y="19"/>
                        <a:pt x="46" y="19"/>
                      </a:cubicBezTo>
                      <a:cubicBezTo>
                        <a:pt x="46" y="16"/>
                        <a:pt x="46" y="16"/>
                        <a:pt x="46" y="16"/>
                      </a:cubicBezTo>
                      <a:cubicBezTo>
                        <a:pt x="42" y="16"/>
                        <a:pt x="42" y="16"/>
                        <a:pt x="42" y="16"/>
                      </a:cubicBezTo>
                      <a:cubicBezTo>
                        <a:pt x="42" y="22"/>
                        <a:pt x="42" y="22"/>
                        <a:pt x="42" y="22"/>
                      </a:cubicBezTo>
                      <a:cubicBezTo>
                        <a:pt x="40" y="25"/>
                        <a:pt x="40" y="25"/>
                        <a:pt x="40" y="25"/>
                      </a:cubicBezTo>
                      <a:cubicBezTo>
                        <a:pt x="38" y="24"/>
                        <a:pt x="37" y="24"/>
                        <a:pt x="36" y="23"/>
                      </a:cubicBezTo>
                      <a:cubicBezTo>
                        <a:pt x="36" y="20"/>
                        <a:pt x="36" y="20"/>
                        <a:pt x="36" y="20"/>
                      </a:cubicBezTo>
                      <a:cubicBezTo>
                        <a:pt x="40" y="15"/>
                        <a:pt x="40" y="15"/>
                        <a:pt x="40" y="15"/>
                      </a:cubicBezTo>
                      <a:cubicBezTo>
                        <a:pt x="38" y="12"/>
                        <a:pt x="38" y="12"/>
                        <a:pt x="38" y="12"/>
                      </a:cubicBezTo>
                      <a:cubicBezTo>
                        <a:pt x="36" y="14"/>
                        <a:pt x="36" y="14"/>
                        <a:pt x="36" y="14"/>
                      </a:cubicBezTo>
                      <a:cubicBezTo>
                        <a:pt x="36" y="12"/>
                        <a:pt x="36" y="12"/>
                        <a:pt x="36" y="12"/>
                      </a:cubicBezTo>
                      <a:cubicBezTo>
                        <a:pt x="44" y="3"/>
                        <a:pt x="44" y="3"/>
                        <a:pt x="44" y="3"/>
                      </a:cubicBezTo>
                      <a:cubicBezTo>
                        <a:pt x="42" y="1"/>
                        <a:pt x="42" y="1"/>
                        <a:pt x="42" y="1"/>
                      </a:cubicBezTo>
                      <a:cubicBezTo>
                        <a:pt x="36" y="7"/>
                        <a:pt x="36" y="7"/>
                        <a:pt x="36" y="7"/>
                      </a:cubicBezTo>
                      <a:cubicBezTo>
                        <a:pt x="36" y="0"/>
                        <a:pt x="36" y="0"/>
                        <a:pt x="36" y="0"/>
                      </a:cubicBezTo>
                      <a:cubicBezTo>
                        <a:pt x="32" y="0"/>
                        <a:pt x="32" y="0"/>
                        <a:pt x="32" y="0"/>
                      </a:cubicBezTo>
                      <a:cubicBezTo>
                        <a:pt x="32" y="7"/>
                        <a:pt x="32" y="7"/>
                        <a:pt x="32" y="7"/>
                      </a:cubicBezTo>
                      <a:cubicBezTo>
                        <a:pt x="26" y="1"/>
                        <a:pt x="26" y="1"/>
                        <a:pt x="26" y="1"/>
                      </a:cubicBezTo>
                      <a:cubicBezTo>
                        <a:pt x="23" y="3"/>
                        <a:pt x="23" y="3"/>
                        <a:pt x="23" y="3"/>
                      </a:cubicBezTo>
                      <a:cubicBezTo>
                        <a:pt x="32" y="12"/>
                        <a:pt x="32" y="12"/>
                        <a:pt x="32" y="12"/>
                      </a:cubicBezTo>
                      <a:cubicBezTo>
                        <a:pt x="32" y="14"/>
                        <a:pt x="32" y="14"/>
                        <a:pt x="32" y="14"/>
                      </a:cubicBezTo>
                      <a:cubicBezTo>
                        <a:pt x="30" y="12"/>
                        <a:pt x="30" y="12"/>
                        <a:pt x="30" y="12"/>
                      </a:cubicBezTo>
                      <a:cubicBezTo>
                        <a:pt x="27" y="15"/>
                        <a:pt x="27" y="15"/>
                        <a:pt x="27" y="15"/>
                      </a:cubicBezTo>
                      <a:cubicBezTo>
                        <a:pt x="32" y="20"/>
                        <a:pt x="32" y="20"/>
                        <a:pt x="32" y="20"/>
                      </a:cubicBezTo>
                      <a:cubicBezTo>
                        <a:pt x="32" y="23"/>
                        <a:pt x="32" y="23"/>
                        <a:pt x="32" y="23"/>
                      </a:cubicBezTo>
                      <a:cubicBezTo>
                        <a:pt x="30" y="24"/>
                        <a:pt x="29" y="24"/>
                        <a:pt x="28" y="25"/>
                      </a:cubicBezTo>
                      <a:cubicBezTo>
                        <a:pt x="25" y="22"/>
                        <a:pt x="25" y="22"/>
                        <a:pt x="25" y="22"/>
                      </a:cubicBezTo>
                      <a:cubicBezTo>
                        <a:pt x="25" y="16"/>
                        <a:pt x="25" y="16"/>
                        <a:pt x="25" y="16"/>
                      </a:cubicBezTo>
                      <a:cubicBezTo>
                        <a:pt x="21" y="16"/>
                        <a:pt x="21" y="16"/>
                        <a:pt x="21" y="16"/>
                      </a:cubicBezTo>
                      <a:cubicBezTo>
                        <a:pt x="21" y="19"/>
                        <a:pt x="21" y="19"/>
                        <a:pt x="21" y="19"/>
                      </a:cubicBezTo>
                      <a:cubicBezTo>
                        <a:pt x="20" y="17"/>
                        <a:pt x="20" y="17"/>
                        <a:pt x="20" y="17"/>
                      </a:cubicBezTo>
                      <a:cubicBezTo>
                        <a:pt x="20" y="5"/>
                        <a:pt x="20" y="5"/>
                        <a:pt x="20" y="5"/>
                      </a:cubicBezTo>
                      <a:cubicBezTo>
                        <a:pt x="16" y="5"/>
                        <a:pt x="16" y="5"/>
                        <a:pt x="16" y="5"/>
                      </a:cubicBezTo>
                      <a:cubicBezTo>
                        <a:pt x="16" y="13"/>
                        <a:pt x="16" y="13"/>
                        <a:pt x="16" y="13"/>
                      </a:cubicBezTo>
                      <a:cubicBezTo>
                        <a:pt x="11" y="8"/>
                        <a:pt x="11" y="8"/>
                        <a:pt x="11" y="8"/>
                      </a:cubicBezTo>
                      <a:cubicBezTo>
                        <a:pt x="8" y="11"/>
                        <a:pt x="8" y="11"/>
                        <a:pt x="8" y="11"/>
                      </a:cubicBezTo>
                      <a:cubicBezTo>
                        <a:pt x="13" y="16"/>
                        <a:pt x="13" y="16"/>
                        <a:pt x="13" y="16"/>
                      </a:cubicBezTo>
                      <a:cubicBezTo>
                        <a:pt x="5" y="16"/>
                        <a:pt x="5" y="16"/>
                        <a:pt x="5" y="16"/>
                      </a:cubicBezTo>
                      <a:cubicBezTo>
                        <a:pt x="5" y="20"/>
                        <a:pt x="5" y="20"/>
                        <a:pt x="5" y="20"/>
                      </a:cubicBezTo>
                      <a:cubicBezTo>
                        <a:pt x="17" y="20"/>
                        <a:pt x="17" y="20"/>
                        <a:pt x="17" y="20"/>
                      </a:cubicBezTo>
                      <a:cubicBezTo>
                        <a:pt x="19" y="21"/>
                        <a:pt x="19" y="21"/>
                        <a:pt x="19" y="21"/>
                      </a:cubicBezTo>
                      <a:cubicBezTo>
                        <a:pt x="16" y="21"/>
                        <a:pt x="16" y="21"/>
                        <a:pt x="16" y="21"/>
                      </a:cubicBezTo>
                      <a:cubicBezTo>
                        <a:pt x="16" y="25"/>
                        <a:pt x="16" y="25"/>
                        <a:pt x="16" y="25"/>
                      </a:cubicBezTo>
                      <a:cubicBezTo>
                        <a:pt x="22" y="25"/>
                        <a:pt x="22" y="25"/>
                        <a:pt x="22" y="25"/>
                      </a:cubicBezTo>
                      <a:cubicBezTo>
                        <a:pt x="25" y="28"/>
                        <a:pt x="25" y="28"/>
                        <a:pt x="25" y="28"/>
                      </a:cubicBezTo>
                      <a:cubicBezTo>
                        <a:pt x="24" y="29"/>
                        <a:pt x="24" y="30"/>
                        <a:pt x="23" y="32"/>
                      </a:cubicBezTo>
                      <a:cubicBezTo>
                        <a:pt x="20" y="32"/>
                        <a:pt x="20" y="32"/>
                        <a:pt x="20" y="32"/>
                      </a:cubicBezTo>
                      <a:cubicBezTo>
                        <a:pt x="15" y="27"/>
                        <a:pt x="15" y="27"/>
                        <a:pt x="15" y="27"/>
                      </a:cubicBezTo>
                      <a:cubicBezTo>
                        <a:pt x="12" y="30"/>
                        <a:pt x="12" y="30"/>
                        <a:pt x="12" y="30"/>
                      </a:cubicBezTo>
                      <a:cubicBezTo>
                        <a:pt x="14" y="32"/>
                        <a:pt x="14" y="32"/>
                        <a:pt x="14" y="32"/>
                      </a:cubicBezTo>
                      <a:cubicBezTo>
                        <a:pt x="12" y="32"/>
                        <a:pt x="12" y="32"/>
                        <a:pt x="12" y="32"/>
                      </a:cubicBezTo>
                      <a:cubicBezTo>
                        <a:pt x="3" y="23"/>
                        <a:pt x="3" y="23"/>
                        <a:pt x="3" y="23"/>
                      </a:cubicBezTo>
                      <a:cubicBezTo>
                        <a:pt x="1" y="26"/>
                        <a:pt x="1" y="26"/>
                        <a:pt x="1" y="26"/>
                      </a:cubicBezTo>
                      <a:cubicBezTo>
                        <a:pt x="7" y="32"/>
                        <a:pt x="7" y="32"/>
                        <a:pt x="7" y="32"/>
                      </a:cubicBezTo>
                      <a:cubicBezTo>
                        <a:pt x="0" y="32"/>
                        <a:pt x="0" y="32"/>
                        <a:pt x="0" y="32"/>
                      </a:cubicBezTo>
                      <a:cubicBezTo>
                        <a:pt x="0" y="36"/>
                        <a:pt x="0" y="36"/>
                        <a:pt x="0" y="36"/>
                      </a:cubicBezTo>
                      <a:cubicBezTo>
                        <a:pt x="7" y="36"/>
                        <a:pt x="7" y="36"/>
                        <a:pt x="7" y="36"/>
                      </a:cubicBezTo>
                      <a:cubicBezTo>
                        <a:pt x="1" y="42"/>
                        <a:pt x="1" y="42"/>
                        <a:pt x="1" y="42"/>
                      </a:cubicBezTo>
                      <a:cubicBezTo>
                        <a:pt x="3" y="44"/>
                        <a:pt x="3" y="44"/>
                        <a:pt x="3" y="44"/>
                      </a:cubicBezTo>
                      <a:cubicBezTo>
                        <a:pt x="12" y="36"/>
                        <a:pt x="12" y="36"/>
                        <a:pt x="12" y="36"/>
                      </a:cubicBezTo>
                      <a:cubicBezTo>
                        <a:pt x="14" y="36"/>
                        <a:pt x="14" y="36"/>
                        <a:pt x="14" y="36"/>
                      </a:cubicBezTo>
                      <a:cubicBezTo>
                        <a:pt x="12" y="38"/>
                        <a:pt x="12" y="38"/>
                        <a:pt x="12" y="38"/>
                      </a:cubicBezTo>
                      <a:cubicBezTo>
                        <a:pt x="15" y="40"/>
                        <a:pt x="15" y="40"/>
                        <a:pt x="15" y="40"/>
                      </a:cubicBezTo>
                      <a:cubicBezTo>
                        <a:pt x="20" y="36"/>
                        <a:pt x="20" y="36"/>
                        <a:pt x="20" y="36"/>
                      </a:cubicBezTo>
                      <a:cubicBezTo>
                        <a:pt x="23" y="36"/>
                        <a:pt x="23" y="36"/>
                        <a:pt x="23" y="36"/>
                      </a:cubicBezTo>
                      <a:cubicBezTo>
                        <a:pt x="24" y="37"/>
                        <a:pt x="24" y="38"/>
                        <a:pt x="25" y="40"/>
                      </a:cubicBezTo>
                      <a:cubicBezTo>
                        <a:pt x="22" y="42"/>
                        <a:pt x="22" y="42"/>
                        <a:pt x="22" y="42"/>
                      </a:cubicBezTo>
                      <a:cubicBezTo>
                        <a:pt x="16" y="42"/>
                        <a:pt x="16" y="42"/>
                        <a:pt x="16" y="42"/>
                      </a:cubicBezTo>
                      <a:cubicBezTo>
                        <a:pt x="16" y="46"/>
                        <a:pt x="16" y="46"/>
                        <a:pt x="16" y="46"/>
                      </a:cubicBezTo>
                      <a:cubicBezTo>
                        <a:pt x="19" y="46"/>
                        <a:pt x="19" y="46"/>
                        <a:pt x="19" y="46"/>
                      </a:cubicBezTo>
                      <a:cubicBezTo>
                        <a:pt x="17" y="48"/>
                        <a:pt x="17" y="48"/>
                        <a:pt x="17" y="48"/>
                      </a:cubicBezTo>
                      <a:cubicBezTo>
                        <a:pt x="5" y="48"/>
                        <a:pt x="5" y="48"/>
                        <a:pt x="5" y="48"/>
                      </a:cubicBezTo>
                      <a:cubicBezTo>
                        <a:pt x="5" y="52"/>
                        <a:pt x="5" y="52"/>
                        <a:pt x="5" y="52"/>
                      </a:cubicBezTo>
                      <a:cubicBezTo>
                        <a:pt x="13" y="52"/>
                        <a:pt x="13" y="52"/>
                        <a:pt x="13" y="52"/>
                      </a:cubicBezTo>
                      <a:cubicBezTo>
                        <a:pt x="8" y="56"/>
                        <a:pt x="8" y="56"/>
                        <a:pt x="8" y="56"/>
                      </a:cubicBezTo>
                      <a:cubicBezTo>
                        <a:pt x="11" y="59"/>
                        <a:pt x="11" y="59"/>
                        <a:pt x="11" y="59"/>
                      </a:cubicBezTo>
                      <a:cubicBezTo>
                        <a:pt x="16" y="54"/>
                        <a:pt x="16" y="54"/>
                        <a:pt x="16" y="54"/>
                      </a:cubicBezTo>
                      <a:cubicBezTo>
                        <a:pt x="16" y="63"/>
                        <a:pt x="16" y="63"/>
                        <a:pt x="16" y="63"/>
                      </a:cubicBezTo>
                      <a:cubicBezTo>
                        <a:pt x="20" y="63"/>
                        <a:pt x="20" y="63"/>
                        <a:pt x="20" y="63"/>
                      </a:cubicBezTo>
                      <a:cubicBezTo>
                        <a:pt x="20" y="50"/>
                        <a:pt x="20" y="50"/>
                        <a:pt x="20" y="50"/>
                      </a:cubicBezTo>
                      <a:cubicBezTo>
                        <a:pt x="21" y="49"/>
                        <a:pt x="21" y="49"/>
                        <a:pt x="21" y="49"/>
                      </a:cubicBezTo>
                      <a:cubicBezTo>
                        <a:pt x="21" y="52"/>
                        <a:pt x="21" y="52"/>
                        <a:pt x="21" y="52"/>
                      </a:cubicBezTo>
                      <a:cubicBezTo>
                        <a:pt x="25" y="52"/>
                        <a:pt x="25" y="52"/>
                        <a:pt x="25" y="52"/>
                      </a:cubicBezTo>
                      <a:cubicBezTo>
                        <a:pt x="25" y="45"/>
                        <a:pt x="25" y="45"/>
                        <a:pt x="25" y="45"/>
                      </a:cubicBezTo>
                      <a:cubicBezTo>
                        <a:pt x="28" y="42"/>
                        <a:pt x="28" y="42"/>
                        <a:pt x="28" y="42"/>
                      </a:cubicBezTo>
                      <a:cubicBezTo>
                        <a:pt x="29" y="43"/>
                        <a:pt x="30" y="44"/>
                        <a:pt x="32" y="44"/>
                      </a:cubicBezTo>
                      <a:cubicBezTo>
                        <a:pt x="32" y="48"/>
                        <a:pt x="32" y="48"/>
                        <a:pt x="32" y="48"/>
                      </a:cubicBezTo>
                      <a:cubicBezTo>
                        <a:pt x="27" y="53"/>
                        <a:pt x="27" y="53"/>
                        <a:pt x="27" y="53"/>
                      </a:cubicBezTo>
                      <a:cubicBezTo>
                        <a:pt x="30" y="55"/>
                        <a:pt x="30" y="55"/>
                        <a:pt x="30" y="55"/>
                      </a:cubicBezTo>
                      <a:cubicBezTo>
                        <a:pt x="32" y="53"/>
                        <a:pt x="32" y="53"/>
                        <a:pt x="32" y="53"/>
                      </a:cubicBezTo>
                      <a:cubicBezTo>
                        <a:pt x="32" y="55"/>
                        <a:pt x="32" y="55"/>
                        <a:pt x="32" y="55"/>
                      </a:cubicBezTo>
                      <a:cubicBezTo>
                        <a:pt x="23" y="64"/>
                        <a:pt x="23" y="64"/>
                        <a:pt x="23" y="64"/>
                      </a:cubicBezTo>
                      <a:cubicBezTo>
                        <a:pt x="26" y="67"/>
                        <a:pt x="26" y="67"/>
                        <a:pt x="26" y="67"/>
                      </a:cubicBezTo>
                      <a:cubicBezTo>
                        <a:pt x="32" y="61"/>
                        <a:pt x="32" y="61"/>
                        <a:pt x="32" y="61"/>
                      </a:cubicBezTo>
                      <a:cubicBezTo>
                        <a:pt x="32" y="68"/>
                        <a:pt x="32" y="68"/>
                        <a:pt x="32" y="68"/>
                      </a:cubicBezTo>
                      <a:cubicBezTo>
                        <a:pt x="36" y="68"/>
                        <a:pt x="36" y="68"/>
                        <a:pt x="36" y="68"/>
                      </a:cubicBezTo>
                      <a:cubicBezTo>
                        <a:pt x="36" y="61"/>
                        <a:pt x="36" y="61"/>
                        <a:pt x="36" y="61"/>
                      </a:cubicBezTo>
                      <a:cubicBezTo>
                        <a:pt x="42" y="67"/>
                        <a:pt x="42" y="67"/>
                        <a:pt x="42" y="67"/>
                      </a:cubicBezTo>
                      <a:cubicBezTo>
                        <a:pt x="44" y="64"/>
                        <a:pt x="44" y="64"/>
                        <a:pt x="44" y="64"/>
                      </a:cubicBezTo>
                      <a:cubicBezTo>
                        <a:pt x="36" y="55"/>
                        <a:pt x="36" y="55"/>
                        <a:pt x="36" y="55"/>
                      </a:cubicBezTo>
                      <a:cubicBezTo>
                        <a:pt x="36" y="53"/>
                        <a:pt x="36" y="53"/>
                        <a:pt x="36" y="53"/>
                      </a:cubicBezTo>
                      <a:cubicBezTo>
                        <a:pt x="38" y="55"/>
                        <a:pt x="38" y="55"/>
                        <a:pt x="38" y="55"/>
                      </a:cubicBezTo>
                      <a:cubicBezTo>
                        <a:pt x="40" y="53"/>
                        <a:pt x="40" y="53"/>
                        <a:pt x="40" y="53"/>
                      </a:cubicBezTo>
                      <a:cubicBezTo>
                        <a:pt x="36" y="48"/>
                        <a:pt x="36" y="48"/>
                        <a:pt x="36" y="48"/>
                      </a:cubicBezTo>
                      <a:cubicBezTo>
                        <a:pt x="36" y="44"/>
                        <a:pt x="36" y="44"/>
                        <a:pt x="36" y="44"/>
                      </a:cubicBezTo>
                      <a:cubicBezTo>
                        <a:pt x="37" y="44"/>
                        <a:pt x="38" y="43"/>
                        <a:pt x="40" y="42"/>
                      </a:cubicBezTo>
                      <a:cubicBezTo>
                        <a:pt x="42" y="45"/>
                        <a:pt x="42" y="45"/>
                        <a:pt x="42" y="45"/>
                      </a:cubicBezTo>
                      <a:cubicBezTo>
                        <a:pt x="42" y="52"/>
                        <a:pt x="42" y="52"/>
                        <a:pt x="42" y="52"/>
                      </a:cubicBezTo>
                      <a:cubicBezTo>
                        <a:pt x="46" y="52"/>
                        <a:pt x="46" y="52"/>
                        <a:pt x="46" y="52"/>
                      </a:cubicBezTo>
                      <a:cubicBezTo>
                        <a:pt x="46" y="49"/>
                        <a:pt x="46" y="49"/>
                        <a:pt x="46" y="49"/>
                      </a:cubicBezTo>
                      <a:cubicBezTo>
                        <a:pt x="48" y="50"/>
                        <a:pt x="48" y="50"/>
                        <a:pt x="48" y="50"/>
                      </a:cubicBezTo>
                      <a:cubicBezTo>
                        <a:pt x="48" y="63"/>
                        <a:pt x="48" y="63"/>
                        <a:pt x="48" y="63"/>
                      </a:cubicBezTo>
                      <a:cubicBezTo>
                        <a:pt x="52" y="63"/>
                        <a:pt x="52" y="63"/>
                        <a:pt x="52" y="63"/>
                      </a:cubicBezTo>
                      <a:cubicBezTo>
                        <a:pt x="52" y="54"/>
                        <a:pt x="52" y="54"/>
                        <a:pt x="52" y="54"/>
                      </a:cubicBezTo>
                      <a:cubicBezTo>
                        <a:pt x="56" y="59"/>
                        <a:pt x="56" y="59"/>
                        <a:pt x="56" y="59"/>
                      </a:cubicBezTo>
                      <a:cubicBezTo>
                        <a:pt x="59" y="56"/>
                        <a:pt x="59" y="56"/>
                        <a:pt x="59" y="56"/>
                      </a:cubicBezTo>
                      <a:cubicBezTo>
                        <a:pt x="54" y="52"/>
                        <a:pt x="54" y="52"/>
                        <a:pt x="54" y="52"/>
                      </a:cubicBezTo>
                      <a:cubicBezTo>
                        <a:pt x="63" y="52"/>
                        <a:pt x="63" y="52"/>
                        <a:pt x="63" y="52"/>
                      </a:cubicBezTo>
                      <a:cubicBezTo>
                        <a:pt x="63" y="48"/>
                        <a:pt x="63" y="48"/>
                        <a:pt x="63" y="48"/>
                      </a:cubicBezTo>
                      <a:cubicBezTo>
                        <a:pt x="50" y="48"/>
                        <a:pt x="50" y="48"/>
                        <a:pt x="50" y="48"/>
                      </a:cubicBezTo>
                      <a:cubicBezTo>
                        <a:pt x="49" y="46"/>
                        <a:pt x="49" y="46"/>
                        <a:pt x="49" y="46"/>
                      </a:cubicBezTo>
                      <a:cubicBezTo>
                        <a:pt x="52" y="46"/>
                        <a:pt x="52" y="46"/>
                        <a:pt x="52" y="46"/>
                      </a:cubicBezTo>
                      <a:cubicBezTo>
                        <a:pt x="52" y="42"/>
                        <a:pt x="52" y="42"/>
                        <a:pt x="52" y="42"/>
                      </a:cubicBezTo>
                      <a:cubicBezTo>
                        <a:pt x="45" y="42"/>
                        <a:pt x="45" y="42"/>
                        <a:pt x="45" y="42"/>
                      </a:cubicBezTo>
                      <a:cubicBezTo>
                        <a:pt x="42" y="40"/>
                        <a:pt x="42" y="40"/>
                        <a:pt x="42" y="40"/>
                      </a:cubicBezTo>
                      <a:cubicBezTo>
                        <a:pt x="43" y="38"/>
                        <a:pt x="44" y="37"/>
                        <a:pt x="44" y="36"/>
                      </a:cubicBezTo>
                      <a:cubicBezTo>
                        <a:pt x="48" y="36"/>
                        <a:pt x="48" y="36"/>
                        <a:pt x="48" y="36"/>
                      </a:cubicBezTo>
                      <a:cubicBezTo>
                        <a:pt x="53" y="40"/>
                        <a:pt x="53" y="40"/>
                        <a:pt x="53" y="40"/>
                      </a:cubicBezTo>
                      <a:cubicBezTo>
                        <a:pt x="55" y="38"/>
                        <a:pt x="55" y="38"/>
                        <a:pt x="55" y="38"/>
                      </a:cubicBezTo>
                      <a:cubicBezTo>
                        <a:pt x="53" y="36"/>
                        <a:pt x="53" y="36"/>
                        <a:pt x="53" y="36"/>
                      </a:cubicBezTo>
                      <a:cubicBezTo>
                        <a:pt x="55" y="36"/>
                        <a:pt x="55" y="36"/>
                        <a:pt x="55" y="36"/>
                      </a:cubicBezTo>
                      <a:cubicBezTo>
                        <a:pt x="64" y="44"/>
                        <a:pt x="64" y="44"/>
                        <a:pt x="64" y="44"/>
                      </a:cubicBezTo>
                      <a:cubicBezTo>
                        <a:pt x="67" y="42"/>
                        <a:pt x="67" y="42"/>
                        <a:pt x="67" y="42"/>
                      </a:cubicBezTo>
                      <a:cubicBezTo>
                        <a:pt x="61" y="36"/>
                        <a:pt x="61" y="36"/>
                        <a:pt x="61" y="36"/>
                      </a:cubicBezTo>
                      <a:cubicBezTo>
                        <a:pt x="68" y="36"/>
                        <a:pt x="68" y="36"/>
                        <a:pt x="68" y="36"/>
                      </a:cubicBezTo>
                      <a:lnTo>
                        <a:pt x="68" y="32"/>
                      </a:lnTo>
                      <a:close/>
                    </a:path>
                  </a:pathLst>
                </a:custGeom>
                <a:grpFill/>
                <a:ln>
                  <a:noFill/>
                </a:ln>
                <a:extLst>
                  <a:ext uri="{91240B29-F687-4f45-9708-019B960494DF}">
                    <a14:hiddenLine xmlns="" xmlns:lc="http://schemas.openxmlformats.org/drawingml/2006/lockedCanvas" xmlns:a14="http://schemas.microsoft.com/office/drawing/2010/main" xmlns:p14="http://schemas.microsoft.com/office/powerpoint/2010/main" xmlns:a16="http://schemas.microsoft.com/office/drawing/2014/main" w="9525">
                      <a:solidFill>
                        <a:srgbClr val="000000"/>
                      </a:solidFill>
                      <a:round/>
                      <a:headEnd/>
                      <a:tailEnd/>
                    </a14:hiddenLine>
                  </a:ext>
                </a:extLst>
              </p:spPr>
              <p:txBody>
                <a:bodyPr anchor="ctr"/>
                <a:lstStyle/>
                <a:p>
                  <a:pPr algn="ctr">
                    <a:lnSpc>
                      <a:spcPct val="120000"/>
                    </a:lnSpc>
                  </a:pPr>
                  <a:endParaRPr sz="3200">
                    <a:cs typeface="+mn-ea"/>
                    <a:sym typeface="+mn-lt"/>
                  </a:endParaRPr>
                </a:p>
              </p:txBody>
            </p:sp>
            <p:sp>
              <p:nvSpPr>
                <p:cNvPr id="182" name="íŝľîḋê">
                  <a:extLst>
                    <a:ext uri="{FF2B5EF4-FFF2-40B4-BE49-F238E27FC236}">
                      <a16:creationId xmlns:a16="http://schemas.microsoft.com/office/drawing/2014/main" id="{4E60BC31-0D23-44E8-8860-9897D181EA21}"/>
                    </a:ext>
                  </a:extLst>
                </p:cNvPr>
                <p:cNvSpPr/>
                <p:nvPr/>
              </p:nvSpPr>
              <p:spPr bwMode="auto">
                <a:xfrm>
                  <a:off x="2582838" y="2159700"/>
                  <a:ext cx="344341" cy="401935"/>
                </a:xfrm>
                <a:custGeom>
                  <a:avLst/>
                  <a:gdLst>
                    <a:gd name="T0" fmla="*/ 73 w 78"/>
                    <a:gd name="T1" fmla="*/ 84 h 91"/>
                    <a:gd name="T2" fmla="*/ 78 w 78"/>
                    <a:gd name="T3" fmla="*/ 16 h 91"/>
                    <a:gd name="T4" fmla="*/ 66 w 78"/>
                    <a:gd name="T5" fmla="*/ 12 h 91"/>
                    <a:gd name="T6" fmla="*/ 77 w 78"/>
                    <a:gd name="T7" fmla="*/ 1 h 91"/>
                    <a:gd name="T8" fmla="*/ 65 w 78"/>
                    <a:gd name="T9" fmla="*/ 7 h 91"/>
                    <a:gd name="T10" fmla="*/ 71 w 78"/>
                    <a:gd name="T11" fmla="*/ 23 h 91"/>
                    <a:gd name="T12" fmla="*/ 65 w 78"/>
                    <a:gd name="T13" fmla="*/ 63 h 91"/>
                    <a:gd name="T14" fmla="*/ 70 w 78"/>
                    <a:gd name="T15" fmla="*/ 74 h 91"/>
                    <a:gd name="T16" fmla="*/ 65 w 78"/>
                    <a:gd name="T17" fmla="*/ 91 h 91"/>
                    <a:gd name="T18" fmla="*/ 65 w 78"/>
                    <a:gd name="T19" fmla="*/ 7 h 91"/>
                    <a:gd name="T20" fmla="*/ 60 w 78"/>
                    <a:gd name="T21" fmla="*/ 8 h 91"/>
                    <a:gd name="T22" fmla="*/ 50 w 78"/>
                    <a:gd name="T23" fmla="*/ 4 h 91"/>
                    <a:gd name="T24" fmla="*/ 53 w 78"/>
                    <a:gd name="T25" fmla="*/ 12 h 91"/>
                    <a:gd name="T26" fmla="*/ 50 w 78"/>
                    <a:gd name="T27" fmla="*/ 16 h 91"/>
                    <a:gd name="T28" fmla="*/ 65 w 78"/>
                    <a:gd name="T29" fmla="*/ 23 h 91"/>
                    <a:gd name="T30" fmla="*/ 50 w 78"/>
                    <a:gd name="T31" fmla="*/ 84 h 91"/>
                    <a:gd name="T32" fmla="*/ 63 w 78"/>
                    <a:gd name="T33" fmla="*/ 91 h 91"/>
                    <a:gd name="T34" fmla="*/ 65 w 78"/>
                    <a:gd name="T35" fmla="*/ 78 h 91"/>
                    <a:gd name="T36" fmla="*/ 61 w 78"/>
                    <a:gd name="T37" fmla="*/ 74 h 91"/>
                    <a:gd name="T38" fmla="*/ 65 w 78"/>
                    <a:gd name="T39" fmla="*/ 69 h 91"/>
                    <a:gd name="T40" fmla="*/ 65 w 78"/>
                    <a:gd name="T41" fmla="*/ 63 h 91"/>
                    <a:gd name="T42" fmla="*/ 50 w 78"/>
                    <a:gd name="T43" fmla="*/ 69 h 91"/>
                    <a:gd name="T44" fmla="*/ 55 w 78"/>
                    <a:gd name="T45" fmla="*/ 74 h 91"/>
                    <a:gd name="T46" fmla="*/ 50 w 78"/>
                    <a:gd name="T47" fmla="*/ 78 h 91"/>
                    <a:gd name="T48" fmla="*/ 50 w 78"/>
                    <a:gd name="T49" fmla="*/ 84 h 91"/>
                    <a:gd name="T50" fmla="*/ 46 w 78"/>
                    <a:gd name="T51" fmla="*/ 0 h 91"/>
                    <a:gd name="T52" fmla="*/ 43 w 78"/>
                    <a:gd name="T53" fmla="*/ 4 h 91"/>
                    <a:gd name="T54" fmla="*/ 50 w 78"/>
                    <a:gd name="T55" fmla="*/ 4 h 91"/>
                    <a:gd name="T56" fmla="*/ 39 w 78"/>
                    <a:gd name="T57" fmla="*/ 16 h 91"/>
                    <a:gd name="T58" fmla="*/ 50 w 78"/>
                    <a:gd name="T59" fmla="*/ 23 h 91"/>
                    <a:gd name="T60" fmla="*/ 39 w 78"/>
                    <a:gd name="T61" fmla="*/ 84 h 91"/>
                    <a:gd name="T62" fmla="*/ 50 w 78"/>
                    <a:gd name="T63" fmla="*/ 78 h 91"/>
                    <a:gd name="T64" fmla="*/ 50 w 78"/>
                    <a:gd name="T65" fmla="*/ 69 h 91"/>
                    <a:gd name="T66" fmla="*/ 39 w 78"/>
                    <a:gd name="T67" fmla="*/ 63 h 91"/>
                    <a:gd name="T68" fmla="*/ 39 w 78"/>
                    <a:gd name="T69" fmla="*/ 16 h 91"/>
                    <a:gd name="T70" fmla="*/ 0 w 78"/>
                    <a:gd name="T71" fmla="*/ 84 h 91"/>
                    <a:gd name="T72" fmla="*/ 6 w 78"/>
                    <a:gd name="T73" fmla="*/ 91 h 91"/>
                    <a:gd name="T74" fmla="*/ 16 w 78"/>
                    <a:gd name="T75" fmla="*/ 84 h 91"/>
                    <a:gd name="T76" fmla="*/ 39 w 78"/>
                    <a:gd name="T77" fmla="*/ 63 h 91"/>
                    <a:gd name="T78" fmla="*/ 7 w 78"/>
                    <a:gd name="T79" fmla="*/ 23 h 91"/>
                    <a:gd name="T80" fmla="*/ 39 w 78"/>
                    <a:gd name="T81" fmla="*/ 23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78" h="91">
                      <a:moveTo>
                        <a:pt x="73" y="91"/>
                      </a:moveTo>
                      <a:cubicBezTo>
                        <a:pt x="73" y="84"/>
                        <a:pt x="73" y="84"/>
                        <a:pt x="73" y="84"/>
                      </a:cubicBezTo>
                      <a:cubicBezTo>
                        <a:pt x="78" y="84"/>
                        <a:pt x="78" y="84"/>
                        <a:pt x="78" y="84"/>
                      </a:cubicBezTo>
                      <a:cubicBezTo>
                        <a:pt x="78" y="16"/>
                        <a:pt x="78" y="16"/>
                        <a:pt x="78" y="16"/>
                      </a:cubicBezTo>
                      <a:cubicBezTo>
                        <a:pt x="67" y="16"/>
                        <a:pt x="67" y="16"/>
                        <a:pt x="67" y="16"/>
                      </a:cubicBezTo>
                      <a:cubicBezTo>
                        <a:pt x="67" y="15"/>
                        <a:pt x="67" y="13"/>
                        <a:pt x="66" y="12"/>
                      </a:cubicBezTo>
                      <a:cubicBezTo>
                        <a:pt x="77" y="4"/>
                        <a:pt x="77" y="4"/>
                        <a:pt x="77" y="4"/>
                      </a:cubicBezTo>
                      <a:cubicBezTo>
                        <a:pt x="78" y="3"/>
                        <a:pt x="78" y="2"/>
                        <a:pt x="77" y="1"/>
                      </a:cubicBezTo>
                      <a:cubicBezTo>
                        <a:pt x="76" y="0"/>
                        <a:pt x="75" y="0"/>
                        <a:pt x="74" y="0"/>
                      </a:cubicBezTo>
                      <a:cubicBezTo>
                        <a:pt x="65" y="7"/>
                        <a:pt x="65" y="7"/>
                        <a:pt x="65" y="7"/>
                      </a:cubicBezTo>
                      <a:cubicBezTo>
                        <a:pt x="65" y="23"/>
                        <a:pt x="65" y="23"/>
                        <a:pt x="65" y="23"/>
                      </a:cubicBezTo>
                      <a:cubicBezTo>
                        <a:pt x="71" y="23"/>
                        <a:pt x="71" y="23"/>
                        <a:pt x="71" y="23"/>
                      </a:cubicBezTo>
                      <a:cubicBezTo>
                        <a:pt x="71" y="63"/>
                        <a:pt x="71" y="63"/>
                        <a:pt x="71" y="63"/>
                      </a:cubicBezTo>
                      <a:cubicBezTo>
                        <a:pt x="65" y="63"/>
                        <a:pt x="65" y="63"/>
                        <a:pt x="65" y="63"/>
                      </a:cubicBezTo>
                      <a:cubicBezTo>
                        <a:pt x="65" y="69"/>
                        <a:pt x="65" y="69"/>
                        <a:pt x="65" y="69"/>
                      </a:cubicBezTo>
                      <a:cubicBezTo>
                        <a:pt x="68" y="69"/>
                        <a:pt x="70" y="71"/>
                        <a:pt x="70" y="74"/>
                      </a:cubicBezTo>
                      <a:cubicBezTo>
                        <a:pt x="70" y="76"/>
                        <a:pt x="68" y="78"/>
                        <a:pt x="65" y="78"/>
                      </a:cubicBezTo>
                      <a:cubicBezTo>
                        <a:pt x="65" y="91"/>
                        <a:pt x="65" y="91"/>
                        <a:pt x="65" y="91"/>
                      </a:cubicBezTo>
                      <a:lnTo>
                        <a:pt x="73" y="91"/>
                      </a:lnTo>
                      <a:close/>
                      <a:moveTo>
                        <a:pt x="65" y="7"/>
                      </a:moveTo>
                      <a:cubicBezTo>
                        <a:pt x="63" y="9"/>
                        <a:pt x="63" y="9"/>
                        <a:pt x="63" y="9"/>
                      </a:cubicBezTo>
                      <a:cubicBezTo>
                        <a:pt x="62" y="9"/>
                        <a:pt x="61" y="8"/>
                        <a:pt x="60" y="8"/>
                      </a:cubicBezTo>
                      <a:cubicBezTo>
                        <a:pt x="59" y="8"/>
                        <a:pt x="58" y="9"/>
                        <a:pt x="57" y="9"/>
                      </a:cubicBezTo>
                      <a:cubicBezTo>
                        <a:pt x="50" y="4"/>
                        <a:pt x="50" y="4"/>
                        <a:pt x="50" y="4"/>
                      </a:cubicBezTo>
                      <a:cubicBezTo>
                        <a:pt x="50" y="10"/>
                        <a:pt x="50" y="10"/>
                        <a:pt x="50" y="10"/>
                      </a:cubicBezTo>
                      <a:cubicBezTo>
                        <a:pt x="53" y="12"/>
                        <a:pt x="53" y="12"/>
                        <a:pt x="53" y="12"/>
                      </a:cubicBezTo>
                      <a:cubicBezTo>
                        <a:pt x="52" y="13"/>
                        <a:pt x="52" y="15"/>
                        <a:pt x="52" y="16"/>
                      </a:cubicBezTo>
                      <a:cubicBezTo>
                        <a:pt x="50" y="16"/>
                        <a:pt x="50" y="16"/>
                        <a:pt x="50" y="16"/>
                      </a:cubicBezTo>
                      <a:cubicBezTo>
                        <a:pt x="50" y="23"/>
                        <a:pt x="50" y="23"/>
                        <a:pt x="50" y="23"/>
                      </a:cubicBezTo>
                      <a:cubicBezTo>
                        <a:pt x="65" y="23"/>
                        <a:pt x="65" y="23"/>
                        <a:pt x="65" y="23"/>
                      </a:cubicBezTo>
                      <a:cubicBezTo>
                        <a:pt x="65" y="7"/>
                        <a:pt x="65" y="7"/>
                        <a:pt x="65" y="7"/>
                      </a:cubicBezTo>
                      <a:close/>
                      <a:moveTo>
                        <a:pt x="50" y="84"/>
                      </a:moveTo>
                      <a:cubicBezTo>
                        <a:pt x="63" y="84"/>
                        <a:pt x="63" y="84"/>
                        <a:pt x="63" y="84"/>
                      </a:cubicBezTo>
                      <a:cubicBezTo>
                        <a:pt x="63" y="91"/>
                        <a:pt x="63" y="91"/>
                        <a:pt x="63" y="91"/>
                      </a:cubicBezTo>
                      <a:cubicBezTo>
                        <a:pt x="65" y="91"/>
                        <a:pt x="65" y="91"/>
                        <a:pt x="65" y="91"/>
                      </a:cubicBezTo>
                      <a:cubicBezTo>
                        <a:pt x="65" y="78"/>
                        <a:pt x="65" y="78"/>
                        <a:pt x="65" y="78"/>
                      </a:cubicBezTo>
                      <a:cubicBezTo>
                        <a:pt x="65" y="78"/>
                        <a:pt x="65" y="78"/>
                        <a:pt x="65" y="78"/>
                      </a:cubicBezTo>
                      <a:cubicBezTo>
                        <a:pt x="63" y="78"/>
                        <a:pt x="61" y="76"/>
                        <a:pt x="61" y="74"/>
                      </a:cubicBezTo>
                      <a:cubicBezTo>
                        <a:pt x="61" y="74"/>
                        <a:pt x="61" y="74"/>
                        <a:pt x="61" y="74"/>
                      </a:cubicBezTo>
                      <a:cubicBezTo>
                        <a:pt x="61" y="71"/>
                        <a:pt x="63" y="69"/>
                        <a:pt x="65" y="69"/>
                      </a:cubicBezTo>
                      <a:cubicBezTo>
                        <a:pt x="65" y="69"/>
                        <a:pt x="65" y="69"/>
                        <a:pt x="65" y="69"/>
                      </a:cubicBezTo>
                      <a:cubicBezTo>
                        <a:pt x="65" y="63"/>
                        <a:pt x="65" y="63"/>
                        <a:pt x="65" y="63"/>
                      </a:cubicBezTo>
                      <a:cubicBezTo>
                        <a:pt x="50" y="63"/>
                        <a:pt x="50" y="63"/>
                        <a:pt x="50" y="63"/>
                      </a:cubicBezTo>
                      <a:cubicBezTo>
                        <a:pt x="50" y="69"/>
                        <a:pt x="50" y="69"/>
                        <a:pt x="50" y="69"/>
                      </a:cubicBezTo>
                      <a:cubicBezTo>
                        <a:pt x="50" y="69"/>
                        <a:pt x="50" y="69"/>
                        <a:pt x="50" y="69"/>
                      </a:cubicBezTo>
                      <a:cubicBezTo>
                        <a:pt x="53" y="69"/>
                        <a:pt x="55" y="71"/>
                        <a:pt x="55" y="74"/>
                      </a:cubicBezTo>
                      <a:cubicBezTo>
                        <a:pt x="55" y="76"/>
                        <a:pt x="53" y="78"/>
                        <a:pt x="50" y="78"/>
                      </a:cubicBezTo>
                      <a:cubicBezTo>
                        <a:pt x="50" y="78"/>
                        <a:pt x="50" y="78"/>
                        <a:pt x="50" y="78"/>
                      </a:cubicBezTo>
                      <a:cubicBezTo>
                        <a:pt x="50" y="78"/>
                        <a:pt x="50" y="78"/>
                        <a:pt x="50" y="78"/>
                      </a:cubicBezTo>
                      <a:lnTo>
                        <a:pt x="50" y="84"/>
                      </a:lnTo>
                      <a:close/>
                      <a:moveTo>
                        <a:pt x="50" y="4"/>
                      </a:moveTo>
                      <a:cubicBezTo>
                        <a:pt x="46" y="0"/>
                        <a:pt x="46" y="0"/>
                        <a:pt x="46" y="0"/>
                      </a:cubicBezTo>
                      <a:cubicBezTo>
                        <a:pt x="45" y="0"/>
                        <a:pt x="43" y="0"/>
                        <a:pt x="42" y="1"/>
                      </a:cubicBezTo>
                      <a:cubicBezTo>
                        <a:pt x="42" y="2"/>
                        <a:pt x="42" y="3"/>
                        <a:pt x="43" y="4"/>
                      </a:cubicBezTo>
                      <a:cubicBezTo>
                        <a:pt x="50" y="10"/>
                        <a:pt x="50" y="10"/>
                        <a:pt x="50" y="10"/>
                      </a:cubicBezTo>
                      <a:cubicBezTo>
                        <a:pt x="50" y="4"/>
                        <a:pt x="50" y="4"/>
                        <a:pt x="50" y="4"/>
                      </a:cubicBezTo>
                      <a:close/>
                      <a:moveTo>
                        <a:pt x="50" y="16"/>
                      </a:moveTo>
                      <a:cubicBezTo>
                        <a:pt x="39" y="16"/>
                        <a:pt x="39" y="16"/>
                        <a:pt x="39" y="16"/>
                      </a:cubicBezTo>
                      <a:cubicBezTo>
                        <a:pt x="39" y="23"/>
                        <a:pt x="39" y="23"/>
                        <a:pt x="39" y="23"/>
                      </a:cubicBezTo>
                      <a:cubicBezTo>
                        <a:pt x="50" y="23"/>
                        <a:pt x="50" y="23"/>
                        <a:pt x="50" y="23"/>
                      </a:cubicBezTo>
                      <a:cubicBezTo>
                        <a:pt x="50" y="16"/>
                        <a:pt x="50" y="16"/>
                        <a:pt x="50" y="16"/>
                      </a:cubicBezTo>
                      <a:close/>
                      <a:moveTo>
                        <a:pt x="39" y="84"/>
                      </a:moveTo>
                      <a:cubicBezTo>
                        <a:pt x="50" y="84"/>
                        <a:pt x="50" y="84"/>
                        <a:pt x="50" y="84"/>
                      </a:cubicBezTo>
                      <a:cubicBezTo>
                        <a:pt x="50" y="78"/>
                        <a:pt x="50" y="78"/>
                        <a:pt x="50" y="78"/>
                      </a:cubicBezTo>
                      <a:cubicBezTo>
                        <a:pt x="48" y="78"/>
                        <a:pt x="46" y="76"/>
                        <a:pt x="46" y="74"/>
                      </a:cubicBezTo>
                      <a:cubicBezTo>
                        <a:pt x="46" y="71"/>
                        <a:pt x="48" y="69"/>
                        <a:pt x="50" y="69"/>
                      </a:cubicBezTo>
                      <a:cubicBezTo>
                        <a:pt x="50" y="63"/>
                        <a:pt x="50" y="63"/>
                        <a:pt x="50" y="63"/>
                      </a:cubicBezTo>
                      <a:cubicBezTo>
                        <a:pt x="39" y="63"/>
                        <a:pt x="39" y="63"/>
                        <a:pt x="39" y="63"/>
                      </a:cubicBezTo>
                      <a:lnTo>
                        <a:pt x="39" y="84"/>
                      </a:lnTo>
                      <a:close/>
                      <a:moveTo>
                        <a:pt x="39" y="16"/>
                      </a:moveTo>
                      <a:cubicBezTo>
                        <a:pt x="0" y="16"/>
                        <a:pt x="0" y="16"/>
                        <a:pt x="0" y="16"/>
                      </a:cubicBezTo>
                      <a:cubicBezTo>
                        <a:pt x="0" y="84"/>
                        <a:pt x="0" y="84"/>
                        <a:pt x="0" y="84"/>
                      </a:cubicBezTo>
                      <a:cubicBezTo>
                        <a:pt x="6" y="84"/>
                        <a:pt x="6" y="84"/>
                        <a:pt x="6" y="84"/>
                      </a:cubicBezTo>
                      <a:cubicBezTo>
                        <a:pt x="6" y="91"/>
                        <a:pt x="6" y="91"/>
                        <a:pt x="6" y="91"/>
                      </a:cubicBezTo>
                      <a:cubicBezTo>
                        <a:pt x="16" y="91"/>
                        <a:pt x="16" y="91"/>
                        <a:pt x="16" y="91"/>
                      </a:cubicBezTo>
                      <a:cubicBezTo>
                        <a:pt x="16" y="84"/>
                        <a:pt x="16" y="84"/>
                        <a:pt x="16" y="84"/>
                      </a:cubicBezTo>
                      <a:cubicBezTo>
                        <a:pt x="39" y="84"/>
                        <a:pt x="39" y="84"/>
                        <a:pt x="39" y="84"/>
                      </a:cubicBezTo>
                      <a:cubicBezTo>
                        <a:pt x="39" y="63"/>
                        <a:pt x="39" y="63"/>
                        <a:pt x="39" y="63"/>
                      </a:cubicBezTo>
                      <a:cubicBezTo>
                        <a:pt x="7" y="63"/>
                        <a:pt x="7" y="63"/>
                        <a:pt x="7" y="63"/>
                      </a:cubicBezTo>
                      <a:cubicBezTo>
                        <a:pt x="7" y="23"/>
                        <a:pt x="7" y="23"/>
                        <a:pt x="7" y="23"/>
                      </a:cubicBezTo>
                      <a:cubicBezTo>
                        <a:pt x="7" y="23"/>
                        <a:pt x="7" y="23"/>
                        <a:pt x="7" y="23"/>
                      </a:cubicBezTo>
                      <a:cubicBezTo>
                        <a:pt x="39" y="23"/>
                        <a:pt x="39" y="23"/>
                        <a:pt x="39" y="23"/>
                      </a:cubicBezTo>
                      <a:lnTo>
                        <a:pt x="39" y="16"/>
                      </a:lnTo>
                      <a:close/>
                    </a:path>
                  </a:pathLst>
                </a:custGeom>
                <a:grpFill/>
                <a:ln>
                  <a:noFill/>
                </a:ln>
                <a:extLst>
                  <a:ext uri="{91240B29-F687-4f45-9708-019B960494DF}">
                    <a14:hiddenLine xmlns="" xmlns:lc="http://schemas.openxmlformats.org/drawingml/2006/lockedCanvas" xmlns:a14="http://schemas.microsoft.com/office/drawing/2010/main" xmlns:p14="http://schemas.microsoft.com/office/powerpoint/2010/main" xmlns:a16="http://schemas.microsoft.com/office/drawing/2014/main" w="9525">
                      <a:solidFill>
                        <a:srgbClr val="000000"/>
                      </a:solidFill>
                      <a:round/>
                      <a:headEnd/>
                      <a:tailEnd/>
                    </a14:hiddenLine>
                  </a:ext>
                </a:extLst>
              </p:spPr>
              <p:txBody>
                <a:bodyPr anchor="ctr"/>
                <a:lstStyle/>
                <a:p>
                  <a:pPr algn="ctr">
                    <a:lnSpc>
                      <a:spcPct val="120000"/>
                    </a:lnSpc>
                  </a:pPr>
                  <a:endParaRPr sz="3200">
                    <a:cs typeface="+mn-ea"/>
                    <a:sym typeface="+mn-lt"/>
                  </a:endParaRPr>
                </a:p>
              </p:txBody>
            </p:sp>
            <p:sp>
              <p:nvSpPr>
                <p:cNvPr id="183" name="ïšļiḋe">
                  <a:extLst>
                    <a:ext uri="{FF2B5EF4-FFF2-40B4-BE49-F238E27FC236}">
                      <a16:creationId xmlns:a16="http://schemas.microsoft.com/office/drawing/2014/main" id="{656FD2B3-F1BA-4553-8303-A916F52164E1}"/>
                    </a:ext>
                  </a:extLst>
                </p:cNvPr>
                <p:cNvSpPr/>
                <p:nvPr/>
              </p:nvSpPr>
              <p:spPr bwMode="auto">
                <a:xfrm>
                  <a:off x="6110800" y="1687916"/>
                  <a:ext cx="208320" cy="122541"/>
                </a:xfrm>
                <a:custGeom>
                  <a:avLst/>
                  <a:gdLst>
                    <a:gd name="T0" fmla="*/ 170 w 170"/>
                    <a:gd name="T1" fmla="*/ 0 h 100"/>
                    <a:gd name="T2" fmla="*/ 11 w 170"/>
                    <a:gd name="T3" fmla="*/ 0 h 100"/>
                    <a:gd name="T4" fmla="*/ 11 w 170"/>
                    <a:gd name="T5" fmla="*/ 28 h 100"/>
                    <a:gd name="T6" fmla="*/ 0 w 170"/>
                    <a:gd name="T7" fmla="*/ 28 h 100"/>
                    <a:gd name="T8" fmla="*/ 0 w 170"/>
                    <a:gd name="T9" fmla="*/ 72 h 100"/>
                    <a:gd name="T10" fmla="*/ 11 w 170"/>
                    <a:gd name="T11" fmla="*/ 72 h 100"/>
                    <a:gd name="T12" fmla="*/ 11 w 170"/>
                    <a:gd name="T13" fmla="*/ 100 h 100"/>
                    <a:gd name="T14" fmla="*/ 170 w 170"/>
                    <a:gd name="T15" fmla="*/ 100 h 100"/>
                    <a:gd name="T16" fmla="*/ 170 w 170"/>
                    <a:gd name="T17" fmla="*/ 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0" h="100">
                      <a:moveTo>
                        <a:pt x="170" y="0"/>
                      </a:moveTo>
                      <a:lnTo>
                        <a:pt x="11" y="0"/>
                      </a:lnTo>
                      <a:lnTo>
                        <a:pt x="11" y="28"/>
                      </a:lnTo>
                      <a:lnTo>
                        <a:pt x="0" y="28"/>
                      </a:lnTo>
                      <a:lnTo>
                        <a:pt x="0" y="72"/>
                      </a:lnTo>
                      <a:lnTo>
                        <a:pt x="11" y="72"/>
                      </a:lnTo>
                      <a:lnTo>
                        <a:pt x="11" y="100"/>
                      </a:lnTo>
                      <a:lnTo>
                        <a:pt x="170" y="100"/>
                      </a:lnTo>
                      <a:lnTo>
                        <a:pt x="170" y="0"/>
                      </a:lnTo>
                      <a:close/>
                    </a:path>
                  </a:pathLst>
                </a:custGeom>
                <a:grpFill/>
                <a:ln>
                  <a:noFill/>
                </a:ln>
                <a:extLst>
                  <a:ext uri="{91240B29-F687-4f45-9708-019B960494DF}">
                    <a14:hiddenLine xmlns="" xmlns:lc="http://schemas.openxmlformats.org/drawingml/2006/lockedCanvas" xmlns:a14="http://schemas.microsoft.com/office/drawing/2010/main" xmlns:p14="http://schemas.microsoft.com/office/powerpoint/2010/main" xmlns:a16="http://schemas.microsoft.com/office/drawing/2014/main" w="9525">
                      <a:solidFill>
                        <a:srgbClr val="000000"/>
                      </a:solidFill>
                      <a:round/>
                      <a:headEnd/>
                      <a:tailEnd/>
                    </a14:hiddenLine>
                  </a:ext>
                </a:extLst>
              </p:spPr>
              <p:txBody>
                <a:bodyPr anchor="ctr"/>
                <a:lstStyle/>
                <a:p>
                  <a:pPr algn="ctr">
                    <a:lnSpc>
                      <a:spcPct val="120000"/>
                    </a:lnSpc>
                  </a:pPr>
                  <a:endParaRPr sz="3200">
                    <a:cs typeface="+mn-ea"/>
                    <a:sym typeface="+mn-lt"/>
                  </a:endParaRPr>
                </a:p>
              </p:txBody>
            </p:sp>
            <p:sp>
              <p:nvSpPr>
                <p:cNvPr id="184" name="i$1ïḍé">
                  <a:extLst>
                    <a:ext uri="{FF2B5EF4-FFF2-40B4-BE49-F238E27FC236}">
                      <a16:creationId xmlns:a16="http://schemas.microsoft.com/office/drawing/2014/main" id="{B1E2B111-1DC2-418E-8DBF-BE86F3758991}"/>
                    </a:ext>
                  </a:extLst>
                </p:cNvPr>
                <p:cNvSpPr/>
                <p:nvPr/>
              </p:nvSpPr>
              <p:spPr bwMode="auto">
                <a:xfrm>
                  <a:off x="5983357" y="1709973"/>
                  <a:ext cx="66172" cy="66172"/>
                </a:xfrm>
                <a:prstGeom prst="ellipse">
                  <a:avLst/>
                </a:prstGeom>
                <a:grpFill/>
                <a:ln>
                  <a:noFill/>
                </a:ln>
                <a:extLst>
                  <a:ext uri="{91240B29-F687-4f45-9708-019B960494DF}">
                    <a14:hiddenLine xmlns="" xmlns:lc="http://schemas.openxmlformats.org/drawingml/2006/lockedCanvas" xmlns:a14="http://schemas.microsoft.com/office/drawing/2010/main" xmlns:p14="http://schemas.microsoft.com/office/powerpoint/2010/main" xmlns:a16="http://schemas.microsoft.com/office/drawing/2014/main" w="9525">
                      <a:solidFill>
                        <a:srgbClr val="000000"/>
                      </a:solidFill>
                      <a:round/>
                      <a:headEnd/>
                      <a:tailEnd/>
                    </a14:hiddenLine>
                  </a:ext>
                </a:extLst>
              </p:spPr>
              <p:txBody>
                <a:bodyPr anchor="ctr"/>
                <a:lstStyle/>
                <a:p>
                  <a:pPr algn="ctr">
                    <a:lnSpc>
                      <a:spcPct val="120000"/>
                    </a:lnSpc>
                  </a:pPr>
                  <a:endParaRPr sz="3200">
                    <a:cs typeface="+mn-ea"/>
                    <a:sym typeface="+mn-lt"/>
                  </a:endParaRPr>
                </a:p>
              </p:txBody>
            </p:sp>
            <p:sp>
              <p:nvSpPr>
                <p:cNvPr id="185" name="işļîḓe">
                  <a:extLst>
                    <a:ext uri="{FF2B5EF4-FFF2-40B4-BE49-F238E27FC236}">
                      <a16:creationId xmlns:a16="http://schemas.microsoft.com/office/drawing/2014/main" id="{8CDDAD25-4740-4C56-9E7B-DC085D61869F}"/>
                    </a:ext>
                  </a:extLst>
                </p:cNvPr>
                <p:cNvSpPr/>
                <p:nvPr/>
              </p:nvSpPr>
              <p:spPr bwMode="auto">
                <a:xfrm>
                  <a:off x="5925763" y="1660957"/>
                  <a:ext cx="176459" cy="330861"/>
                </a:xfrm>
                <a:custGeom>
                  <a:avLst/>
                  <a:gdLst>
                    <a:gd name="T0" fmla="*/ 20 w 40"/>
                    <a:gd name="T1" fmla="*/ 75 h 75"/>
                    <a:gd name="T2" fmla="*/ 40 w 40"/>
                    <a:gd name="T3" fmla="*/ 75 h 75"/>
                    <a:gd name="T4" fmla="*/ 40 w 40"/>
                    <a:gd name="T5" fmla="*/ 26 h 75"/>
                    <a:gd name="T6" fmla="*/ 40 w 40"/>
                    <a:gd name="T7" fmla="*/ 14 h 75"/>
                    <a:gd name="T8" fmla="*/ 40 w 40"/>
                    <a:gd name="T9" fmla="*/ 0 h 75"/>
                    <a:gd name="T10" fmla="*/ 20 w 40"/>
                    <a:gd name="T11" fmla="*/ 0 h 75"/>
                    <a:gd name="T12" fmla="*/ 20 w 40"/>
                    <a:gd name="T13" fmla="*/ 4 h 75"/>
                    <a:gd name="T14" fmla="*/ 35 w 40"/>
                    <a:gd name="T15" fmla="*/ 19 h 75"/>
                    <a:gd name="T16" fmla="*/ 20 w 40"/>
                    <a:gd name="T17" fmla="*/ 33 h 75"/>
                    <a:gd name="T18" fmla="*/ 20 w 40"/>
                    <a:gd name="T19" fmla="*/ 75 h 75"/>
                    <a:gd name="T20" fmla="*/ 0 w 40"/>
                    <a:gd name="T21" fmla="*/ 75 h 75"/>
                    <a:gd name="T22" fmla="*/ 20 w 40"/>
                    <a:gd name="T23" fmla="*/ 75 h 75"/>
                    <a:gd name="T24" fmla="*/ 20 w 40"/>
                    <a:gd name="T25" fmla="*/ 33 h 75"/>
                    <a:gd name="T26" fmla="*/ 20 w 40"/>
                    <a:gd name="T27" fmla="*/ 33 h 75"/>
                    <a:gd name="T28" fmla="*/ 5 w 40"/>
                    <a:gd name="T29" fmla="*/ 19 h 75"/>
                    <a:gd name="T30" fmla="*/ 20 w 40"/>
                    <a:gd name="T31" fmla="*/ 4 h 75"/>
                    <a:gd name="T32" fmla="*/ 20 w 40"/>
                    <a:gd name="T33" fmla="*/ 4 h 75"/>
                    <a:gd name="T34" fmla="*/ 20 w 40"/>
                    <a:gd name="T35" fmla="*/ 4 h 75"/>
                    <a:gd name="T36" fmla="*/ 20 w 40"/>
                    <a:gd name="T37" fmla="*/ 0 h 75"/>
                    <a:gd name="T38" fmla="*/ 0 w 40"/>
                    <a:gd name="T39" fmla="*/ 0 h 75"/>
                    <a:gd name="T40" fmla="*/ 0 w 40"/>
                    <a:gd name="T41" fmla="*/ 75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0" h="75">
                      <a:moveTo>
                        <a:pt x="20" y="75"/>
                      </a:moveTo>
                      <a:cubicBezTo>
                        <a:pt x="40" y="75"/>
                        <a:pt x="40" y="75"/>
                        <a:pt x="40" y="75"/>
                      </a:cubicBezTo>
                      <a:cubicBezTo>
                        <a:pt x="40" y="26"/>
                        <a:pt x="40" y="26"/>
                        <a:pt x="40" y="26"/>
                      </a:cubicBezTo>
                      <a:cubicBezTo>
                        <a:pt x="40" y="14"/>
                        <a:pt x="40" y="14"/>
                        <a:pt x="40" y="14"/>
                      </a:cubicBezTo>
                      <a:cubicBezTo>
                        <a:pt x="40" y="0"/>
                        <a:pt x="40" y="0"/>
                        <a:pt x="40" y="0"/>
                      </a:cubicBezTo>
                      <a:cubicBezTo>
                        <a:pt x="20" y="0"/>
                        <a:pt x="20" y="0"/>
                        <a:pt x="20" y="0"/>
                      </a:cubicBezTo>
                      <a:cubicBezTo>
                        <a:pt x="20" y="4"/>
                        <a:pt x="20" y="4"/>
                        <a:pt x="20" y="4"/>
                      </a:cubicBezTo>
                      <a:cubicBezTo>
                        <a:pt x="28" y="4"/>
                        <a:pt x="35" y="10"/>
                        <a:pt x="35" y="19"/>
                      </a:cubicBezTo>
                      <a:cubicBezTo>
                        <a:pt x="35" y="27"/>
                        <a:pt x="28" y="33"/>
                        <a:pt x="20" y="33"/>
                      </a:cubicBezTo>
                      <a:lnTo>
                        <a:pt x="20" y="75"/>
                      </a:lnTo>
                      <a:close/>
                      <a:moveTo>
                        <a:pt x="0" y="75"/>
                      </a:moveTo>
                      <a:cubicBezTo>
                        <a:pt x="20" y="75"/>
                        <a:pt x="20" y="75"/>
                        <a:pt x="20" y="75"/>
                      </a:cubicBezTo>
                      <a:cubicBezTo>
                        <a:pt x="20" y="33"/>
                        <a:pt x="20" y="33"/>
                        <a:pt x="20" y="33"/>
                      </a:cubicBezTo>
                      <a:cubicBezTo>
                        <a:pt x="20" y="33"/>
                        <a:pt x="20" y="33"/>
                        <a:pt x="20" y="33"/>
                      </a:cubicBezTo>
                      <a:cubicBezTo>
                        <a:pt x="12" y="33"/>
                        <a:pt x="5" y="27"/>
                        <a:pt x="5" y="19"/>
                      </a:cubicBezTo>
                      <a:cubicBezTo>
                        <a:pt x="5" y="10"/>
                        <a:pt x="12" y="4"/>
                        <a:pt x="20" y="4"/>
                      </a:cubicBezTo>
                      <a:cubicBezTo>
                        <a:pt x="20" y="4"/>
                        <a:pt x="20" y="4"/>
                        <a:pt x="20" y="4"/>
                      </a:cubicBezTo>
                      <a:cubicBezTo>
                        <a:pt x="20" y="4"/>
                        <a:pt x="20" y="4"/>
                        <a:pt x="20" y="4"/>
                      </a:cubicBezTo>
                      <a:cubicBezTo>
                        <a:pt x="20" y="0"/>
                        <a:pt x="20" y="0"/>
                        <a:pt x="20" y="0"/>
                      </a:cubicBezTo>
                      <a:cubicBezTo>
                        <a:pt x="0" y="0"/>
                        <a:pt x="0" y="0"/>
                        <a:pt x="0" y="0"/>
                      </a:cubicBezTo>
                      <a:lnTo>
                        <a:pt x="0" y="75"/>
                      </a:lnTo>
                      <a:close/>
                    </a:path>
                  </a:pathLst>
                </a:custGeom>
                <a:grpFill/>
                <a:ln>
                  <a:noFill/>
                </a:ln>
                <a:extLst>
                  <a:ext uri="{91240B29-F687-4f45-9708-019B960494DF}">
                    <a14:hiddenLine xmlns="" xmlns:lc="http://schemas.openxmlformats.org/drawingml/2006/lockedCanvas" xmlns:a14="http://schemas.microsoft.com/office/drawing/2010/main" xmlns:p14="http://schemas.microsoft.com/office/powerpoint/2010/main" xmlns:a16="http://schemas.microsoft.com/office/drawing/2014/main" w="9525">
                      <a:solidFill>
                        <a:srgbClr val="000000"/>
                      </a:solidFill>
                      <a:round/>
                      <a:headEnd/>
                      <a:tailEnd/>
                    </a14:hiddenLine>
                  </a:ext>
                </a:extLst>
              </p:spPr>
              <p:txBody>
                <a:bodyPr anchor="ctr"/>
                <a:lstStyle/>
                <a:p>
                  <a:pPr algn="ctr">
                    <a:lnSpc>
                      <a:spcPct val="120000"/>
                    </a:lnSpc>
                  </a:pPr>
                  <a:endParaRPr sz="3200">
                    <a:cs typeface="+mn-ea"/>
                    <a:sym typeface="+mn-lt"/>
                  </a:endParaRPr>
                </a:p>
              </p:txBody>
            </p:sp>
            <p:sp>
              <p:nvSpPr>
                <p:cNvPr id="186" name="iŝ1îdé">
                  <a:extLst>
                    <a:ext uri="{FF2B5EF4-FFF2-40B4-BE49-F238E27FC236}">
                      <a16:creationId xmlns:a16="http://schemas.microsoft.com/office/drawing/2014/main" id="{22AE7CB9-502C-4A87-BA42-DE74999B3895}"/>
                    </a:ext>
                  </a:extLst>
                </p:cNvPr>
                <p:cNvSpPr/>
                <p:nvPr/>
              </p:nvSpPr>
              <p:spPr bwMode="auto">
                <a:xfrm>
                  <a:off x="5360848" y="4169377"/>
                  <a:ext cx="202193" cy="203419"/>
                </a:xfrm>
                <a:custGeom>
                  <a:avLst/>
                  <a:gdLst>
                    <a:gd name="T0" fmla="*/ 41 w 46"/>
                    <a:gd name="T1" fmla="*/ 32 h 46"/>
                    <a:gd name="T2" fmla="*/ 43 w 46"/>
                    <a:gd name="T3" fmla="*/ 34 h 46"/>
                    <a:gd name="T4" fmla="*/ 38 w 46"/>
                    <a:gd name="T5" fmla="*/ 41 h 46"/>
                    <a:gd name="T6" fmla="*/ 35 w 46"/>
                    <a:gd name="T7" fmla="*/ 38 h 46"/>
                    <a:gd name="T8" fmla="*/ 29 w 46"/>
                    <a:gd name="T9" fmla="*/ 42 h 46"/>
                    <a:gd name="T10" fmla="*/ 29 w 46"/>
                    <a:gd name="T11" fmla="*/ 45 h 46"/>
                    <a:gd name="T12" fmla="*/ 23 w 46"/>
                    <a:gd name="T13" fmla="*/ 45 h 46"/>
                    <a:gd name="T14" fmla="*/ 23 w 46"/>
                    <a:gd name="T15" fmla="*/ 36 h 46"/>
                    <a:gd name="T16" fmla="*/ 33 w 46"/>
                    <a:gd name="T17" fmla="*/ 31 h 46"/>
                    <a:gd name="T18" fmla="*/ 32 w 46"/>
                    <a:gd name="T19" fmla="*/ 13 h 46"/>
                    <a:gd name="T20" fmla="*/ 32 w 46"/>
                    <a:gd name="T21" fmla="*/ 13 h 46"/>
                    <a:gd name="T22" fmla="*/ 27 w 46"/>
                    <a:gd name="T23" fmla="*/ 10 h 46"/>
                    <a:gd name="T24" fmla="*/ 23 w 46"/>
                    <a:gd name="T25" fmla="*/ 10 h 46"/>
                    <a:gd name="T26" fmla="*/ 23 w 46"/>
                    <a:gd name="T27" fmla="*/ 0 h 46"/>
                    <a:gd name="T28" fmla="*/ 26 w 46"/>
                    <a:gd name="T29" fmla="*/ 0 h 46"/>
                    <a:gd name="T30" fmla="*/ 26 w 46"/>
                    <a:gd name="T31" fmla="*/ 3 h 46"/>
                    <a:gd name="T32" fmla="*/ 32 w 46"/>
                    <a:gd name="T33" fmla="*/ 5 h 46"/>
                    <a:gd name="T34" fmla="*/ 35 w 46"/>
                    <a:gd name="T35" fmla="*/ 3 h 46"/>
                    <a:gd name="T36" fmla="*/ 41 w 46"/>
                    <a:gd name="T37" fmla="*/ 8 h 46"/>
                    <a:gd name="T38" fmla="*/ 39 w 46"/>
                    <a:gd name="T39" fmla="*/ 11 h 46"/>
                    <a:gd name="T40" fmla="*/ 42 w 46"/>
                    <a:gd name="T41" fmla="*/ 17 h 46"/>
                    <a:gd name="T42" fmla="*/ 45 w 46"/>
                    <a:gd name="T43" fmla="*/ 17 h 46"/>
                    <a:gd name="T44" fmla="*/ 46 w 46"/>
                    <a:gd name="T45" fmla="*/ 25 h 46"/>
                    <a:gd name="T46" fmla="*/ 43 w 46"/>
                    <a:gd name="T47" fmla="*/ 25 h 46"/>
                    <a:gd name="T48" fmla="*/ 41 w 46"/>
                    <a:gd name="T49" fmla="*/ 32 h 46"/>
                    <a:gd name="T50" fmla="*/ 23 w 46"/>
                    <a:gd name="T51" fmla="*/ 45 h 46"/>
                    <a:gd name="T52" fmla="*/ 21 w 46"/>
                    <a:gd name="T53" fmla="*/ 46 h 46"/>
                    <a:gd name="T54" fmla="*/ 21 w 46"/>
                    <a:gd name="T55" fmla="*/ 42 h 46"/>
                    <a:gd name="T56" fmla="*/ 14 w 46"/>
                    <a:gd name="T57" fmla="*/ 40 h 46"/>
                    <a:gd name="T58" fmla="*/ 12 w 46"/>
                    <a:gd name="T59" fmla="*/ 43 h 46"/>
                    <a:gd name="T60" fmla="*/ 6 w 46"/>
                    <a:gd name="T61" fmla="*/ 37 h 46"/>
                    <a:gd name="T62" fmla="*/ 8 w 46"/>
                    <a:gd name="T63" fmla="*/ 35 h 46"/>
                    <a:gd name="T64" fmla="*/ 5 w 46"/>
                    <a:gd name="T65" fmla="*/ 29 h 46"/>
                    <a:gd name="T66" fmla="*/ 1 w 46"/>
                    <a:gd name="T67" fmla="*/ 29 h 46"/>
                    <a:gd name="T68" fmla="*/ 0 w 46"/>
                    <a:gd name="T69" fmla="*/ 21 h 46"/>
                    <a:gd name="T70" fmla="*/ 4 w 46"/>
                    <a:gd name="T71" fmla="*/ 20 h 46"/>
                    <a:gd name="T72" fmla="*/ 6 w 46"/>
                    <a:gd name="T73" fmla="*/ 14 h 46"/>
                    <a:gd name="T74" fmla="*/ 3 w 46"/>
                    <a:gd name="T75" fmla="*/ 12 h 46"/>
                    <a:gd name="T76" fmla="*/ 9 w 46"/>
                    <a:gd name="T77" fmla="*/ 5 h 46"/>
                    <a:gd name="T78" fmla="*/ 11 w 46"/>
                    <a:gd name="T79" fmla="*/ 7 h 46"/>
                    <a:gd name="T80" fmla="*/ 17 w 46"/>
                    <a:gd name="T81" fmla="*/ 4 h 46"/>
                    <a:gd name="T82" fmla="*/ 17 w 46"/>
                    <a:gd name="T83" fmla="*/ 1 h 46"/>
                    <a:gd name="T84" fmla="*/ 23 w 46"/>
                    <a:gd name="T85" fmla="*/ 0 h 46"/>
                    <a:gd name="T86" fmla="*/ 23 w 46"/>
                    <a:gd name="T87" fmla="*/ 10 h 46"/>
                    <a:gd name="T88" fmla="*/ 13 w 46"/>
                    <a:gd name="T89" fmla="*/ 14 h 46"/>
                    <a:gd name="T90" fmla="*/ 15 w 46"/>
                    <a:gd name="T91" fmla="*/ 33 h 46"/>
                    <a:gd name="T92" fmla="*/ 19 w 46"/>
                    <a:gd name="T93" fmla="*/ 35 h 46"/>
                    <a:gd name="T94" fmla="*/ 23 w 46"/>
                    <a:gd name="T95" fmla="*/ 36 h 46"/>
                    <a:gd name="T96" fmla="*/ 23 w 46"/>
                    <a:gd name="T97" fmla="*/ 45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6" h="46">
                      <a:moveTo>
                        <a:pt x="41" y="32"/>
                      </a:moveTo>
                      <a:cubicBezTo>
                        <a:pt x="43" y="34"/>
                        <a:pt x="43" y="34"/>
                        <a:pt x="43" y="34"/>
                      </a:cubicBezTo>
                      <a:cubicBezTo>
                        <a:pt x="38" y="41"/>
                        <a:pt x="38" y="41"/>
                        <a:pt x="38" y="41"/>
                      </a:cubicBezTo>
                      <a:cubicBezTo>
                        <a:pt x="35" y="38"/>
                        <a:pt x="35" y="38"/>
                        <a:pt x="35" y="38"/>
                      </a:cubicBezTo>
                      <a:cubicBezTo>
                        <a:pt x="33" y="40"/>
                        <a:pt x="31" y="41"/>
                        <a:pt x="29" y="42"/>
                      </a:cubicBezTo>
                      <a:cubicBezTo>
                        <a:pt x="29" y="45"/>
                        <a:pt x="29" y="45"/>
                        <a:pt x="29" y="45"/>
                      </a:cubicBezTo>
                      <a:cubicBezTo>
                        <a:pt x="23" y="45"/>
                        <a:pt x="23" y="45"/>
                        <a:pt x="23" y="45"/>
                      </a:cubicBezTo>
                      <a:cubicBezTo>
                        <a:pt x="23" y="36"/>
                        <a:pt x="23" y="36"/>
                        <a:pt x="23" y="36"/>
                      </a:cubicBezTo>
                      <a:cubicBezTo>
                        <a:pt x="27" y="36"/>
                        <a:pt x="31" y="34"/>
                        <a:pt x="33" y="31"/>
                      </a:cubicBezTo>
                      <a:cubicBezTo>
                        <a:pt x="38" y="26"/>
                        <a:pt x="37" y="17"/>
                        <a:pt x="32" y="13"/>
                      </a:cubicBezTo>
                      <a:cubicBezTo>
                        <a:pt x="32" y="13"/>
                        <a:pt x="32" y="13"/>
                        <a:pt x="32" y="13"/>
                      </a:cubicBezTo>
                      <a:cubicBezTo>
                        <a:pt x="30" y="12"/>
                        <a:pt x="29" y="11"/>
                        <a:pt x="27" y="10"/>
                      </a:cubicBezTo>
                      <a:cubicBezTo>
                        <a:pt x="26" y="10"/>
                        <a:pt x="25" y="10"/>
                        <a:pt x="23" y="10"/>
                      </a:cubicBezTo>
                      <a:cubicBezTo>
                        <a:pt x="23" y="0"/>
                        <a:pt x="23" y="0"/>
                        <a:pt x="23" y="0"/>
                      </a:cubicBezTo>
                      <a:cubicBezTo>
                        <a:pt x="26" y="0"/>
                        <a:pt x="26" y="0"/>
                        <a:pt x="26" y="0"/>
                      </a:cubicBezTo>
                      <a:cubicBezTo>
                        <a:pt x="26" y="3"/>
                        <a:pt x="26" y="3"/>
                        <a:pt x="26" y="3"/>
                      </a:cubicBezTo>
                      <a:cubicBezTo>
                        <a:pt x="28" y="4"/>
                        <a:pt x="30" y="4"/>
                        <a:pt x="32" y="5"/>
                      </a:cubicBezTo>
                      <a:cubicBezTo>
                        <a:pt x="35" y="3"/>
                        <a:pt x="35" y="3"/>
                        <a:pt x="35" y="3"/>
                      </a:cubicBezTo>
                      <a:cubicBezTo>
                        <a:pt x="41" y="8"/>
                        <a:pt x="41" y="8"/>
                        <a:pt x="41" y="8"/>
                      </a:cubicBezTo>
                      <a:cubicBezTo>
                        <a:pt x="39" y="11"/>
                        <a:pt x="39" y="11"/>
                        <a:pt x="39" y="11"/>
                      </a:cubicBezTo>
                      <a:cubicBezTo>
                        <a:pt x="40" y="13"/>
                        <a:pt x="41" y="15"/>
                        <a:pt x="42" y="17"/>
                      </a:cubicBezTo>
                      <a:cubicBezTo>
                        <a:pt x="45" y="17"/>
                        <a:pt x="45" y="17"/>
                        <a:pt x="45" y="17"/>
                      </a:cubicBezTo>
                      <a:cubicBezTo>
                        <a:pt x="46" y="25"/>
                        <a:pt x="46" y="25"/>
                        <a:pt x="46" y="25"/>
                      </a:cubicBezTo>
                      <a:cubicBezTo>
                        <a:pt x="43" y="25"/>
                        <a:pt x="43" y="25"/>
                        <a:pt x="43" y="25"/>
                      </a:cubicBezTo>
                      <a:cubicBezTo>
                        <a:pt x="42" y="28"/>
                        <a:pt x="42" y="30"/>
                        <a:pt x="41" y="32"/>
                      </a:cubicBezTo>
                      <a:close/>
                      <a:moveTo>
                        <a:pt x="23" y="45"/>
                      </a:moveTo>
                      <a:cubicBezTo>
                        <a:pt x="21" y="46"/>
                        <a:pt x="21" y="46"/>
                        <a:pt x="21" y="46"/>
                      </a:cubicBezTo>
                      <a:cubicBezTo>
                        <a:pt x="21" y="42"/>
                        <a:pt x="21" y="42"/>
                        <a:pt x="21" y="42"/>
                      </a:cubicBezTo>
                      <a:cubicBezTo>
                        <a:pt x="18" y="42"/>
                        <a:pt x="16" y="41"/>
                        <a:pt x="14" y="40"/>
                      </a:cubicBezTo>
                      <a:cubicBezTo>
                        <a:pt x="12" y="43"/>
                        <a:pt x="12" y="43"/>
                        <a:pt x="12" y="43"/>
                      </a:cubicBezTo>
                      <a:cubicBezTo>
                        <a:pt x="6" y="37"/>
                        <a:pt x="6" y="37"/>
                        <a:pt x="6" y="37"/>
                      </a:cubicBezTo>
                      <a:cubicBezTo>
                        <a:pt x="8" y="35"/>
                        <a:pt x="8" y="35"/>
                        <a:pt x="8" y="35"/>
                      </a:cubicBezTo>
                      <a:cubicBezTo>
                        <a:pt x="6" y="33"/>
                        <a:pt x="5" y="31"/>
                        <a:pt x="5" y="29"/>
                      </a:cubicBezTo>
                      <a:cubicBezTo>
                        <a:pt x="1" y="29"/>
                        <a:pt x="1" y="29"/>
                        <a:pt x="1" y="29"/>
                      </a:cubicBezTo>
                      <a:cubicBezTo>
                        <a:pt x="0" y="21"/>
                        <a:pt x="0" y="21"/>
                        <a:pt x="0" y="21"/>
                      </a:cubicBezTo>
                      <a:cubicBezTo>
                        <a:pt x="4" y="20"/>
                        <a:pt x="4" y="20"/>
                        <a:pt x="4" y="20"/>
                      </a:cubicBezTo>
                      <a:cubicBezTo>
                        <a:pt x="4" y="18"/>
                        <a:pt x="5" y="16"/>
                        <a:pt x="6" y="14"/>
                      </a:cubicBezTo>
                      <a:cubicBezTo>
                        <a:pt x="3" y="12"/>
                        <a:pt x="3" y="12"/>
                        <a:pt x="3" y="12"/>
                      </a:cubicBezTo>
                      <a:cubicBezTo>
                        <a:pt x="9" y="5"/>
                        <a:pt x="9" y="5"/>
                        <a:pt x="9" y="5"/>
                      </a:cubicBezTo>
                      <a:cubicBezTo>
                        <a:pt x="11" y="7"/>
                        <a:pt x="11" y="7"/>
                        <a:pt x="11" y="7"/>
                      </a:cubicBezTo>
                      <a:cubicBezTo>
                        <a:pt x="13" y="6"/>
                        <a:pt x="15" y="5"/>
                        <a:pt x="17" y="4"/>
                      </a:cubicBezTo>
                      <a:cubicBezTo>
                        <a:pt x="17" y="1"/>
                        <a:pt x="17" y="1"/>
                        <a:pt x="17" y="1"/>
                      </a:cubicBezTo>
                      <a:cubicBezTo>
                        <a:pt x="23" y="0"/>
                        <a:pt x="23" y="0"/>
                        <a:pt x="23" y="0"/>
                      </a:cubicBezTo>
                      <a:cubicBezTo>
                        <a:pt x="23" y="10"/>
                        <a:pt x="23" y="10"/>
                        <a:pt x="23" y="10"/>
                      </a:cubicBezTo>
                      <a:cubicBezTo>
                        <a:pt x="19" y="10"/>
                        <a:pt x="16" y="11"/>
                        <a:pt x="13" y="14"/>
                      </a:cubicBezTo>
                      <a:cubicBezTo>
                        <a:pt x="9" y="20"/>
                        <a:pt x="9" y="28"/>
                        <a:pt x="15" y="33"/>
                      </a:cubicBezTo>
                      <a:cubicBezTo>
                        <a:pt x="16" y="34"/>
                        <a:pt x="18" y="35"/>
                        <a:pt x="19" y="35"/>
                      </a:cubicBezTo>
                      <a:cubicBezTo>
                        <a:pt x="21" y="36"/>
                        <a:pt x="22" y="36"/>
                        <a:pt x="23" y="36"/>
                      </a:cubicBezTo>
                      <a:lnTo>
                        <a:pt x="23" y="45"/>
                      </a:lnTo>
                      <a:close/>
                    </a:path>
                  </a:pathLst>
                </a:custGeom>
                <a:grpFill/>
                <a:ln>
                  <a:noFill/>
                </a:ln>
                <a:extLst>
                  <a:ext uri="{91240B29-F687-4f45-9708-019B960494DF}">
                    <a14:hiddenLine xmlns="" xmlns:lc="http://schemas.openxmlformats.org/drawingml/2006/lockedCanvas" xmlns:a14="http://schemas.microsoft.com/office/drawing/2010/main" xmlns:p14="http://schemas.microsoft.com/office/powerpoint/2010/main" xmlns:a16="http://schemas.microsoft.com/office/drawing/2014/main" w="9525">
                      <a:solidFill>
                        <a:srgbClr val="000000"/>
                      </a:solidFill>
                      <a:round/>
                      <a:headEnd/>
                      <a:tailEnd/>
                    </a14:hiddenLine>
                  </a:ext>
                </a:extLst>
              </p:spPr>
              <p:txBody>
                <a:bodyPr anchor="ctr"/>
                <a:lstStyle/>
                <a:p>
                  <a:pPr algn="ctr">
                    <a:lnSpc>
                      <a:spcPct val="120000"/>
                    </a:lnSpc>
                  </a:pPr>
                  <a:endParaRPr sz="3200">
                    <a:cs typeface="+mn-ea"/>
                    <a:sym typeface="+mn-lt"/>
                  </a:endParaRPr>
                </a:p>
              </p:txBody>
            </p:sp>
            <p:sp>
              <p:nvSpPr>
                <p:cNvPr id="187" name="îṧlidê">
                  <a:extLst>
                    <a:ext uri="{FF2B5EF4-FFF2-40B4-BE49-F238E27FC236}">
                      <a16:creationId xmlns:a16="http://schemas.microsoft.com/office/drawing/2014/main" id="{F659BB50-5BB1-4772-8E9E-4C692106BC54}"/>
                    </a:ext>
                  </a:extLst>
                </p:cNvPr>
                <p:cNvSpPr/>
                <p:nvPr/>
              </p:nvSpPr>
              <p:spPr bwMode="auto">
                <a:xfrm>
                  <a:off x="6066685" y="3104493"/>
                  <a:ext cx="208320" cy="398259"/>
                </a:xfrm>
                <a:custGeom>
                  <a:avLst/>
                  <a:gdLst>
                    <a:gd name="T0" fmla="*/ 24 w 47"/>
                    <a:gd name="T1" fmla="*/ 90 h 90"/>
                    <a:gd name="T2" fmla="*/ 47 w 47"/>
                    <a:gd name="T3" fmla="*/ 90 h 90"/>
                    <a:gd name="T4" fmla="*/ 47 w 47"/>
                    <a:gd name="T5" fmla="*/ 0 h 90"/>
                    <a:gd name="T6" fmla="*/ 24 w 47"/>
                    <a:gd name="T7" fmla="*/ 0 h 90"/>
                    <a:gd name="T8" fmla="*/ 24 w 47"/>
                    <a:gd name="T9" fmla="*/ 5 h 90"/>
                    <a:gd name="T10" fmla="*/ 42 w 47"/>
                    <a:gd name="T11" fmla="*/ 5 h 90"/>
                    <a:gd name="T12" fmla="*/ 42 w 47"/>
                    <a:gd name="T13" fmla="*/ 23 h 90"/>
                    <a:gd name="T14" fmla="*/ 24 w 47"/>
                    <a:gd name="T15" fmla="*/ 23 h 90"/>
                    <a:gd name="T16" fmla="*/ 24 w 47"/>
                    <a:gd name="T17" fmla="*/ 27 h 90"/>
                    <a:gd name="T18" fmla="*/ 42 w 47"/>
                    <a:gd name="T19" fmla="*/ 27 h 90"/>
                    <a:gd name="T20" fmla="*/ 42 w 47"/>
                    <a:gd name="T21" fmla="*/ 44 h 90"/>
                    <a:gd name="T22" fmla="*/ 24 w 47"/>
                    <a:gd name="T23" fmla="*/ 44 h 90"/>
                    <a:gd name="T24" fmla="*/ 24 w 47"/>
                    <a:gd name="T25" fmla="*/ 51 h 90"/>
                    <a:gd name="T26" fmla="*/ 24 w 47"/>
                    <a:gd name="T27" fmla="*/ 51 h 90"/>
                    <a:gd name="T28" fmla="*/ 29 w 47"/>
                    <a:gd name="T29" fmla="*/ 57 h 90"/>
                    <a:gd name="T30" fmla="*/ 24 w 47"/>
                    <a:gd name="T31" fmla="*/ 62 h 90"/>
                    <a:gd name="T32" fmla="*/ 24 w 47"/>
                    <a:gd name="T33" fmla="*/ 62 h 90"/>
                    <a:gd name="T34" fmla="*/ 24 w 47"/>
                    <a:gd name="T35" fmla="*/ 62 h 90"/>
                    <a:gd name="T36" fmla="*/ 24 w 47"/>
                    <a:gd name="T37" fmla="*/ 71 h 90"/>
                    <a:gd name="T38" fmla="*/ 24 w 47"/>
                    <a:gd name="T39" fmla="*/ 71 h 90"/>
                    <a:gd name="T40" fmla="*/ 29 w 47"/>
                    <a:gd name="T41" fmla="*/ 77 h 90"/>
                    <a:gd name="T42" fmla="*/ 24 w 47"/>
                    <a:gd name="T43" fmla="*/ 82 h 90"/>
                    <a:gd name="T44" fmla="*/ 24 w 47"/>
                    <a:gd name="T45" fmla="*/ 82 h 90"/>
                    <a:gd name="T46" fmla="*/ 24 w 47"/>
                    <a:gd name="T47" fmla="*/ 82 h 90"/>
                    <a:gd name="T48" fmla="*/ 24 w 47"/>
                    <a:gd name="T49" fmla="*/ 90 h 90"/>
                    <a:gd name="T50" fmla="*/ 0 w 47"/>
                    <a:gd name="T51" fmla="*/ 90 h 90"/>
                    <a:gd name="T52" fmla="*/ 24 w 47"/>
                    <a:gd name="T53" fmla="*/ 90 h 90"/>
                    <a:gd name="T54" fmla="*/ 24 w 47"/>
                    <a:gd name="T55" fmla="*/ 82 h 90"/>
                    <a:gd name="T56" fmla="*/ 18 w 47"/>
                    <a:gd name="T57" fmla="*/ 77 h 90"/>
                    <a:gd name="T58" fmla="*/ 24 w 47"/>
                    <a:gd name="T59" fmla="*/ 71 h 90"/>
                    <a:gd name="T60" fmla="*/ 24 w 47"/>
                    <a:gd name="T61" fmla="*/ 62 h 90"/>
                    <a:gd name="T62" fmla="*/ 18 w 47"/>
                    <a:gd name="T63" fmla="*/ 57 h 90"/>
                    <a:gd name="T64" fmla="*/ 24 w 47"/>
                    <a:gd name="T65" fmla="*/ 51 h 90"/>
                    <a:gd name="T66" fmla="*/ 24 w 47"/>
                    <a:gd name="T67" fmla="*/ 44 h 90"/>
                    <a:gd name="T68" fmla="*/ 5 w 47"/>
                    <a:gd name="T69" fmla="*/ 44 h 90"/>
                    <a:gd name="T70" fmla="*/ 5 w 47"/>
                    <a:gd name="T71" fmla="*/ 27 h 90"/>
                    <a:gd name="T72" fmla="*/ 5 w 47"/>
                    <a:gd name="T73" fmla="*/ 27 h 90"/>
                    <a:gd name="T74" fmla="*/ 24 w 47"/>
                    <a:gd name="T75" fmla="*/ 27 h 90"/>
                    <a:gd name="T76" fmla="*/ 24 w 47"/>
                    <a:gd name="T77" fmla="*/ 23 h 90"/>
                    <a:gd name="T78" fmla="*/ 5 w 47"/>
                    <a:gd name="T79" fmla="*/ 23 h 90"/>
                    <a:gd name="T80" fmla="*/ 5 w 47"/>
                    <a:gd name="T81" fmla="*/ 5 h 90"/>
                    <a:gd name="T82" fmla="*/ 5 w 47"/>
                    <a:gd name="T83" fmla="*/ 5 h 90"/>
                    <a:gd name="T84" fmla="*/ 24 w 47"/>
                    <a:gd name="T85" fmla="*/ 5 h 90"/>
                    <a:gd name="T86" fmla="*/ 24 w 47"/>
                    <a:gd name="T87" fmla="*/ 0 h 90"/>
                    <a:gd name="T88" fmla="*/ 0 w 47"/>
                    <a:gd name="T89" fmla="*/ 0 h 90"/>
                    <a:gd name="T90" fmla="*/ 0 w 47"/>
                    <a:gd name="T91"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7" h="90">
                      <a:moveTo>
                        <a:pt x="24" y="90"/>
                      </a:moveTo>
                      <a:cubicBezTo>
                        <a:pt x="47" y="90"/>
                        <a:pt x="47" y="90"/>
                        <a:pt x="47" y="90"/>
                      </a:cubicBezTo>
                      <a:cubicBezTo>
                        <a:pt x="47" y="0"/>
                        <a:pt x="47" y="0"/>
                        <a:pt x="47" y="0"/>
                      </a:cubicBezTo>
                      <a:cubicBezTo>
                        <a:pt x="24" y="0"/>
                        <a:pt x="24" y="0"/>
                        <a:pt x="24" y="0"/>
                      </a:cubicBezTo>
                      <a:cubicBezTo>
                        <a:pt x="24" y="5"/>
                        <a:pt x="24" y="5"/>
                        <a:pt x="24" y="5"/>
                      </a:cubicBezTo>
                      <a:cubicBezTo>
                        <a:pt x="42" y="5"/>
                        <a:pt x="42" y="5"/>
                        <a:pt x="42" y="5"/>
                      </a:cubicBezTo>
                      <a:cubicBezTo>
                        <a:pt x="42" y="23"/>
                        <a:pt x="42" y="23"/>
                        <a:pt x="42" y="23"/>
                      </a:cubicBezTo>
                      <a:cubicBezTo>
                        <a:pt x="24" y="23"/>
                        <a:pt x="24" y="23"/>
                        <a:pt x="24" y="23"/>
                      </a:cubicBezTo>
                      <a:cubicBezTo>
                        <a:pt x="24" y="27"/>
                        <a:pt x="24" y="27"/>
                        <a:pt x="24" y="27"/>
                      </a:cubicBezTo>
                      <a:cubicBezTo>
                        <a:pt x="42" y="27"/>
                        <a:pt x="42" y="27"/>
                        <a:pt x="42" y="27"/>
                      </a:cubicBezTo>
                      <a:cubicBezTo>
                        <a:pt x="42" y="44"/>
                        <a:pt x="42" y="44"/>
                        <a:pt x="42" y="44"/>
                      </a:cubicBezTo>
                      <a:cubicBezTo>
                        <a:pt x="24" y="44"/>
                        <a:pt x="24" y="44"/>
                        <a:pt x="24" y="44"/>
                      </a:cubicBezTo>
                      <a:cubicBezTo>
                        <a:pt x="24" y="51"/>
                        <a:pt x="24" y="51"/>
                        <a:pt x="24" y="51"/>
                      </a:cubicBezTo>
                      <a:cubicBezTo>
                        <a:pt x="24" y="51"/>
                        <a:pt x="24" y="51"/>
                        <a:pt x="24" y="51"/>
                      </a:cubicBezTo>
                      <a:cubicBezTo>
                        <a:pt x="27" y="51"/>
                        <a:pt x="29" y="54"/>
                        <a:pt x="29" y="57"/>
                      </a:cubicBezTo>
                      <a:cubicBezTo>
                        <a:pt x="29" y="60"/>
                        <a:pt x="27" y="62"/>
                        <a:pt x="24" y="62"/>
                      </a:cubicBezTo>
                      <a:cubicBezTo>
                        <a:pt x="24" y="62"/>
                        <a:pt x="24" y="62"/>
                        <a:pt x="24" y="62"/>
                      </a:cubicBezTo>
                      <a:cubicBezTo>
                        <a:pt x="24" y="62"/>
                        <a:pt x="24" y="62"/>
                        <a:pt x="24" y="62"/>
                      </a:cubicBezTo>
                      <a:cubicBezTo>
                        <a:pt x="24" y="71"/>
                        <a:pt x="24" y="71"/>
                        <a:pt x="24" y="71"/>
                      </a:cubicBezTo>
                      <a:cubicBezTo>
                        <a:pt x="24" y="71"/>
                        <a:pt x="24" y="71"/>
                        <a:pt x="24" y="71"/>
                      </a:cubicBezTo>
                      <a:cubicBezTo>
                        <a:pt x="27" y="71"/>
                        <a:pt x="29" y="74"/>
                        <a:pt x="29" y="77"/>
                      </a:cubicBezTo>
                      <a:cubicBezTo>
                        <a:pt x="29" y="80"/>
                        <a:pt x="27" y="82"/>
                        <a:pt x="24" y="82"/>
                      </a:cubicBezTo>
                      <a:cubicBezTo>
                        <a:pt x="24" y="82"/>
                        <a:pt x="24" y="82"/>
                        <a:pt x="24" y="82"/>
                      </a:cubicBezTo>
                      <a:cubicBezTo>
                        <a:pt x="24" y="82"/>
                        <a:pt x="24" y="82"/>
                        <a:pt x="24" y="82"/>
                      </a:cubicBezTo>
                      <a:lnTo>
                        <a:pt x="24" y="90"/>
                      </a:lnTo>
                      <a:close/>
                      <a:moveTo>
                        <a:pt x="0" y="90"/>
                      </a:moveTo>
                      <a:cubicBezTo>
                        <a:pt x="24" y="90"/>
                        <a:pt x="24" y="90"/>
                        <a:pt x="24" y="90"/>
                      </a:cubicBezTo>
                      <a:cubicBezTo>
                        <a:pt x="24" y="82"/>
                        <a:pt x="24" y="82"/>
                        <a:pt x="24" y="82"/>
                      </a:cubicBezTo>
                      <a:cubicBezTo>
                        <a:pt x="21" y="82"/>
                        <a:pt x="18" y="80"/>
                        <a:pt x="18" y="77"/>
                      </a:cubicBezTo>
                      <a:cubicBezTo>
                        <a:pt x="18" y="74"/>
                        <a:pt x="21" y="71"/>
                        <a:pt x="24" y="71"/>
                      </a:cubicBezTo>
                      <a:cubicBezTo>
                        <a:pt x="24" y="62"/>
                        <a:pt x="24" y="62"/>
                        <a:pt x="24" y="62"/>
                      </a:cubicBezTo>
                      <a:cubicBezTo>
                        <a:pt x="21" y="62"/>
                        <a:pt x="18" y="60"/>
                        <a:pt x="18" y="57"/>
                      </a:cubicBezTo>
                      <a:cubicBezTo>
                        <a:pt x="18" y="54"/>
                        <a:pt x="21" y="51"/>
                        <a:pt x="24" y="51"/>
                      </a:cubicBezTo>
                      <a:cubicBezTo>
                        <a:pt x="24" y="44"/>
                        <a:pt x="24" y="44"/>
                        <a:pt x="24" y="44"/>
                      </a:cubicBezTo>
                      <a:cubicBezTo>
                        <a:pt x="5" y="44"/>
                        <a:pt x="5" y="44"/>
                        <a:pt x="5" y="44"/>
                      </a:cubicBezTo>
                      <a:cubicBezTo>
                        <a:pt x="5" y="27"/>
                        <a:pt x="5" y="27"/>
                        <a:pt x="5" y="27"/>
                      </a:cubicBezTo>
                      <a:cubicBezTo>
                        <a:pt x="5" y="27"/>
                        <a:pt x="5" y="27"/>
                        <a:pt x="5" y="27"/>
                      </a:cubicBezTo>
                      <a:cubicBezTo>
                        <a:pt x="24" y="27"/>
                        <a:pt x="24" y="27"/>
                        <a:pt x="24" y="27"/>
                      </a:cubicBezTo>
                      <a:cubicBezTo>
                        <a:pt x="24" y="23"/>
                        <a:pt x="24" y="23"/>
                        <a:pt x="24" y="23"/>
                      </a:cubicBezTo>
                      <a:cubicBezTo>
                        <a:pt x="5" y="23"/>
                        <a:pt x="5" y="23"/>
                        <a:pt x="5" y="23"/>
                      </a:cubicBezTo>
                      <a:cubicBezTo>
                        <a:pt x="5" y="5"/>
                        <a:pt x="5" y="5"/>
                        <a:pt x="5" y="5"/>
                      </a:cubicBezTo>
                      <a:cubicBezTo>
                        <a:pt x="5" y="5"/>
                        <a:pt x="5" y="5"/>
                        <a:pt x="5" y="5"/>
                      </a:cubicBezTo>
                      <a:cubicBezTo>
                        <a:pt x="24" y="5"/>
                        <a:pt x="24" y="5"/>
                        <a:pt x="24" y="5"/>
                      </a:cubicBezTo>
                      <a:cubicBezTo>
                        <a:pt x="24" y="0"/>
                        <a:pt x="24" y="0"/>
                        <a:pt x="24" y="0"/>
                      </a:cubicBezTo>
                      <a:cubicBezTo>
                        <a:pt x="0" y="0"/>
                        <a:pt x="0" y="0"/>
                        <a:pt x="0" y="0"/>
                      </a:cubicBezTo>
                      <a:lnTo>
                        <a:pt x="0" y="90"/>
                      </a:lnTo>
                      <a:close/>
                    </a:path>
                  </a:pathLst>
                </a:custGeom>
                <a:grpFill/>
                <a:ln>
                  <a:noFill/>
                </a:ln>
                <a:extLst>
                  <a:ext uri="{91240B29-F687-4f45-9708-019B960494DF}">
                    <a14:hiddenLine xmlns="" xmlns:lc="http://schemas.openxmlformats.org/drawingml/2006/lockedCanvas" xmlns:a14="http://schemas.microsoft.com/office/drawing/2010/main" xmlns:p14="http://schemas.microsoft.com/office/powerpoint/2010/main" xmlns:a16="http://schemas.microsoft.com/office/drawing/2014/main" w="9525">
                      <a:solidFill>
                        <a:srgbClr val="000000"/>
                      </a:solidFill>
                      <a:round/>
                      <a:headEnd/>
                      <a:tailEnd/>
                    </a14:hiddenLine>
                  </a:ext>
                </a:extLst>
              </p:spPr>
              <p:txBody>
                <a:bodyPr anchor="ctr"/>
                <a:lstStyle/>
                <a:p>
                  <a:pPr algn="ctr">
                    <a:lnSpc>
                      <a:spcPct val="120000"/>
                    </a:lnSpc>
                  </a:pPr>
                  <a:endParaRPr sz="3200">
                    <a:cs typeface="+mn-ea"/>
                    <a:sym typeface="+mn-lt"/>
                  </a:endParaRPr>
                </a:p>
              </p:txBody>
            </p:sp>
            <p:sp>
              <p:nvSpPr>
                <p:cNvPr id="188" name="iṩļîḋè">
                  <a:extLst>
                    <a:ext uri="{FF2B5EF4-FFF2-40B4-BE49-F238E27FC236}">
                      <a16:creationId xmlns:a16="http://schemas.microsoft.com/office/drawing/2014/main" id="{56FF7AC2-FBA9-4C5A-88E5-1061392C3A1B}"/>
                    </a:ext>
                  </a:extLst>
                </p:cNvPr>
                <p:cNvSpPr/>
                <p:nvPr/>
              </p:nvSpPr>
              <p:spPr bwMode="auto">
                <a:xfrm>
                  <a:off x="6292161" y="3104493"/>
                  <a:ext cx="83328" cy="398259"/>
                </a:xfrm>
                <a:custGeom>
                  <a:avLst/>
                  <a:gdLst>
                    <a:gd name="T0" fmla="*/ 68 w 68"/>
                    <a:gd name="T1" fmla="*/ 307 h 325"/>
                    <a:gd name="T2" fmla="*/ 68 w 68"/>
                    <a:gd name="T3" fmla="*/ 55 h 325"/>
                    <a:gd name="T4" fmla="*/ 0 w 68"/>
                    <a:gd name="T5" fmla="*/ 0 h 325"/>
                    <a:gd name="T6" fmla="*/ 0 w 68"/>
                    <a:gd name="T7" fmla="*/ 325 h 325"/>
                    <a:gd name="T8" fmla="*/ 68 w 68"/>
                    <a:gd name="T9" fmla="*/ 307 h 325"/>
                  </a:gdLst>
                  <a:ahLst/>
                  <a:cxnLst>
                    <a:cxn ang="0">
                      <a:pos x="T0" y="T1"/>
                    </a:cxn>
                    <a:cxn ang="0">
                      <a:pos x="T2" y="T3"/>
                    </a:cxn>
                    <a:cxn ang="0">
                      <a:pos x="T4" y="T5"/>
                    </a:cxn>
                    <a:cxn ang="0">
                      <a:pos x="T6" y="T7"/>
                    </a:cxn>
                    <a:cxn ang="0">
                      <a:pos x="T8" y="T9"/>
                    </a:cxn>
                  </a:cxnLst>
                  <a:rect l="0" t="0" r="r" b="b"/>
                  <a:pathLst>
                    <a:path w="68" h="325">
                      <a:moveTo>
                        <a:pt x="68" y="307"/>
                      </a:moveTo>
                      <a:lnTo>
                        <a:pt x="68" y="55"/>
                      </a:lnTo>
                      <a:lnTo>
                        <a:pt x="0" y="0"/>
                      </a:lnTo>
                      <a:lnTo>
                        <a:pt x="0" y="325"/>
                      </a:lnTo>
                      <a:lnTo>
                        <a:pt x="68" y="307"/>
                      </a:lnTo>
                      <a:close/>
                    </a:path>
                  </a:pathLst>
                </a:custGeom>
                <a:grpFill/>
                <a:ln>
                  <a:noFill/>
                </a:ln>
                <a:extLst>
                  <a:ext uri="{91240B29-F687-4f45-9708-019B960494DF}">
                    <a14:hiddenLine xmlns="" xmlns:lc="http://schemas.openxmlformats.org/drawingml/2006/lockedCanvas" xmlns:a14="http://schemas.microsoft.com/office/drawing/2010/main" xmlns:p14="http://schemas.microsoft.com/office/powerpoint/2010/main" xmlns:a16="http://schemas.microsoft.com/office/drawing/2014/main" w="9525">
                      <a:solidFill>
                        <a:srgbClr val="000000"/>
                      </a:solidFill>
                      <a:round/>
                      <a:headEnd/>
                      <a:tailEnd/>
                    </a14:hiddenLine>
                  </a:ext>
                </a:extLst>
              </p:spPr>
              <p:txBody>
                <a:bodyPr anchor="ctr"/>
                <a:lstStyle/>
                <a:p>
                  <a:pPr algn="ctr">
                    <a:lnSpc>
                      <a:spcPct val="120000"/>
                    </a:lnSpc>
                  </a:pPr>
                  <a:endParaRPr sz="3200">
                    <a:cs typeface="+mn-ea"/>
                    <a:sym typeface="+mn-lt"/>
                  </a:endParaRPr>
                </a:p>
              </p:txBody>
            </p:sp>
            <p:sp>
              <p:nvSpPr>
                <p:cNvPr id="189" name="ïšḷíďe">
                  <a:extLst>
                    <a:ext uri="{FF2B5EF4-FFF2-40B4-BE49-F238E27FC236}">
                      <a16:creationId xmlns:a16="http://schemas.microsoft.com/office/drawing/2014/main" id="{97C5D853-75C3-446F-AEEF-9819A0B37EA6}"/>
                    </a:ext>
                  </a:extLst>
                </p:cNvPr>
                <p:cNvSpPr/>
                <p:nvPr/>
              </p:nvSpPr>
              <p:spPr bwMode="auto">
                <a:xfrm>
                  <a:off x="6102222" y="3140030"/>
                  <a:ext cx="140922" cy="53918"/>
                </a:xfrm>
                <a:prstGeom prst="rect">
                  <a:avLst/>
                </a:prstGeom>
                <a:grpFill/>
                <a:ln>
                  <a:noFill/>
                </a:ln>
                <a:extLst>
                  <a:ext uri="{91240B29-F687-4f45-9708-019B960494DF}">
                    <a14:hiddenLine xmlns="" xmlns:lc="http://schemas.openxmlformats.org/drawingml/2006/lockedCanvas" xmlns:a14="http://schemas.microsoft.com/office/drawing/2010/main" xmlns:p14="http://schemas.microsoft.com/office/powerpoint/2010/main" xmlns:a16="http://schemas.microsoft.com/office/drawing/2014/main" w="9525">
                      <a:solidFill>
                        <a:srgbClr val="000000"/>
                      </a:solidFill>
                      <a:miter lim="800000"/>
                      <a:headEnd/>
                      <a:tailEnd/>
                    </a14:hiddenLine>
                  </a:ext>
                </a:extLst>
              </p:spPr>
              <p:txBody>
                <a:bodyPr anchor="ctr"/>
                <a:lstStyle/>
                <a:p>
                  <a:pPr algn="ctr">
                    <a:lnSpc>
                      <a:spcPct val="120000"/>
                    </a:lnSpc>
                  </a:pPr>
                  <a:endParaRPr sz="3200">
                    <a:cs typeface="+mn-ea"/>
                    <a:sym typeface="+mn-lt"/>
                  </a:endParaRPr>
                </a:p>
              </p:txBody>
            </p:sp>
            <p:sp>
              <p:nvSpPr>
                <p:cNvPr id="190" name="iṡ1îḓé">
                  <a:extLst>
                    <a:ext uri="{FF2B5EF4-FFF2-40B4-BE49-F238E27FC236}">
                      <a16:creationId xmlns:a16="http://schemas.microsoft.com/office/drawing/2014/main" id="{CA81838E-9F55-43C0-B0AC-5D7662A2EB41}"/>
                    </a:ext>
                  </a:extLst>
                </p:cNvPr>
                <p:cNvSpPr/>
                <p:nvPr/>
              </p:nvSpPr>
              <p:spPr bwMode="auto">
                <a:xfrm>
                  <a:off x="6102222" y="3233161"/>
                  <a:ext cx="140922" cy="52693"/>
                </a:xfrm>
                <a:prstGeom prst="rect">
                  <a:avLst/>
                </a:prstGeom>
                <a:grpFill/>
                <a:ln>
                  <a:noFill/>
                </a:ln>
                <a:extLst>
                  <a:ext uri="{91240B29-F687-4f45-9708-019B960494DF}">
                    <a14:hiddenLine xmlns="" xmlns:lc="http://schemas.openxmlformats.org/drawingml/2006/lockedCanvas" xmlns:a14="http://schemas.microsoft.com/office/drawing/2010/main" xmlns:p14="http://schemas.microsoft.com/office/powerpoint/2010/main" xmlns:a16="http://schemas.microsoft.com/office/drawing/2014/main" w="9525">
                      <a:solidFill>
                        <a:srgbClr val="000000"/>
                      </a:solidFill>
                      <a:miter lim="800000"/>
                      <a:headEnd/>
                      <a:tailEnd/>
                    </a14:hiddenLine>
                  </a:ext>
                </a:extLst>
              </p:spPr>
              <p:txBody>
                <a:bodyPr anchor="ctr"/>
                <a:lstStyle/>
                <a:p>
                  <a:pPr algn="ctr">
                    <a:lnSpc>
                      <a:spcPct val="120000"/>
                    </a:lnSpc>
                  </a:pPr>
                  <a:endParaRPr sz="3200">
                    <a:cs typeface="+mn-ea"/>
                    <a:sym typeface="+mn-lt"/>
                  </a:endParaRPr>
                </a:p>
              </p:txBody>
            </p:sp>
            <p:sp>
              <p:nvSpPr>
                <p:cNvPr id="191" name="îsļíḍe">
                  <a:extLst>
                    <a:ext uri="{FF2B5EF4-FFF2-40B4-BE49-F238E27FC236}">
                      <a16:creationId xmlns:a16="http://schemas.microsoft.com/office/drawing/2014/main" id="{B33E3566-2FE0-466C-B792-D4EDEB6A540A}"/>
                    </a:ext>
                  </a:extLst>
                </p:cNvPr>
                <p:cNvSpPr/>
                <p:nvPr/>
              </p:nvSpPr>
              <p:spPr bwMode="auto">
                <a:xfrm>
                  <a:off x="6300739" y="1872953"/>
                  <a:ext cx="140922" cy="238955"/>
                </a:xfrm>
                <a:custGeom>
                  <a:avLst/>
                  <a:gdLst>
                    <a:gd name="T0" fmla="*/ 0 w 32"/>
                    <a:gd name="T1" fmla="*/ 37 h 54"/>
                    <a:gd name="T2" fmla="*/ 0 w 32"/>
                    <a:gd name="T3" fmla="*/ 45 h 54"/>
                    <a:gd name="T4" fmla="*/ 9 w 32"/>
                    <a:gd name="T5" fmla="*/ 54 h 54"/>
                    <a:gd name="T6" fmla="*/ 23 w 32"/>
                    <a:gd name="T7" fmla="*/ 54 h 54"/>
                    <a:gd name="T8" fmla="*/ 32 w 32"/>
                    <a:gd name="T9" fmla="*/ 45 h 54"/>
                    <a:gd name="T10" fmla="*/ 32 w 32"/>
                    <a:gd name="T11" fmla="*/ 37 h 54"/>
                    <a:gd name="T12" fmla="*/ 20 w 32"/>
                    <a:gd name="T13" fmla="*/ 37 h 54"/>
                    <a:gd name="T14" fmla="*/ 20 w 32"/>
                    <a:gd name="T15" fmla="*/ 30 h 54"/>
                    <a:gd name="T16" fmla="*/ 32 w 32"/>
                    <a:gd name="T17" fmla="*/ 30 h 54"/>
                    <a:gd name="T18" fmla="*/ 32 w 32"/>
                    <a:gd name="T19" fmla="*/ 20 h 54"/>
                    <a:gd name="T20" fmla="*/ 20 w 32"/>
                    <a:gd name="T21" fmla="*/ 20 h 54"/>
                    <a:gd name="T22" fmla="*/ 20 w 32"/>
                    <a:gd name="T23" fmla="*/ 13 h 54"/>
                    <a:gd name="T24" fmla="*/ 32 w 32"/>
                    <a:gd name="T25" fmla="*/ 13 h 54"/>
                    <a:gd name="T26" fmla="*/ 32 w 32"/>
                    <a:gd name="T27" fmla="*/ 9 h 54"/>
                    <a:gd name="T28" fmla="*/ 23 w 32"/>
                    <a:gd name="T29" fmla="*/ 0 h 54"/>
                    <a:gd name="T30" fmla="*/ 9 w 32"/>
                    <a:gd name="T31" fmla="*/ 0 h 54"/>
                    <a:gd name="T32" fmla="*/ 0 w 32"/>
                    <a:gd name="T33" fmla="*/ 9 h 54"/>
                    <a:gd name="T34" fmla="*/ 0 w 32"/>
                    <a:gd name="T35" fmla="*/ 13 h 54"/>
                    <a:gd name="T36" fmla="*/ 11 w 32"/>
                    <a:gd name="T37" fmla="*/ 13 h 54"/>
                    <a:gd name="T38" fmla="*/ 11 w 32"/>
                    <a:gd name="T39" fmla="*/ 20 h 54"/>
                    <a:gd name="T40" fmla="*/ 0 w 32"/>
                    <a:gd name="T41" fmla="*/ 20 h 54"/>
                    <a:gd name="T42" fmla="*/ 0 w 32"/>
                    <a:gd name="T43" fmla="*/ 30 h 54"/>
                    <a:gd name="T44" fmla="*/ 11 w 32"/>
                    <a:gd name="T45" fmla="*/ 30 h 54"/>
                    <a:gd name="T46" fmla="*/ 11 w 32"/>
                    <a:gd name="T47" fmla="*/ 37 h 54"/>
                    <a:gd name="T48" fmla="*/ 0 w 32"/>
                    <a:gd name="T49" fmla="*/ 37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2" h="54">
                      <a:moveTo>
                        <a:pt x="0" y="37"/>
                      </a:moveTo>
                      <a:cubicBezTo>
                        <a:pt x="0" y="45"/>
                        <a:pt x="0" y="45"/>
                        <a:pt x="0" y="45"/>
                      </a:cubicBezTo>
                      <a:cubicBezTo>
                        <a:pt x="0" y="50"/>
                        <a:pt x="4" y="54"/>
                        <a:pt x="9" y="54"/>
                      </a:cubicBezTo>
                      <a:cubicBezTo>
                        <a:pt x="23" y="54"/>
                        <a:pt x="23" y="54"/>
                        <a:pt x="23" y="54"/>
                      </a:cubicBezTo>
                      <a:cubicBezTo>
                        <a:pt x="28" y="54"/>
                        <a:pt x="32" y="50"/>
                        <a:pt x="32" y="45"/>
                      </a:cubicBezTo>
                      <a:cubicBezTo>
                        <a:pt x="32" y="37"/>
                        <a:pt x="32" y="37"/>
                        <a:pt x="32" y="37"/>
                      </a:cubicBezTo>
                      <a:cubicBezTo>
                        <a:pt x="20" y="37"/>
                        <a:pt x="20" y="37"/>
                        <a:pt x="20" y="37"/>
                      </a:cubicBezTo>
                      <a:cubicBezTo>
                        <a:pt x="20" y="30"/>
                        <a:pt x="20" y="30"/>
                        <a:pt x="20" y="30"/>
                      </a:cubicBezTo>
                      <a:cubicBezTo>
                        <a:pt x="32" y="30"/>
                        <a:pt x="32" y="30"/>
                        <a:pt x="32" y="30"/>
                      </a:cubicBezTo>
                      <a:cubicBezTo>
                        <a:pt x="32" y="20"/>
                        <a:pt x="32" y="20"/>
                        <a:pt x="32" y="20"/>
                      </a:cubicBezTo>
                      <a:cubicBezTo>
                        <a:pt x="20" y="20"/>
                        <a:pt x="20" y="20"/>
                        <a:pt x="20" y="20"/>
                      </a:cubicBezTo>
                      <a:cubicBezTo>
                        <a:pt x="20" y="13"/>
                        <a:pt x="20" y="13"/>
                        <a:pt x="20" y="13"/>
                      </a:cubicBezTo>
                      <a:cubicBezTo>
                        <a:pt x="32" y="13"/>
                        <a:pt x="32" y="13"/>
                        <a:pt x="32" y="13"/>
                      </a:cubicBezTo>
                      <a:cubicBezTo>
                        <a:pt x="32" y="9"/>
                        <a:pt x="32" y="9"/>
                        <a:pt x="32" y="9"/>
                      </a:cubicBezTo>
                      <a:cubicBezTo>
                        <a:pt x="32" y="4"/>
                        <a:pt x="28" y="0"/>
                        <a:pt x="23" y="0"/>
                      </a:cubicBezTo>
                      <a:cubicBezTo>
                        <a:pt x="9" y="0"/>
                        <a:pt x="9" y="0"/>
                        <a:pt x="9" y="0"/>
                      </a:cubicBezTo>
                      <a:cubicBezTo>
                        <a:pt x="4" y="0"/>
                        <a:pt x="0" y="4"/>
                        <a:pt x="0" y="9"/>
                      </a:cubicBezTo>
                      <a:cubicBezTo>
                        <a:pt x="0" y="13"/>
                        <a:pt x="0" y="13"/>
                        <a:pt x="0" y="13"/>
                      </a:cubicBezTo>
                      <a:cubicBezTo>
                        <a:pt x="11" y="13"/>
                        <a:pt x="11" y="13"/>
                        <a:pt x="11" y="13"/>
                      </a:cubicBezTo>
                      <a:cubicBezTo>
                        <a:pt x="11" y="20"/>
                        <a:pt x="11" y="20"/>
                        <a:pt x="11" y="20"/>
                      </a:cubicBezTo>
                      <a:cubicBezTo>
                        <a:pt x="0" y="20"/>
                        <a:pt x="0" y="20"/>
                        <a:pt x="0" y="20"/>
                      </a:cubicBezTo>
                      <a:cubicBezTo>
                        <a:pt x="0" y="30"/>
                        <a:pt x="0" y="30"/>
                        <a:pt x="0" y="30"/>
                      </a:cubicBezTo>
                      <a:cubicBezTo>
                        <a:pt x="11" y="30"/>
                        <a:pt x="11" y="30"/>
                        <a:pt x="11" y="30"/>
                      </a:cubicBezTo>
                      <a:cubicBezTo>
                        <a:pt x="11" y="37"/>
                        <a:pt x="11" y="37"/>
                        <a:pt x="11" y="37"/>
                      </a:cubicBezTo>
                      <a:lnTo>
                        <a:pt x="0" y="37"/>
                      </a:lnTo>
                      <a:close/>
                    </a:path>
                  </a:pathLst>
                </a:custGeom>
                <a:grpFill/>
                <a:ln>
                  <a:noFill/>
                </a:ln>
                <a:extLst>
                  <a:ext uri="{91240B29-F687-4f45-9708-019B960494DF}">
                    <a14:hiddenLine xmlns="" xmlns:lc="http://schemas.openxmlformats.org/drawingml/2006/lockedCanvas" xmlns:a14="http://schemas.microsoft.com/office/drawing/2010/main" xmlns:p14="http://schemas.microsoft.com/office/powerpoint/2010/main" xmlns:a16="http://schemas.microsoft.com/office/drawing/2014/main" w="9525">
                      <a:solidFill>
                        <a:srgbClr val="000000"/>
                      </a:solidFill>
                      <a:round/>
                      <a:headEnd/>
                      <a:tailEnd/>
                    </a14:hiddenLine>
                  </a:ext>
                </a:extLst>
              </p:spPr>
              <p:txBody>
                <a:bodyPr anchor="ctr"/>
                <a:lstStyle/>
                <a:p>
                  <a:pPr algn="ctr">
                    <a:lnSpc>
                      <a:spcPct val="120000"/>
                    </a:lnSpc>
                  </a:pPr>
                  <a:endParaRPr sz="3200">
                    <a:cs typeface="+mn-ea"/>
                    <a:sym typeface="+mn-lt"/>
                  </a:endParaRPr>
                </a:p>
              </p:txBody>
            </p:sp>
            <p:sp>
              <p:nvSpPr>
                <p:cNvPr id="192" name="ïṡlîḋé">
                  <a:extLst>
                    <a:ext uri="{FF2B5EF4-FFF2-40B4-BE49-F238E27FC236}">
                      <a16:creationId xmlns:a16="http://schemas.microsoft.com/office/drawing/2014/main" id="{6C6447FD-114D-4464-8AA2-6C406A2D066C}"/>
                    </a:ext>
                  </a:extLst>
                </p:cNvPr>
                <p:cNvSpPr/>
                <p:nvPr/>
              </p:nvSpPr>
              <p:spPr bwMode="auto">
                <a:xfrm>
                  <a:off x="4202833" y="680626"/>
                  <a:ext cx="44115" cy="101709"/>
                </a:xfrm>
                <a:prstGeom prst="rect">
                  <a:avLst/>
                </a:prstGeom>
                <a:grpFill/>
                <a:ln>
                  <a:noFill/>
                </a:ln>
                <a:extLst>
                  <a:ext uri="{91240B29-F687-4f45-9708-019B960494DF}">
                    <a14:hiddenLine xmlns="" xmlns:lc="http://schemas.openxmlformats.org/drawingml/2006/lockedCanvas" xmlns:a14="http://schemas.microsoft.com/office/drawing/2010/main" xmlns:p14="http://schemas.microsoft.com/office/powerpoint/2010/main" xmlns:a16="http://schemas.microsoft.com/office/drawing/2014/main" w="9525">
                      <a:solidFill>
                        <a:srgbClr val="000000"/>
                      </a:solidFill>
                      <a:miter lim="800000"/>
                      <a:headEnd/>
                      <a:tailEnd/>
                    </a14:hiddenLine>
                  </a:ext>
                </a:extLst>
              </p:spPr>
              <p:txBody>
                <a:bodyPr anchor="ctr"/>
                <a:lstStyle/>
                <a:p>
                  <a:pPr algn="ctr">
                    <a:lnSpc>
                      <a:spcPct val="120000"/>
                    </a:lnSpc>
                  </a:pPr>
                  <a:endParaRPr sz="3200">
                    <a:cs typeface="+mn-ea"/>
                    <a:sym typeface="+mn-lt"/>
                  </a:endParaRPr>
                </a:p>
              </p:txBody>
            </p:sp>
            <p:sp>
              <p:nvSpPr>
                <p:cNvPr id="193" name="îś1ïdè">
                  <a:extLst>
                    <a:ext uri="{FF2B5EF4-FFF2-40B4-BE49-F238E27FC236}">
                      <a16:creationId xmlns:a16="http://schemas.microsoft.com/office/drawing/2014/main" id="{534FF56C-7746-49AB-91D4-CD8B91323212}"/>
                    </a:ext>
                  </a:extLst>
                </p:cNvPr>
                <p:cNvSpPr/>
                <p:nvPr/>
              </p:nvSpPr>
              <p:spPr bwMode="auto">
                <a:xfrm>
                  <a:off x="4202833" y="835028"/>
                  <a:ext cx="44115" cy="181361"/>
                </a:xfrm>
                <a:prstGeom prst="rect">
                  <a:avLst/>
                </a:prstGeom>
                <a:grpFill/>
                <a:ln>
                  <a:noFill/>
                </a:ln>
                <a:extLst>
                  <a:ext uri="{91240B29-F687-4f45-9708-019B960494DF}">
                    <a14:hiddenLine xmlns="" xmlns:lc="http://schemas.openxmlformats.org/drawingml/2006/lockedCanvas" xmlns:a14="http://schemas.microsoft.com/office/drawing/2010/main" xmlns:p14="http://schemas.microsoft.com/office/powerpoint/2010/main" xmlns:a16="http://schemas.microsoft.com/office/drawing/2014/main" w="9525">
                      <a:solidFill>
                        <a:srgbClr val="000000"/>
                      </a:solidFill>
                      <a:miter lim="800000"/>
                      <a:headEnd/>
                      <a:tailEnd/>
                    </a14:hiddenLine>
                  </a:ext>
                </a:extLst>
              </p:spPr>
              <p:txBody>
                <a:bodyPr anchor="ctr"/>
                <a:lstStyle/>
                <a:p>
                  <a:pPr algn="ctr">
                    <a:lnSpc>
                      <a:spcPct val="120000"/>
                    </a:lnSpc>
                  </a:pPr>
                  <a:endParaRPr sz="3200">
                    <a:cs typeface="+mn-ea"/>
                    <a:sym typeface="+mn-lt"/>
                  </a:endParaRPr>
                </a:p>
              </p:txBody>
            </p:sp>
            <p:sp>
              <p:nvSpPr>
                <p:cNvPr id="194" name="išľïḓé">
                  <a:extLst>
                    <a:ext uri="{FF2B5EF4-FFF2-40B4-BE49-F238E27FC236}">
                      <a16:creationId xmlns:a16="http://schemas.microsoft.com/office/drawing/2014/main" id="{848726F6-8249-4E65-9847-AA21E434114A}"/>
                    </a:ext>
                  </a:extLst>
                </p:cNvPr>
                <p:cNvSpPr/>
                <p:nvPr/>
              </p:nvSpPr>
              <p:spPr bwMode="auto">
                <a:xfrm>
                  <a:off x="4092546" y="680626"/>
                  <a:ext cx="49017" cy="185037"/>
                </a:xfrm>
                <a:prstGeom prst="rect">
                  <a:avLst/>
                </a:prstGeom>
                <a:grpFill/>
                <a:ln>
                  <a:noFill/>
                </a:ln>
                <a:extLst>
                  <a:ext uri="{91240B29-F687-4f45-9708-019B960494DF}">
                    <a14:hiddenLine xmlns="" xmlns:lc="http://schemas.openxmlformats.org/drawingml/2006/lockedCanvas" xmlns:a14="http://schemas.microsoft.com/office/drawing/2010/main" xmlns:p14="http://schemas.microsoft.com/office/powerpoint/2010/main" xmlns:a16="http://schemas.microsoft.com/office/drawing/2014/main" w="9525">
                      <a:solidFill>
                        <a:srgbClr val="000000"/>
                      </a:solidFill>
                      <a:miter lim="800000"/>
                      <a:headEnd/>
                      <a:tailEnd/>
                    </a14:hiddenLine>
                  </a:ext>
                </a:extLst>
              </p:spPr>
              <p:txBody>
                <a:bodyPr anchor="ctr"/>
                <a:lstStyle/>
                <a:p>
                  <a:pPr algn="ctr">
                    <a:lnSpc>
                      <a:spcPct val="120000"/>
                    </a:lnSpc>
                  </a:pPr>
                  <a:endParaRPr sz="3200">
                    <a:cs typeface="+mn-ea"/>
                    <a:sym typeface="+mn-lt"/>
                  </a:endParaRPr>
                </a:p>
              </p:txBody>
            </p:sp>
            <p:sp>
              <p:nvSpPr>
                <p:cNvPr id="195" name="işḷïdé">
                  <a:extLst>
                    <a:ext uri="{FF2B5EF4-FFF2-40B4-BE49-F238E27FC236}">
                      <a16:creationId xmlns:a16="http://schemas.microsoft.com/office/drawing/2014/main" id="{F1969FA1-6545-4BC5-A05B-D11CBB4F0A22}"/>
                    </a:ext>
                  </a:extLst>
                </p:cNvPr>
                <p:cNvSpPr/>
                <p:nvPr/>
              </p:nvSpPr>
              <p:spPr bwMode="auto">
                <a:xfrm>
                  <a:off x="4092546" y="923258"/>
                  <a:ext cx="49017" cy="93131"/>
                </a:xfrm>
                <a:prstGeom prst="rect">
                  <a:avLst/>
                </a:prstGeom>
                <a:grpFill/>
                <a:ln>
                  <a:noFill/>
                </a:ln>
                <a:extLst>
                  <a:ext uri="{91240B29-F687-4f45-9708-019B960494DF}">
                    <a14:hiddenLine xmlns="" xmlns:lc="http://schemas.openxmlformats.org/drawingml/2006/lockedCanvas" xmlns:a14="http://schemas.microsoft.com/office/drawing/2010/main" xmlns:p14="http://schemas.microsoft.com/office/powerpoint/2010/main" xmlns:a16="http://schemas.microsoft.com/office/drawing/2014/main" w="9525">
                      <a:solidFill>
                        <a:srgbClr val="000000"/>
                      </a:solidFill>
                      <a:miter lim="800000"/>
                      <a:headEnd/>
                      <a:tailEnd/>
                    </a14:hiddenLine>
                  </a:ext>
                </a:extLst>
              </p:spPr>
              <p:txBody>
                <a:bodyPr anchor="ctr"/>
                <a:lstStyle/>
                <a:p>
                  <a:pPr algn="ctr">
                    <a:lnSpc>
                      <a:spcPct val="120000"/>
                    </a:lnSpc>
                  </a:pPr>
                  <a:endParaRPr sz="3200">
                    <a:cs typeface="+mn-ea"/>
                    <a:sym typeface="+mn-lt"/>
                  </a:endParaRPr>
                </a:p>
              </p:txBody>
            </p:sp>
            <p:sp>
              <p:nvSpPr>
                <p:cNvPr id="196" name="iṡľiḋè">
                  <a:extLst>
                    <a:ext uri="{FF2B5EF4-FFF2-40B4-BE49-F238E27FC236}">
                      <a16:creationId xmlns:a16="http://schemas.microsoft.com/office/drawing/2014/main" id="{131FBBFE-2601-4F50-A73F-BFC3DF7BCACF}"/>
                    </a:ext>
                  </a:extLst>
                </p:cNvPr>
                <p:cNvSpPr/>
                <p:nvPr/>
              </p:nvSpPr>
              <p:spPr bwMode="auto">
                <a:xfrm>
                  <a:off x="3987160" y="680626"/>
                  <a:ext cx="44115" cy="30635"/>
                </a:xfrm>
                <a:prstGeom prst="rect">
                  <a:avLst/>
                </a:prstGeom>
                <a:grpFill/>
                <a:ln>
                  <a:noFill/>
                </a:ln>
                <a:extLst>
                  <a:ext uri="{91240B29-F687-4f45-9708-019B960494DF}">
                    <a14:hiddenLine xmlns="" xmlns:lc="http://schemas.openxmlformats.org/drawingml/2006/lockedCanvas" xmlns:a14="http://schemas.microsoft.com/office/drawing/2010/main" xmlns:p14="http://schemas.microsoft.com/office/powerpoint/2010/main" xmlns:a16="http://schemas.microsoft.com/office/drawing/2014/main" w="9525">
                      <a:solidFill>
                        <a:srgbClr val="000000"/>
                      </a:solidFill>
                      <a:miter lim="800000"/>
                      <a:headEnd/>
                      <a:tailEnd/>
                    </a14:hiddenLine>
                  </a:ext>
                </a:extLst>
              </p:spPr>
              <p:txBody>
                <a:bodyPr anchor="ctr"/>
                <a:lstStyle/>
                <a:p>
                  <a:pPr algn="ctr">
                    <a:lnSpc>
                      <a:spcPct val="120000"/>
                    </a:lnSpc>
                  </a:pPr>
                  <a:endParaRPr sz="3200">
                    <a:cs typeface="+mn-ea"/>
                    <a:sym typeface="+mn-lt"/>
                  </a:endParaRPr>
                </a:p>
              </p:txBody>
            </p:sp>
            <p:sp>
              <p:nvSpPr>
                <p:cNvPr id="197" name="î$ľíde">
                  <a:extLst>
                    <a:ext uri="{FF2B5EF4-FFF2-40B4-BE49-F238E27FC236}">
                      <a16:creationId xmlns:a16="http://schemas.microsoft.com/office/drawing/2014/main" id="{F6F4E72F-B896-4CF8-B21A-D31259A770B2}"/>
                    </a:ext>
                  </a:extLst>
                </p:cNvPr>
                <p:cNvSpPr/>
                <p:nvPr/>
              </p:nvSpPr>
              <p:spPr bwMode="auto">
                <a:xfrm>
                  <a:off x="3987160" y="763954"/>
                  <a:ext cx="44115" cy="252435"/>
                </a:xfrm>
                <a:prstGeom prst="rect">
                  <a:avLst/>
                </a:prstGeom>
                <a:grpFill/>
                <a:ln>
                  <a:noFill/>
                </a:ln>
                <a:extLst>
                  <a:ext uri="{91240B29-F687-4f45-9708-019B960494DF}">
                    <a14:hiddenLine xmlns="" xmlns:lc="http://schemas.openxmlformats.org/drawingml/2006/lockedCanvas" xmlns:a14="http://schemas.microsoft.com/office/drawing/2010/main" xmlns:p14="http://schemas.microsoft.com/office/powerpoint/2010/main" xmlns:a16="http://schemas.microsoft.com/office/drawing/2014/main" w="9525">
                      <a:solidFill>
                        <a:srgbClr val="000000"/>
                      </a:solidFill>
                      <a:miter lim="800000"/>
                      <a:headEnd/>
                      <a:tailEnd/>
                    </a14:hiddenLine>
                  </a:ext>
                </a:extLst>
              </p:spPr>
              <p:txBody>
                <a:bodyPr anchor="ctr"/>
                <a:lstStyle/>
                <a:p>
                  <a:pPr algn="ctr">
                    <a:lnSpc>
                      <a:spcPct val="120000"/>
                    </a:lnSpc>
                  </a:pPr>
                  <a:endParaRPr sz="3200">
                    <a:cs typeface="+mn-ea"/>
                    <a:sym typeface="+mn-lt"/>
                  </a:endParaRPr>
                </a:p>
              </p:txBody>
            </p:sp>
            <p:sp>
              <p:nvSpPr>
                <p:cNvPr id="198" name="î$ľïḍè">
                  <a:extLst>
                    <a:ext uri="{FF2B5EF4-FFF2-40B4-BE49-F238E27FC236}">
                      <a16:creationId xmlns:a16="http://schemas.microsoft.com/office/drawing/2014/main" id="{6F3F18C7-C0EB-49F0-8393-B9A82A69A0DE}"/>
                    </a:ext>
                  </a:extLst>
                </p:cNvPr>
                <p:cNvSpPr/>
                <p:nvPr/>
              </p:nvSpPr>
              <p:spPr bwMode="auto">
                <a:xfrm>
                  <a:off x="3968779" y="719840"/>
                  <a:ext cx="79652" cy="35537"/>
                </a:xfrm>
                <a:custGeom>
                  <a:avLst/>
                  <a:gdLst>
                    <a:gd name="T0" fmla="*/ 0 w 65"/>
                    <a:gd name="T1" fmla="*/ 0 h 29"/>
                    <a:gd name="T2" fmla="*/ 0 w 65"/>
                    <a:gd name="T3" fmla="*/ 29 h 29"/>
                    <a:gd name="T4" fmla="*/ 15 w 65"/>
                    <a:gd name="T5" fmla="*/ 29 h 29"/>
                    <a:gd name="T6" fmla="*/ 51 w 65"/>
                    <a:gd name="T7" fmla="*/ 29 h 29"/>
                    <a:gd name="T8" fmla="*/ 65 w 65"/>
                    <a:gd name="T9" fmla="*/ 29 h 29"/>
                    <a:gd name="T10" fmla="*/ 65 w 65"/>
                    <a:gd name="T11" fmla="*/ 0 h 29"/>
                    <a:gd name="T12" fmla="*/ 51 w 65"/>
                    <a:gd name="T13" fmla="*/ 0 h 29"/>
                    <a:gd name="T14" fmla="*/ 15 w 65"/>
                    <a:gd name="T15" fmla="*/ 0 h 29"/>
                    <a:gd name="T16" fmla="*/ 0 w 6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29">
                      <a:moveTo>
                        <a:pt x="0" y="0"/>
                      </a:moveTo>
                      <a:lnTo>
                        <a:pt x="0" y="29"/>
                      </a:lnTo>
                      <a:lnTo>
                        <a:pt x="15" y="29"/>
                      </a:lnTo>
                      <a:lnTo>
                        <a:pt x="51" y="29"/>
                      </a:lnTo>
                      <a:lnTo>
                        <a:pt x="65" y="29"/>
                      </a:lnTo>
                      <a:lnTo>
                        <a:pt x="65" y="0"/>
                      </a:lnTo>
                      <a:lnTo>
                        <a:pt x="51" y="0"/>
                      </a:lnTo>
                      <a:lnTo>
                        <a:pt x="15" y="0"/>
                      </a:lnTo>
                      <a:lnTo>
                        <a:pt x="0" y="0"/>
                      </a:lnTo>
                      <a:close/>
                    </a:path>
                  </a:pathLst>
                </a:custGeom>
                <a:grpFill/>
                <a:ln>
                  <a:noFill/>
                </a:ln>
                <a:extLst>
                  <a:ext uri="{91240B29-F687-4f45-9708-019B960494DF}">
                    <a14:hiddenLine xmlns="" xmlns:lc="http://schemas.openxmlformats.org/drawingml/2006/lockedCanvas" xmlns:a14="http://schemas.microsoft.com/office/drawing/2010/main" xmlns:p14="http://schemas.microsoft.com/office/powerpoint/2010/main" xmlns:a16="http://schemas.microsoft.com/office/drawing/2014/main" w="9525">
                      <a:solidFill>
                        <a:srgbClr val="000000"/>
                      </a:solidFill>
                      <a:round/>
                      <a:headEnd/>
                      <a:tailEnd/>
                    </a14:hiddenLine>
                  </a:ext>
                </a:extLst>
              </p:spPr>
              <p:txBody>
                <a:bodyPr anchor="ctr"/>
                <a:lstStyle/>
                <a:p>
                  <a:pPr algn="ctr">
                    <a:lnSpc>
                      <a:spcPct val="120000"/>
                    </a:lnSpc>
                  </a:pPr>
                  <a:endParaRPr sz="3200">
                    <a:cs typeface="+mn-ea"/>
                    <a:sym typeface="+mn-lt"/>
                  </a:endParaRPr>
                </a:p>
              </p:txBody>
            </p:sp>
            <p:sp>
              <p:nvSpPr>
                <p:cNvPr id="199" name="îŝliḋè">
                  <a:extLst>
                    <a:ext uri="{FF2B5EF4-FFF2-40B4-BE49-F238E27FC236}">
                      <a16:creationId xmlns:a16="http://schemas.microsoft.com/office/drawing/2014/main" id="{5CBA29A3-004A-49CB-8D51-89A48228AF1C}"/>
                    </a:ext>
                  </a:extLst>
                </p:cNvPr>
                <p:cNvSpPr/>
                <p:nvPr/>
              </p:nvSpPr>
              <p:spPr bwMode="auto">
                <a:xfrm>
                  <a:off x="4075390" y="874242"/>
                  <a:ext cx="83328" cy="35537"/>
                </a:xfrm>
                <a:custGeom>
                  <a:avLst/>
                  <a:gdLst>
                    <a:gd name="T0" fmla="*/ 0 w 68"/>
                    <a:gd name="T1" fmla="*/ 0 h 29"/>
                    <a:gd name="T2" fmla="*/ 0 w 68"/>
                    <a:gd name="T3" fmla="*/ 29 h 29"/>
                    <a:gd name="T4" fmla="*/ 14 w 68"/>
                    <a:gd name="T5" fmla="*/ 29 h 29"/>
                    <a:gd name="T6" fmla="*/ 54 w 68"/>
                    <a:gd name="T7" fmla="*/ 29 h 29"/>
                    <a:gd name="T8" fmla="*/ 68 w 68"/>
                    <a:gd name="T9" fmla="*/ 29 h 29"/>
                    <a:gd name="T10" fmla="*/ 68 w 68"/>
                    <a:gd name="T11" fmla="*/ 0 h 29"/>
                    <a:gd name="T12" fmla="*/ 54 w 68"/>
                    <a:gd name="T13" fmla="*/ 0 h 29"/>
                    <a:gd name="T14" fmla="*/ 14 w 68"/>
                    <a:gd name="T15" fmla="*/ 0 h 29"/>
                    <a:gd name="T16" fmla="*/ 0 w 68"/>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8" h="29">
                      <a:moveTo>
                        <a:pt x="0" y="0"/>
                      </a:moveTo>
                      <a:lnTo>
                        <a:pt x="0" y="29"/>
                      </a:lnTo>
                      <a:lnTo>
                        <a:pt x="14" y="29"/>
                      </a:lnTo>
                      <a:lnTo>
                        <a:pt x="54" y="29"/>
                      </a:lnTo>
                      <a:lnTo>
                        <a:pt x="68" y="29"/>
                      </a:lnTo>
                      <a:lnTo>
                        <a:pt x="68" y="0"/>
                      </a:lnTo>
                      <a:lnTo>
                        <a:pt x="54" y="0"/>
                      </a:lnTo>
                      <a:lnTo>
                        <a:pt x="14" y="0"/>
                      </a:lnTo>
                      <a:lnTo>
                        <a:pt x="0" y="0"/>
                      </a:lnTo>
                      <a:close/>
                    </a:path>
                  </a:pathLst>
                </a:custGeom>
                <a:grpFill/>
                <a:ln>
                  <a:noFill/>
                </a:ln>
                <a:extLst>
                  <a:ext uri="{91240B29-F687-4f45-9708-019B960494DF}">
                    <a14:hiddenLine xmlns="" xmlns:lc="http://schemas.openxmlformats.org/drawingml/2006/lockedCanvas" xmlns:a14="http://schemas.microsoft.com/office/drawing/2010/main" xmlns:p14="http://schemas.microsoft.com/office/powerpoint/2010/main" xmlns:a16="http://schemas.microsoft.com/office/drawing/2014/main" w="9525">
                      <a:solidFill>
                        <a:srgbClr val="000000"/>
                      </a:solidFill>
                      <a:round/>
                      <a:headEnd/>
                      <a:tailEnd/>
                    </a14:hiddenLine>
                  </a:ext>
                </a:extLst>
              </p:spPr>
              <p:txBody>
                <a:bodyPr anchor="ctr"/>
                <a:lstStyle/>
                <a:p>
                  <a:pPr algn="ctr">
                    <a:lnSpc>
                      <a:spcPct val="120000"/>
                    </a:lnSpc>
                  </a:pPr>
                  <a:endParaRPr sz="3200">
                    <a:cs typeface="+mn-ea"/>
                    <a:sym typeface="+mn-lt"/>
                  </a:endParaRPr>
                </a:p>
              </p:txBody>
            </p:sp>
            <p:sp>
              <p:nvSpPr>
                <p:cNvPr id="200" name="ïṩļidè">
                  <a:extLst>
                    <a:ext uri="{FF2B5EF4-FFF2-40B4-BE49-F238E27FC236}">
                      <a16:creationId xmlns:a16="http://schemas.microsoft.com/office/drawing/2014/main" id="{61006880-9F52-4D4A-B4A2-BB6B94515C6B}"/>
                    </a:ext>
                  </a:extLst>
                </p:cNvPr>
                <p:cNvSpPr/>
                <p:nvPr/>
              </p:nvSpPr>
              <p:spPr bwMode="auto">
                <a:xfrm>
                  <a:off x="4185677" y="790914"/>
                  <a:ext cx="83328" cy="35537"/>
                </a:xfrm>
                <a:custGeom>
                  <a:avLst/>
                  <a:gdLst>
                    <a:gd name="T0" fmla="*/ 14 w 68"/>
                    <a:gd name="T1" fmla="*/ 0 h 29"/>
                    <a:gd name="T2" fmla="*/ 0 w 68"/>
                    <a:gd name="T3" fmla="*/ 0 h 29"/>
                    <a:gd name="T4" fmla="*/ 0 w 68"/>
                    <a:gd name="T5" fmla="*/ 29 h 29"/>
                    <a:gd name="T6" fmla="*/ 14 w 68"/>
                    <a:gd name="T7" fmla="*/ 29 h 29"/>
                    <a:gd name="T8" fmla="*/ 50 w 68"/>
                    <a:gd name="T9" fmla="*/ 29 h 29"/>
                    <a:gd name="T10" fmla="*/ 68 w 68"/>
                    <a:gd name="T11" fmla="*/ 29 h 29"/>
                    <a:gd name="T12" fmla="*/ 68 w 68"/>
                    <a:gd name="T13" fmla="*/ 0 h 29"/>
                    <a:gd name="T14" fmla="*/ 50 w 68"/>
                    <a:gd name="T15" fmla="*/ 0 h 29"/>
                    <a:gd name="T16" fmla="*/ 14 w 68"/>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8" h="29">
                      <a:moveTo>
                        <a:pt x="14" y="0"/>
                      </a:moveTo>
                      <a:lnTo>
                        <a:pt x="0" y="0"/>
                      </a:lnTo>
                      <a:lnTo>
                        <a:pt x="0" y="29"/>
                      </a:lnTo>
                      <a:lnTo>
                        <a:pt x="14" y="29"/>
                      </a:lnTo>
                      <a:lnTo>
                        <a:pt x="50" y="29"/>
                      </a:lnTo>
                      <a:lnTo>
                        <a:pt x="68" y="29"/>
                      </a:lnTo>
                      <a:lnTo>
                        <a:pt x="68" y="0"/>
                      </a:lnTo>
                      <a:lnTo>
                        <a:pt x="50" y="0"/>
                      </a:lnTo>
                      <a:lnTo>
                        <a:pt x="14" y="0"/>
                      </a:lnTo>
                      <a:close/>
                    </a:path>
                  </a:pathLst>
                </a:custGeom>
                <a:grpFill/>
                <a:ln>
                  <a:noFill/>
                </a:ln>
                <a:extLst>
                  <a:ext uri="{91240B29-F687-4f45-9708-019B960494DF}">
                    <a14:hiddenLine xmlns="" xmlns:lc="http://schemas.openxmlformats.org/drawingml/2006/lockedCanvas" xmlns:a14="http://schemas.microsoft.com/office/drawing/2010/main" xmlns:p14="http://schemas.microsoft.com/office/powerpoint/2010/main" xmlns:a16="http://schemas.microsoft.com/office/drawing/2014/main" w="9525">
                      <a:solidFill>
                        <a:srgbClr val="000000"/>
                      </a:solidFill>
                      <a:round/>
                      <a:headEnd/>
                      <a:tailEnd/>
                    </a14:hiddenLine>
                  </a:ext>
                </a:extLst>
              </p:spPr>
              <p:txBody>
                <a:bodyPr anchor="ctr"/>
                <a:lstStyle/>
                <a:p>
                  <a:pPr algn="ctr">
                    <a:lnSpc>
                      <a:spcPct val="120000"/>
                    </a:lnSpc>
                  </a:pPr>
                  <a:endParaRPr sz="3200">
                    <a:cs typeface="+mn-ea"/>
                    <a:sym typeface="+mn-lt"/>
                  </a:endParaRPr>
                </a:p>
              </p:txBody>
            </p:sp>
            <p:sp>
              <p:nvSpPr>
                <p:cNvPr id="201" name="išḻíḓê">
                  <a:extLst>
                    <a:ext uri="{FF2B5EF4-FFF2-40B4-BE49-F238E27FC236}">
                      <a16:creationId xmlns:a16="http://schemas.microsoft.com/office/drawing/2014/main" id="{1C692490-1926-4242-B1B8-5CB3B3886FF9}"/>
                    </a:ext>
                  </a:extLst>
                </p:cNvPr>
                <p:cNvSpPr/>
                <p:nvPr/>
              </p:nvSpPr>
              <p:spPr bwMode="auto">
                <a:xfrm>
                  <a:off x="4335177" y="623032"/>
                  <a:ext cx="442374" cy="344341"/>
                </a:xfrm>
                <a:custGeom>
                  <a:avLst/>
                  <a:gdLst>
                    <a:gd name="T0" fmla="*/ 89 w 100"/>
                    <a:gd name="T1" fmla="*/ 17 h 78"/>
                    <a:gd name="T2" fmla="*/ 81 w 100"/>
                    <a:gd name="T3" fmla="*/ 18 h 78"/>
                    <a:gd name="T4" fmla="*/ 81 w 100"/>
                    <a:gd name="T5" fmla="*/ 22 h 78"/>
                    <a:gd name="T6" fmla="*/ 91 w 100"/>
                    <a:gd name="T7" fmla="*/ 44 h 78"/>
                    <a:gd name="T8" fmla="*/ 91 w 100"/>
                    <a:gd name="T9" fmla="*/ 55 h 78"/>
                    <a:gd name="T10" fmla="*/ 81 w 100"/>
                    <a:gd name="T11" fmla="*/ 78 h 78"/>
                    <a:gd name="T12" fmla="*/ 100 w 100"/>
                    <a:gd name="T13" fmla="*/ 74 h 78"/>
                    <a:gd name="T14" fmla="*/ 100 w 100"/>
                    <a:gd name="T15" fmla="*/ 28 h 78"/>
                    <a:gd name="T16" fmla="*/ 80 w 100"/>
                    <a:gd name="T17" fmla="*/ 0 h 78"/>
                    <a:gd name="T18" fmla="*/ 50 w 100"/>
                    <a:gd name="T19" fmla="*/ 6 h 78"/>
                    <a:gd name="T20" fmla="*/ 81 w 100"/>
                    <a:gd name="T21" fmla="*/ 18 h 78"/>
                    <a:gd name="T22" fmla="*/ 50 w 100"/>
                    <a:gd name="T23" fmla="*/ 63 h 78"/>
                    <a:gd name="T24" fmla="*/ 76 w 100"/>
                    <a:gd name="T25" fmla="*/ 74 h 78"/>
                    <a:gd name="T26" fmla="*/ 81 w 100"/>
                    <a:gd name="T27" fmla="*/ 78 h 78"/>
                    <a:gd name="T28" fmla="*/ 71 w 100"/>
                    <a:gd name="T29" fmla="*/ 55 h 78"/>
                    <a:gd name="T30" fmla="*/ 81 w 100"/>
                    <a:gd name="T31" fmla="*/ 44 h 78"/>
                    <a:gd name="T32" fmla="*/ 50 w 100"/>
                    <a:gd name="T33" fmla="*/ 22 h 78"/>
                    <a:gd name="T34" fmla="*/ 50 w 100"/>
                    <a:gd name="T35" fmla="*/ 0 h 78"/>
                    <a:gd name="T36" fmla="*/ 19 w 100"/>
                    <a:gd name="T37" fmla="*/ 1 h 78"/>
                    <a:gd name="T38" fmla="*/ 25 w 100"/>
                    <a:gd name="T39" fmla="*/ 6 h 78"/>
                    <a:gd name="T40" fmla="*/ 50 w 100"/>
                    <a:gd name="T41" fmla="*/ 6 h 78"/>
                    <a:gd name="T42" fmla="*/ 19 w 100"/>
                    <a:gd name="T43" fmla="*/ 78 h 78"/>
                    <a:gd name="T44" fmla="*/ 24 w 100"/>
                    <a:gd name="T45" fmla="*/ 74 h 78"/>
                    <a:gd name="T46" fmla="*/ 50 w 100"/>
                    <a:gd name="T47" fmla="*/ 63 h 78"/>
                    <a:gd name="T48" fmla="*/ 19 w 100"/>
                    <a:gd name="T49" fmla="*/ 22 h 78"/>
                    <a:gd name="T50" fmla="*/ 29 w 100"/>
                    <a:gd name="T51" fmla="*/ 44 h 78"/>
                    <a:gd name="T52" fmla="*/ 29 w 100"/>
                    <a:gd name="T53" fmla="*/ 55 h 78"/>
                    <a:gd name="T54" fmla="*/ 19 w 100"/>
                    <a:gd name="T55" fmla="*/ 78 h 78"/>
                    <a:gd name="T56" fmla="*/ 10 w 100"/>
                    <a:gd name="T57" fmla="*/ 17 h 78"/>
                    <a:gd name="T58" fmla="*/ 0 w 100"/>
                    <a:gd name="T59" fmla="*/ 60 h 78"/>
                    <a:gd name="T60" fmla="*/ 0 w 100"/>
                    <a:gd name="T61" fmla="*/ 74 h 78"/>
                    <a:gd name="T62" fmla="*/ 19 w 100"/>
                    <a:gd name="T63" fmla="*/ 78 h 78"/>
                    <a:gd name="T64" fmla="*/ 9 w 100"/>
                    <a:gd name="T65" fmla="*/ 55 h 78"/>
                    <a:gd name="T66" fmla="*/ 19 w 100"/>
                    <a:gd name="T67" fmla="*/ 44 h 78"/>
                    <a:gd name="T68" fmla="*/ 17 w 100"/>
                    <a:gd name="T69" fmla="*/ 22 h 78"/>
                    <a:gd name="T70" fmla="*/ 19 w 100"/>
                    <a:gd name="T71" fmla="*/ 1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00" h="78">
                      <a:moveTo>
                        <a:pt x="100" y="28"/>
                      </a:moveTo>
                      <a:cubicBezTo>
                        <a:pt x="89" y="17"/>
                        <a:pt x="89" y="17"/>
                        <a:pt x="89" y="17"/>
                      </a:cubicBezTo>
                      <a:cubicBezTo>
                        <a:pt x="81" y="1"/>
                        <a:pt x="81" y="1"/>
                        <a:pt x="81" y="1"/>
                      </a:cubicBezTo>
                      <a:cubicBezTo>
                        <a:pt x="81" y="18"/>
                        <a:pt x="81" y="18"/>
                        <a:pt x="81" y="18"/>
                      </a:cubicBezTo>
                      <a:cubicBezTo>
                        <a:pt x="83" y="22"/>
                        <a:pt x="83" y="22"/>
                        <a:pt x="83" y="22"/>
                      </a:cubicBezTo>
                      <a:cubicBezTo>
                        <a:pt x="81" y="22"/>
                        <a:pt x="81" y="22"/>
                        <a:pt x="81" y="22"/>
                      </a:cubicBezTo>
                      <a:cubicBezTo>
                        <a:pt x="81" y="44"/>
                        <a:pt x="81" y="44"/>
                        <a:pt x="81" y="44"/>
                      </a:cubicBezTo>
                      <a:cubicBezTo>
                        <a:pt x="91" y="44"/>
                        <a:pt x="91" y="44"/>
                        <a:pt x="91" y="44"/>
                      </a:cubicBezTo>
                      <a:cubicBezTo>
                        <a:pt x="91" y="55"/>
                        <a:pt x="91" y="55"/>
                        <a:pt x="91" y="55"/>
                      </a:cubicBezTo>
                      <a:cubicBezTo>
                        <a:pt x="91" y="55"/>
                        <a:pt x="91" y="55"/>
                        <a:pt x="91" y="55"/>
                      </a:cubicBezTo>
                      <a:cubicBezTo>
                        <a:pt x="81" y="55"/>
                        <a:pt x="81" y="55"/>
                        <a:pt x="81" y="55"/>
                      </a:cubicBezTo>
                      <a:cubicBezTo>
                        <a:pt x="81" y="78"/>
                        <a:pt x="81" y="78"/>
                        <a:pt x="81" y="78"/>
                      </a:cubicBezTo>
                      <a:cubicBezTo>
                        <a:pt x="95" y="78"/>
                        <a:pt x="95" y="78"/>
                        <a:pt x="95" y="78"/>
                      </a:cubicBezTo>
                      <a:cubicBezTo>
                        <a:pt x="97" y="78"/>
                        <a:pt x="100" y="76"/>
                        <a:pt x="100" y="74"/>
                      </a:cubicBezTo>
                      <a:cubicBezTo>
                        <a:pt x="100" y="63"/>
                        <a:pt x="100" y="63"/>
                        <a:pt x="100" y="63"/>
                      </a:cubicBezTo>
                      <a:lnTo>
                        <a:pt x="100" y="28"/>
                      </a:lnTo>
                      <a:close/>
                      <a:moveTo>
                        <a:pt x="81" y="1"/>
                      </a:moveTo>
                      <a:cubicBezTo>
                        <a:pt x="80" y="0"/>
                        <a:pt x="80" y="0"/>
                        <a:pt x="80" y="0"/>
                      </a:cubicBezTo>
                      <a:cubicBezTo>
                        <a:pt x="50" y="0"/>
                        <a:pt x="50" y="0"/>
                        <a:pt x="50" y="0"/>
                      </a:cubicBezTo>
                      <a:cubicBezTo>
                        <a:pt x="50" y="6"/>
                        <a:pt x="50" y="6"/>
                        <a:pt x="50" y="6"/>
                      </a:cubicBezTo>
                      <a:cubicBezTo>
                        <a:pt x="75" y="6"/>
                        <a:pt x="75" y="6"/>
                        <a:pt x="75" y="6"/>
                      </a:cubicBezTo>
                      <a:cubicBezTo>
                        <a:pt x="81" y="18"/>
                        <a:pt x="81" y="18"/>
                        <a:pt x="81" y="18"/>
                      </a:cubicBezTo>
                      <a:cubicBezTo>
                        <a:pt x="81" y="1"/>
                        <a:pt x="81" y="1"/>
                        <a:pt x="81" y="1"/>
                      </a:cubicBezTo>
                      <a:close/>
                      <a:moveTo>
                        <a:pt x="50" y="63"/>
                      </a:moveTo>
                      <a:cubicBezTo>
                        <a:pt x="76" y="63"/>
                        <a:pt x="76" y="63"/>
                        <a:pt x="76" y="63"/>
                      </a:cubicBezTo>
                      <a:cubicBezTo>
                        <a:pt x="76" y="74"/>
                        <a:pt x="76" y="74"/>
                        <a:pt x="76" y="74"/>
                      </a:cubicBezTo>
                      <a:cubicBezTo>
                        <a:pt x="76" y="76"/>
                        <a:pt x="78" y="78"/>
                        <a:pt x="80" y="78"/>
                      </a:cubicBezTo>
                      <a:cubicBezTo>
                        <a:pt x="81" y="78"/>
                        <a:pt x="81" y="78"/>
                        <a:pt x="81" y="78"/>
                      </a:cubicBezTo>
                      <a:cubicBezTo>
                        <a:pt x="81" y="55"/>
                        <a:pt x="81" y="55"/>
                        <a:pt x="81" y="55"/>
                      </a:cubicBezTo>
                      <a:cubicBezTo>
                        <a:pt x="71" y="55"/>
                        <a:pt x="71" y="55"/>
                        <a:pt x="71" y="55"/>
                      </a:cubicBezTo>
                      <a:cubicBezTo>
                        <a:pt x="71" y="44"/>
                        <a:pt x="71" y="44"/>
                        <a:pt x="71" y="44"/>
                      </a:cubicBezTo>
                      <a:cubicBezTo>
                        <a:pt x="81" y="44"/>
                        <a:pt x="81" y="44"/>
                        <a:pt x="81" y="44"/>
                      </a:cubicBezTo>
                      <a:cubicBezTo>
                        <a:pt x="81" y="22"/>
                        <a:pt x="81" y="22"/>
                        <a:pt x="81" y="22"/>
                      </a:cubicBezTo>
                      <a:cubicBezTo>
                        <a:pt x="50" y="22"/>
                        <a:pt x="50" y="22"/>
                        <a:pt x="50" y="22"/>
                      </a:cubicBezTo>
                      <a:lnTo>
                        <a:pt x="50" y="63"/>
                      </a:lnTo>
                      <a:close/>
                      <a:moveTo>
                        <a:pt x="50" y="0"/>
                      </a:moveTo>
                      <a:cubicBezTo>
                        <a:pt x="20" y="0"/>
                        <a:pt x="20" y="0"/>
                        <a:pt x="20" y="0"/>
                      </a:cubicBezTo>
                      <a:cubicBezTo>
                        <a:pt x="19" y="1"/>
                        <a:pt x="19" y="1"/>
                        <a:pt x="19" y="1"/>
                      </a:cubicBezTo>
                      <a:cubicBezTo>
                        <a:pt x="19" y="18"/>
                        <a:pt x="19" y="18"/>
                        <a:pt x="19" y="18"/>
                      </a:cubicBezTo>
                      <a:cubicBezTo>
                        <a:pt x="25" y="6"/>
                        <a:pt x="25" y="6"/>
                        <a:pt x="25" y="6"/>
                      </a:cubicBezTo>
                      <a:cubicBezTo>
                        <a:pt x="25" y="6"/>
                        <a:pt x="25" y="6"/>
                        <a:pt x="25" y="6"/>
                      </a:cubicBezTo>
                      <a:cubicBezTo>
                        <a:pt x="50" y="6"/>
                        <a:pt x="50" y="6"/>
                        <a:pt x="50" y="6"/>
                      </a:cubicBezTo>
                      <a:cubicBezTo>
                        <a:pt x="50" y="0"/>
                        <a:pt x="50" y="0"/>
                        <a:pt x="50" y="0"/>
                      </a:cubicBezTo>
                      <a:close/>
                      <a:moveTo>
                        <a:pt x="19" y="78"/>
                      </a:moveTo>
                      <a:cubicBezTo>
                        <a:pt x="19" y="78"/>
                        <a:pt x="19" y="78"/>
                        <a:pt x="19" y="78"/>
                      </a:cubicBezTo>
                      <a:cubicBezTo>
                        <a:pt x="22" y="78"/>
                        <a:pt x="24" y="76"/>
                        <a:pt x="24" y="74"/>
                      </a:cubicBezTo>
                      <a:cubicBezTo>
                        <a:pt x="24" y="63"/>
                        <a:pt x="24" y="63"/>
                        <a:pt x="24" y="63"/>
                      </a:cubicBezTo>
                      <a:cubicBezTo>
                        <a:pt x="50" y="63"/>
                        <a:pt x="50" y="63"/>
                        <a:pt x="50" y="63"/>
                      </a:cubicBezTo>
                      <a:cubicBezTo>
                        <a:pt x="50" y="22"/>
                        <a:pt x="50" y="22"/>
                        <a:pt x="50" y="22"/>
                      </a:cubicBezTo>
                      <a:cubicBezTo>
                        <a:pt x="19" y="22"/>
                        <a:pt x="19" y="22"/>
                        <a:pt x="19" y="22"/>
                      </a:cubicBezTo>
                      <a:cubicBezTo>
                        <a:pt x="19" y="44"/>
                        <a:pt x="19" y="44"/>
                        <a:pt x="19" y="44"/>
                      </a:cubicBezTo>
                      <a:cubicBezTo>
                        <a:pt x="29" y="44"/>
                        <a:pt x="29" y="44"/>
                        <a:pt x="29" y="44"/>
                      </a:cubicBezTo>
                      <a:cubicBezTo>
                        <a:pt x="29" y="55"/>
                        <a:pt x="29" y="55"/>
                        <a:pt x="29" y="55"/>
                      </a:cubicBezTo>
                      <a:cubicBezTo>
                        <a:pt x="29" y="55"/>
                        <a:pt x="29" y="55"/>
                        <a:pt x="29" y="55"/>
                      </a:cubicBezTo>
                      <a:cubicBezTo>
                        <a:pt x="19" y="55"/>
                        <a:pt x="19" y="55"/>
                        <a:pt x="19" y="55"/>
                      </a:cubicBezTo>
                      <a:lnTo>
                        <a:pt x="19" y="78"/>
                      </a:lnTo>
                      <a:close/>
                      <a:moveTo>
                        <a:pt x="19" y="1"/>
                      </a:moveTo>
                      <a:cubicBezTo>
                        <a:pt x="10" y="17"/>
                        <a:pt x="10" y="17"/>
                        <a:pt x="10" y="17"/>
                      </a:cubicBezTo>
                      <a:cubicBezTo>
                        <a:pt x="0" y="28"/>
                        <a:pt x="0" y="28"/>
                        <a:pt x="0" y="28"/>
                      </a:cubicBezTo>
                      <a:cubicBezTo>
                        <a:pt x="0" y="60"/>
                        <a:pt x="0" y="60"/>
                        <a:pt x="0" y="60"/>
                      </a:cubicBezTo>
                      <a:cubicBezTo>
                        <a:pt x="0" y="63"/>
                        <a:pt x="0" y="63"/>
                        <a:pt x="0" y="63"/>
                      </a:cubicBezTo>
                      <a:cubicBezTo>
                        <a:pt x="0" y="74"/>
                        <a:pt x="0" y="74"/>
                        <a:pt x="0" y="74"/>
                      </a:cubicBezTo>
                      <a:cubicBezTo>
                        <a:pt x="0" y="76"/>
                        <a:pt x="2" y="78"/>
                        <a:pt x="5" y="78"/>
                      </a:cubicBezTo>
                      <a:cubicBezTo>
                        <a:pt x="19" y="78"/>
                        <a:pt x="19" y="78"/>
                        <a:pt x="19" y="78"/>
                      </a:cubicBezTo>
                      <a:cubicBezTo>
                        <a:pt x="19" y="55"/>
                        <a:pt x="19" y="55"/>
                        <a:pt x="19" y="55"/>
                      </a:cubicBezTo>
                      <a:cubicBezTo>
                        <a:pt x="9" y="55"/>
                        <a:pt x="9" y="55"/>
                        <a:pt x="9" y="55"/>
                      </a:cubicBezTo>
                      <a:cubicBezTo>
                        <a:pt x="9" y="44"/>
                        <a:pt x="9" y="44"/>
                        <a:pt x="9" y="44"/>
                      </a:cubicBezTo>
                      <a:cubicBezTo>
                        <a:pt x="19" y="44"/>
                        <a:pt x="19" y="44"/>
                        <a:pt x="19" y="44"/>
                      </a:cubicBezTo>
                      <a:cubicBezTo>
                        <a:pt x="19" y="22"/>
                        <a:pt x="19" y="22"/>
                        <a:pt x="19" y="22"/>
                      </a:cubicBezTo>
                      <a:cubicBezTo>
                        <a:pt x="17" y="22"/>
                        <a:pt x="17" y="22"/>
                        <a:pt x="17" y="22"/>
                      </a:cubicBezTo>
                      <a:cubicBezTo>
                        <a:pt x="19" y="18"/>
                        <a:pt x="19" y="18"/>
                        <a:pt x="19" y="18"/>
                      </a:cubicBezTo>
                      <a:lnTo>
                        <a:pt x="19" y="1"/>
                      </a:lnTo>
                      <a:close/>
                    </a:path>
                  </a:pathLst>
                </a:custGeom>
                <a:grpFill/>
                <a:ln>
                  <a:noFill/>
                </a:ln>
                <a:extLst>
                  <a:ext uri="{91240B29-F687-4f45-9708-019B960494DF}">
                    <a14:hiddenLine xmlns="" xmlns:lc="http://schemas.openxmlformats.org/drawingml/2006/lockedCanvas" xmlns:a14="http://schemas.microsoft.com/office/drawing/2010/main" xmlns:p14="http://schemas.microsoft.com/office/powerpoint/2010/main" xmlns:a16="http://schemas.microsoft.com/office/drawing/2014/main" w="9525">
                      <a:solidFill>
                        <a:srgbClr val="000000"/>
                      </a:solidFill>
                      <a:round/>
                      <a:headEnd/>
                      <a:tailEnd/>
                    </a14:hiddenLine>
                  </a:ext>
                </a:extLst>
              </p:spPr>
              <p:txBody>
                <a:bodyPr anchor="ctr"/>
                <a:lstStyle/>
                <a:p>
                  <a:pPr algn="ctr">
                    <a:lnSpc>
                      <a:spcPct val="120000"/>
                    </a:lnSpc>
                  </a:pPr>
                  <a:endParaRPr sz="3200">
                    <a:cs typeface="+mn-ea"/>
                    <a:sym typeface="+mn-lt"/>
                  </a:endParaRPr>
                </a:p>
              </p:txBody>
            </p:sp>
            <p:sp>
              <p:nvSpPr>
                <p:cNvPr id="202" name="îṧḷidè">
                  <a:extLst>
                    <a:ext uri="{FF2B5EF4-FFF2-40B4-BE49-F238E27FC236}">
                      <a16:creationId xmlns:a16="http://schemas.microsoft.com/office/drawing/2014/main" id="{B0FD1FEB-BB96-42EE-8231-876FE3A818FB}"/>
                    </a:ext>
                  </a:extLst>
                </p:cNvPr>
                <p:cNvSpPr/>
                <p:nvPr/>
              </p:nvSpPr>
              <p:spPr bwMode="auto">
                <a:xfrm>
                  <a:off x="2913699" y="3453735"/>
                  <a:ext cx="374976" cy="379878"/>
                </a:xfrm>
                <a:custGeom>
                  <a:avLst/>
                  <a:gdLst>
                    <a:gd name="T0" fmla="*/ 64 w 85"/>
                    <a:gd name="T1" fmla="*/ 80 h 86"/>
                    <a:gd name="T2" fmla="*/ 79 w 85"/>
                    <a:gd name="T3" fmla="*/ 64 h 86"/>
                    <a:gd name="T4" fmla="*/ 84 w 85"/>
                    <a:gd name="T5" fmla="*/ 52 h 86"/>
                    <a:gd name="T6" fmla="*/ 84 w 85"/>
                    <a:gd name="T7" fmla="*/ 34 h 86"/>
                    <a:gd name="T8" fmla="*/ 79 w 85"/>
                    <a:gd name="T9" fmla="*/ 22 h 86"/>
                    <a:gd name="T10" fmla="*/ 64 w 85"/>
                    <a:gd name="T11" fmla="*/ 6 h 86"/>
                    <a:gd name="T12" fmla="*/ 58 w 85"/>
                    <a:gd name="T13" fmla="*/ 3 h 86"/>
                    <a:gd name="T14" fmla="*/ 45 w 85"/>
                    <a:gd name="T15" fmla="*/ 0 h 86"/>
                    <a:gd name="T16" fmla="*/ 47 w 85"/>
                    <a:gd name="T17" fmla="*/ 5 h 86"/>
                    <a:gd name="T18" fmla="*/ 53 w 85"/>
                    <a:gd name="T19" fmla="*/ 5 h 86"/>
                    <a:gd name="T20" fmla="*/ 57 w 85"/>
                    <a:gd name="T21" fmla="*/ 6 h 86"/>
                    <a:gd name="T22" fmla="*/ 56 w 85"/>
                    <a:gd name="T23" fmla="*/ 7 h 86"/>
                    <a:gd name="T24" fmla="*/ 49 w 85"/>
                    <a:gd name="T25" fmla="*/ 9 h 86"/>
                    <a:gd name="T26" fmla="*/ 50 w 85"/>
                    <a:gd name="T27" fmla="*/ 14 h 86"/>
                    <a:gd name="T28" fmla="*/ 54 w 85"/>
                    <a:gd name="T29" fmla="*/ 17 h 86"/>
                    <a:gd name="T30" fmla="*/ 60 w 85"/>
                    <a:gd name="T31" fmla="*/ 9 h 86"/>
                    <a:gd name="T32" fmla="*/ 65 w 85"/>
                    <a:gd name="T33" fmla="*/ 10 h 86"/>
                    <a:gd name="T34" fmla="*/ 68 w 85"/>
                    <a:gd name="T35" fmla="*/ 12 h 86"/>
                    <a:gd name="T36" fmla="*/ 70 w 85"/>
                    <a:gd name="T37" fmla="*/ 18 h 86"/>
                    <a:gd name="T38" fmla="*/ 69 w 85"/>
                    <a:gd name="T39" fmla="*/ 21 h 86"/>
                    <a:gd name="T40" fmla="*/ 67 w 85"/>
                    <a:gd name="T41" fmla="*/ 19 h 86"/>
                    <a:gd name="T42" fmla="*/ 61 w 85"/>
                    <a:gd name="T43" fmla="*/ 19 h 86"/>
                    <a:gd name="T44" fmla="*/ 65 w 85"/>
                    <a:gd name="T45" fmla="*/ 21 h 86"/>
                    <a:gd name="T46" fmla="*/ 56 w 85"/>
                    <a:gd name="T47" fmla="*/ 25 h 86"/>
                    <a:gd name="T48" fmla="*/ 52 w 85"/>
                    <a:gd name="T49" fmla="*/ 28 h 86"/>
                    <a:gd name="T50" fmla="*/ 46 w 85"/>
                    <a:gd name="T51" fmla="*/ 33 h 86"/>
                    <a:gd name="T52" fmla="*/ 49 w 85"/>
                    <a:gd name="T53" fmla="*/ 51 h 86"/>
                    <a:gd name="T54" fmla="*/ 54 w 85"/>
                    <a:gd name="T55" fmla="*/ 52 h 86"/>
                    <a:gd name="T56" fmla="*/ 59 w 85"/>
                    <a:gd name="T57" fmla="*/ 54 h 86"/>
                    <a:gd name="T58" fmla="*/ 66 w 85"/>
                    <a:gd name="T59" fmla="*/ 58 h 86"/>
                    <a:gd name="T60" fmla="*/ 71 w 85"/>
                    <a:gd name="T61" fmla="*/ 62 h 86"/>
                    <a:gd name="T62" fmla="*/ 77 w 85"/>
                    <a:gd name="T63" fmla="*/ 64 h 86"/>
                    <a:gd name="T64" fmla="*/ 49 w 85"/>
                    <a:gd name="T65" fmla="*/ 75 h 86"/>
                    <a:gd name="T66" fmla="*/ 0 w 85"/>
                    <a:gd name="T67" fmla="*/ 36 h 86"/>
                    <a:gd name="T68" fmla="*/ 1 w 85"/>
                    <a:gd name="T69" fmla="*/ 54 h 86"/>
                    <a:gd name="T70" fmla="*/ 9 w 85"/>
                    <a:gd name="T71" fmla="*/ 69 h 86"/>
                    <a:gd name="T72" fmla="*/ 27 w 85"/>
                    <a:gd name="T73" fmla="*/ 83 h 86"/>
                    <a:gd name="T74" fmla="*/ 43 w 85"/>
                    <a:gd name="T75" fmla="*/ 68 h 86"/>
                    <a:gd name="T76" fmla="*/ 42 w 85"/>
                    <a:gd name="T77" fmla="*/ 61 h 86"/>
                    <a:gd name="T78" fmla="*/ 44 w 85"/>
                    <a:gd name="T79" fmla="*/ 55 h 86"/>
                    <a:gd name="T80" fmla="*/ 39 w 85"/>
                    <a:gd name="T81" fmla="*/ 53 h 86"/>
                    <a:gd name="T82" fmla="*/ 33 w 85"/>
                    <a:gd name="T83" fmla="*/ 49 h 86"/>
                    <a:gd name="T84" fmla="*/ 24 w 85"/>
                    <a:gd name="T85" fmla="*/ 46 h 86"/>
                    <a:gd name="T86" fmla="*/ 21 w 85"/>
                    <a:gd name="T87" fmla="*/ 38 h 86"/>
                    <a:gd name="T88" fmla="*/ 18 w 85"/>
                    <a:gd name="T89" fmla="*/ 37 h 86"/>
                    <a:gd name="T90" fmla="*/ 18 w 85"/>
                    <a:gd name="T91" fmla="*/ 39 h 86"/>
                    <a:gd name="T92" fmla="*/ 15 w 85"/>
                    <a:gd name="T93" fmla="*/ 32 h 86"/>
                    <a:gd name="T94" fmla="*/ 15 w 85"/>
                    <a:gd name="T95" fmla="*/ 25 h 86"/>
                    <a:gd name="T96" fmla="*/ 19 w 85"/>
                    <a:gd name="T97" fmla="*/ 17 h 86"/>
                    <a:gd name="T98" fmla="*/ 18 w 85"/>
                    <a:gd name="T99" fmla="*/ 12 h 86"/>
                    <a:gd name="T100" fmla="*/ 38 w 85"/>
                    <a:gd name="T101" fmla="*/ 3 h 86"/>
                    <a:gd name="T102" fmla="*/ 45 w 85"/>
                    <a:gd name="T103" fmla="*/ 0 h 86"/>
                    <a:gd name="T104" fmla="*/ 26 w 85"/>
                    <a:gd name="T105" fmla="*/ 3 h 86"/>
                    <a:gd name="T106" fmla="*/ 12 w 85"/>
                    <a:gd name="T107" fmla="*/ 13 h 86"/>
                    <a:gd name="T108" fmla="*/ 3 w 85"/>
                    <a:gd name="T109" fmla="*/ 27 h 86"/>
                    <a:gd name="T110" fmla="*/ 45 w 85"/>
                    <a:gd name="T111" fmla="*/ 54 h 86"/>
                    <a:gd name="T112" fmla="*/ 39 w 85"/>
                    <a:gd name="T113" fmla="*/ 47 h 86"/>
                    <a:gd name="T114" fmla="*/ 38 w 85"/>
                    <a:gd name="T115" fmla="*/ 44 h 86"/>
                    <a:gd name="T116" fmla="*/ 30 w 85"/>
                    <a:gd name="T117" fmla="*/ 45 h 86"/>
                    <a:gd name="T118" fmla="*/ 34 w 85"/>
                    <a:gd name="T119" fmla="*/ 36 h 86"/>
                    <a:gd name="T120" fmla="*/ 42 w 85"/>
                    <a:gd name="T121" fmla="*/ 36 h 86"/>
                    <a:gd name="T122" fmla="*/ 44 w 85"/>
                    <a:gd name="T123" fmla="*/ 3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85" h="86">
                      <a:moveTo>
                        <a:pt x="45" y="85"/>
                      </a:moveTo>
                      <a:cubicBezTo>
                        <a:pt x="48" y="85"/>
                        <a:pt x="50" y="85"/>
                        <a:pt x="52" y="84"/>
                      </a:cubicBezTo>
                      <a:cubicBezTo>
                        <a:pt x="53" y="84"/>
                        <a:pt x="55" y="84"/>
                        <a:pt x="56" y="83"/>
                      </a:cubicBezTo>
                      <a:cubicBezTo>
                        <a:pt x="57" y="83"/>
                        <a:pt x="57" y="83"/>
                        <a:pt x="58" y="83"/>
                      </a:cubicBezTo>
                      <a:cubicBezTo>
                        <a:pt x="59" y="82"/>
                        <a:pt x="61" y="82"/>
                        <a:pt x="62" y="81"/>
                      </a:cubicBezTo>
                      <a:cubicBezTo>
                        <a:pt x="63" y="81"/>
                        <a:pt x="63" y="80"/>
                        <a:pt x="64" y="80"/>
                      </a:cubicBezTo>
                      <a:cubicBezTo>
                        <a:pt x="66" y="78"/>
                        <a:pt x="69" y="77"/>
                        <a:pt x="71" y="74"/>
                      </a:cubicBezTo>
                      <a:cubicBezTo>
                        <a:pt x="72" y="74"/>
                        <a:pt x="72" y="74"/>
                        <a:pt x="73" y="73"/>
                      </a:cubicBezTo>
                      <a:cubicBezTo>
                        <a:pt x="73" y="73"/>
                        <a:pt x="74" y="72"/>
                        <a:pt x="74" y="72"/>
                      </a:cubicBezTo>
                      <a:cubicBezTo>
                        <a:pt x="75" y="71"/>
                        <a:pt x="75" y="70"/>
                        <a:pt x="76" y="69"/>
                      </a:cubicBezTo>
                      <a:cubicBezTo>
                        <a:pt x="77" y="68"/>
                        <a:pt x="78" y="67"/>
                        <a:pt x="79" y="65"/>
                      </a:cubicBezTo>
                      <a:cubicBezTo>
                        <a:pt x="79" y="65"/>
                        <a:pt x="79" y="65"/>
                        <a:pt x="79" y="64"/>
                      </a:cubicBezTo>
                      <a:cubicBezTo>
                        <a:pt x="80" y="64"/>
                        <a:pt x="80" y="63"/>
                        <a:pt x="80" y="62"/>
                      </a:cubicBezTo>
                      <a:cubicBezTo>
                        <a:pt x="81" y="62"/>
                        <a:pt x="81" y="62"/>
                        <a:pt x="81" y="61"/>
                      </a:cubicBezTo>
                      <a:cubicBezTo>
                        <a:pt x="81" y="61"/>
                        <a:pt x="82" y="60"/>
                        <a:pt x="82" y="60"/>
                      </a:cubicBezTo>
                      <a:cubicBezTo>
                        <a:pt x="82" y="59"/>
                        <a:pt x="82" y="58"/>
                        <a:pt x="83" y="58"/>
                      </a:cubicBezTo>
                      <a:cubicBezTo>
                        <a:pt x="83" y="56"/>
                        <a:pt x="83" y="55"/>
                        <a:pt x="84" y="54"/>
                      </a:cubicBezTo>
                      <a:cubicBezTo>
                        <a:pt x="84" y="53"/>
                        <a:pt x="84" y="52"/>
                        <a:pt x="84" y="52"/>
                      </a:cubicBezTo>
                      <a:cubicBezTo>
                        <a:pt x="84" y="51"/>
                        <a:pt x="85" y="50"/>
                        <a:pt x="85" y="49"/>
                      </a:cubicBezTo>
                      <a:cubicBezTo>
                        <a:pt x="85" y="49"/>
                        <a:pt x="85" y="48"/>
                        <a:pt x="85" y="47"/>
                      </a:cubicBezTo>
                      <a:cubicBezTo>
                        <a:pt x="85" y="46"/>
                        <a:pt x="85" y="44"/>
                        <a:pt x="85" y="43"/>
                      </a:cubicBezTo>
                      <a:cubicBezTo>
                        <a:pt x="85" y="41"/>
                        <a:pt x="85" y="40"/>
                        <a:pt x="85" y="39"/>
                      </a:cubicBezTo>
                      <a:cubicBezTo>
                        <a:pt x="85" y="38"/>
                        <a:pt x="85" y="37"/>
                        <a:pt x="85" y="36"/>
                      </a:cubicBezTo>
                      <a:cubicBezTo>
                        <a:pt x="85" y="36"/>
                        <a:pt x="84" y="35"/>
                        <a:pt x="84" y="34"/>
                      </a:cubicBezTo>
                      <a:cubicBezTo>
                        <a:pt x="84" y="34"/>
                        <a:pt x="84" y="33"/>
                        <a:pt x="84" y="32"/>
                      </a:cubicBezTo>
                      <a:cubicBezTo>
                        <a:pt x="83" y="31"/>
                        <a:pt x="83" y="30"/>
                        <a:pt x="83" y="28"/>
                      </a:cubicBezTo>
                      <a:cubicBezTo>
                        <a:pt x="82" y="28"/>
                        <a:pt x="82" y="28"/>
                        <a:pt x="82" y="27"/>
                      </a:cubicBezTo>
                      <a:cubicBezTo>
                        <a:pt x="82" y="26"/>
                        <a:pt x="81" y="25"/>
                        <a:pt x="81" y="24"/>
                      </a:cubicBezTo>
                      <a:cubicBezTo>
                        <a:pt x="81" y="24"/>
                        <a:pt x="81" y="24"/>
                        <a:pt x="80" y="23"/>
                      </a:cubicBezTo>
                      <a:cubicBezTo>
                        <a:pt x="80" y="23"/>
                        <a:pt x="80" y="22"/>
                        <a:pt x="79" y="22"/>
                      </a:cubicBezTo>
                      <a:cubicBezTo>
                        <a:pt x="78" y="20"/>
                        <a:pt x="77" y="18"/>
                        <a:pt x="76" y="17"/>
                      </a:cubicBezTo>
                      <a:cubicBezTo>
                        <a:pt x="75" y="16"/>
                        <a:pt x="75" y="15"/>
                        <a:pt x="74" y="14"/>
                      </a:cubicBezTo>
                      <a:cubicBezTo>
                        <a:pt x="74" y="14"/>
                        <a:pt x="73" y="13"/>
                        <a:pt x="73" y="13"/>
                      </a:cubicBezTo>
                      <a:cubicBezTo>
                        <a:pt x="72" y="12"/>
                        <a:pt x="72" y="12"/>
                        <a:pt x="71" y="11"/>
                      </a:cubicBezTo>
                      <a:cubicBezTo>
                        <a:pt x="70" y="10"/>
                        <a:pt x="69" y="10"/>
                        <a:pt x="68" y="9"/>
                      </a:cubicBezTo>
                      <a:cubicBezTo>
                        <a:pt x="67" y="8"/>
                        <a:pt x="65" y="7"/>
                        <a:pt x="64" y="6"/>
                      </a:cubicBezTo>
                      <a:cubicBezTo>
                        <a:pt x="63" y="6"/>
                        <a:pt x="63" y="5"/>
                        <a:pt x="62" y="5"/>
                      </a:cubicBezTo>
                      <a:cubicBezTo>
                        <a:pt x="62" y="5"/>
                        <a:pt x="61" y="5"/>
                        <a:pt x="61" y="5"/>
                      </a:cubicBezTo>
                      <a:cubicBezTo>
                        <a:pt x="61" y="4"/>
                        <a:pt x="60" y="4"/>
                        <a:pt x="60" y="4"/>
                      </a:cubicBezTo>
                      <a:cubicBezTo>
                        <a:pt x="60" y="4"/>
                        <a:pt x="60" y="4"/>
                        <a:pt x="60" y="4"/>
                      </a:cubicBezTo>
                      <a:cubicBezTo>
                        <a:pt x="59" y="4"/>
                        <a:pt x="59" y="3"/>
                        <a:pt x="58" y="3"/>
                      </a:cubicBezTo>
                      <a:cubicBezTo>
                        <a:pt x="58" y="3"/>
                        <a:pt x="58" y="3"/>
                        <a:pt x="58" y="3"/>
                      </a:cubicBezTo>
                      <a:cubicBezTo>
                        <a:pt x="58" y="3"/>
                        <a:pt x="57" y="3"/>
                        <a:pt x="56" y="3"/>
                      </a:cubicBezTo>
                      <a:cubicBezTo>
                        <a:pt x="56" y="3"/>
                        <a:pt x="56" y="3"/>
                        <a:pt x="56" y="3"/>
                      </a:cubicBezTo>
                      <a:cubicBezTo>
                        <a:pt x="55" y="2"/>
                        <a:pt x="54" y="2"/>
                        <a:pt x="52" y="1"/>
                      </a:cubicBezTo>
                      <a:cubicBezTo>
                        <a:pt x="52" y="1"/>
                        <a:pt x="51" y="1"/>
                        <a:pt x="51" y="1"/>
                      </a:cubicBezTo>
                      <a:cubicBezTo>
                        <a:pt x="51" y="1"/>
                        <a:pt x="50" y="1"/>
                        <a:pt x="50" y="1"/>
                      </a:cubicBezTo>
                      <a:cubicBezTo>
                        <a:pt x="49" y="1"/>
                        <a:pt x="47" y="0"/>
                        <a:pt x="45" y="0"/>
                      </a:cubicBezTo>
                      <a:cubicBezTo>
                        <a:pt x="45" y="3"/>
                        <a:pt x="45" y="3"/>
                        <a:pt x="45" y="3"/>
                      </a:cubicBezTo>
                      <a:cubicBezTo>
                        <a:pt x="47" y="3"/>
                        <a:pt x="49" y="3"/>
                        <a:pt x="51" y="3"/>
                      </a:cubicBezTo>
                      <a:cubicBezTo>
                        <a:pt x="50" y="4"/>
                        <a:pt x="50" y="4"/>
                        <a:pt x="50" y="4"/>
                      </a:cubicBezTo>
                      <a:cubicBezTo>
                        <a:pt x="49" y="4"/>
                        <a:pt x="49" y="4"/>
                        <a:pt x="49" y="4"/>
                      </a:cubicBezTo>
                      <a:cubicBezTo>
                        <a:pt x="48" y="4"/>
                        <a:pt x="48" y="4"/>
                        <a:pt x="47" y="4"/>
                      </a:cubicBezTo>
                      <a:cubicBezTo>
                        <a:pt x="47" y="4"/>
                        <a:pt x="47" y="4"/>
                        <a:pt x="47" y="5"/>
                      </a:cubicBezTo>
                      <a:cubicBezTo>
                        <a:pt x="48" y="5"/>
                        <a:pt x="49" y="5"/>
                        <a:pt x="49" y="5"/>
                      </a:cubicBezTo>
                      <a:cubicBezTo>
                        <a:pt x="50" y="5"/>
                        <a:pt x="51" y="5"/>
                        <a:pt x="51" y="5"/>
                      </a:cubicBezTo>
                      <a:cubicBezTo>
                        <a:pt x="51" y="4"/>
                        <a:pt x="51" y="4"/>
                        <a:pt x="51" y="4"/>
                      </a:cubicBezTo>
                      <a:cubicBezTo>
                        <a:pt x="51" y="4"/>
                        <a:pt x="52" y="4"/>
                        <a:pt x="52" y="4"/>
                      </a:cubicBezTo>
                      <a:cubicBezTo>
                        <a:pt x="52" y="4"/>
                        <a:pt x="53" y="4"/>
                        <a:pt x="53" y="4"/>
                      </a:cubicBezTo>
                      <a:cubicBezTo>
                        <a:pt x="53" y="4"/>
                        <a:pt x="53" y="4"/>
                        <a:pt x="53" y="5"/>
                      </a:cubicBezTo>
                      <a:cubicBezTo>
                        <a:pt x="53" y="5"/>
                        <a:pt x="54" y="5"/>
                        <a:pt x="54" y="4"/>
                      </a:cubicBezTo>
                      <a:cubicBezTo>
                        <a:pt x="54" y="4"/>
                        <a:pt x="54" y="4"/>
                        <a:pt x="54" y="4"/>
                      </a:cubicBezTo>
                      <a:cubicBezTo>
                        <a:pt x="55" y="4"/>
                        <a:pt x="55" y="5"/>
                        <a:pt x="56" y="5"/>
                      </a:cubicBezTo>
                      <a:cubicBezTo>
                        <a:pt x="57" y="5"/>
                        <a:pt x="58" y="6"/>
                        <a:pt x="59" y="6"/>
                      </a:cubicBezTo>
                      <a:cubicBezTo>
                        <a:pt x="59" y="6"/>
                        <a:pt x="58" y="6"/>
                        <a:pt x="58" y="6"/>
                      </a:cubicBezTo>
                      <a:cubicBezTo>
                        <a:pt x="58" y="6"/>
                        <a:pt x="58" y="6"/>
                        <a:pt x="57" y="6"/>
                      </a:cubicBezTo>
                      <a:cubicBezTo>
                        <a:pt x="57" y="6"/>
                        <a:pt x="58" y="7"/>
                        <a:pt x="58" y="7"/>
                      </a:cubicBezTo>
                      <a:cubicBezTo>
                        <a:pt x="59" y="7"/>
                        <a:pt x="59" y="7"/>
                        <a:pt x="59" y="8"/>
                      </a:cubicBezTo>
                      <a:cubicBezTo>
                        <a:pt x="59" y="9"/>
                        <a:pt x="58" y="8"/>
                        <a:pt x="58" y="8"/>
                      </a:cubicBezTo>
                      <a:cubicBezTo>
                        <a:pt x="57" y="8"/>
                        <a:pt x="56" y="9"/>
                        <a:pt x="55" y="8"/>
                      </a:cubicBezTo>
                      <a:cubicBezTo>
                        <a:pt x="56" y="7"/>
                        <a:pt x="56" y="7"/>
                        <a:pt x="56" y="7"/>
                      </a:cubicBezTo>
                      <a:cubicBezTo>
                        <a:pt x="56" y="7"/>
                        <a:pt x="56" y="7"/>
                        <a:pt x="56" y="7"/>
                      </a:cubicBezTo>
                      <a:cubicBezTo>
                        <a:pt x="56" y="7"/>
                        <a:pt x="55" y="7"/>
                        <a:pt x="55" y="7"/>
                      </a:cubicBezTo>
                      <a:cubicBezTo>
                        <a:pt x="55" y="7"/>
                        <a:pt x="55" y="8"/>
                        <a:pt x="54" y="8"/>
                      </a:cubicBezTo>
                      <a:cubicBezTo>
                        <a:pt x="54" y="8"/>
                        <a:pt x="54" y="8"/>
                        <a:pt x="53" y="8"/>
                      </a:cubicBezTo>
                      <a:cubicBezTo>
                        <a:pt x="53" y="8"/>
                        <a:pt x="52" y="8"/>
                        <a:pt x="52" y="9"/>
                      </a:cubicBezTo>
                      <a:cubicBezTo>
                        <a:pt x="52" y="9"/>
                        <a:pt x="51" y="9"/>
                        <a:pt x="51" y="9"/>
                      </a:cubicBezTo>
                      <a:cubicBezTo>
                        <a:pt x="51" y="9"/>
                        <a:pt x="50" y="9"/>
                        <a:pt x="49" y="9"/>
                      </a:cubicBezTo>
                      <a:cubicBezTo>
                        <a:pt x="49" y="10"/>
                        <a:pt x="48" y="10"/>
                        <a:pt x="48" y="10"/>
                      </a:cubicBezTo>
                      <a:cubicBezTo>
                        <a:pt x="48" y="11"/>
                        <a:pt x="47" y="11"/>
                        <a:pt x="47" y="11"/>
                      </a:cubicBezTo>
                      <a:cubicBezTo>
                        <a:pt x="47" y="12"/>
                        <a:pt x="48" y="12"/>
                        <a:pt x="48" y="12"/>
                      </a:cubicBezTo>
                      <a:cubicBezTo>
                        <a:pt x="48" y="12"/>
                        <a:pt x="47" y="13"/>
                        <a:pt x="48" y="13"/>
                      </a:cubicBezTo>
                      <a:cubicBezTo>
                        <a:pt x="48" y="13"/>
                        <a:pt x="48" y="13"/>
                        <a:pt x="48" y="13"/>
                      </a:cubicBezTo>
                      <a:cubicBezTo>
                        <a:pt x="49" y="13"/>
                        <a:pt x="50" y="14"/>
                        <a:pt x="50" y="14"/>
                      </a:cubicBezTo>
                      <a:cubicBezTo>
                        <a:pt x="51" y="14"/>
                        <a:pt x="51" y="14"/>
                        <a:pt x="52" y="14"/>
                      </a:cubicBezTo>
                      <a:cubicBezTo>
                        <a:pt x="52" y="14"/>
                        <a:pt x="53" y="14"/>
                        <a:pt x="53" y="15"/>
                      </a:cubicBezTo>
                      <a:cubicBezTo>
                        <a:pt x="53" y="15"/>
                        <a:pt x="52" y="15"/>
                        <a:pt x="52" y="16"/>
                      </a:cubicBezTo>
                      <a:cubicBezTo>
                        <a:pt x="53" y="16"/>
                        <a:pt x="52" y="16"/>
                        <a:pt x="52" y="17"/>
                      </a:cubicBezTo>
                      <a:cubicBezTo>
                        <a:pt x="52" y="17"/>
                        <a:pt x="53" y="18"/>
                        <a:pt x="53" y="18"/>
                      </a:cubicBezTo>
                      <a:cubicBezTo>
                        <a:pt x="53" y="18"/>
                        <a:pt x="54" y="17"/>
                        <a:pt x="54" y="17"/>
                      </a:cubicBezTo>
                      <a:cubicBezTo>
                        <a:pt x="54" y="16"/>
                        <a:pt x="54" y="15"/>
                        <a:pt x="55" y="15"/>
                      </a:cubicBezTo>
                      <a:cubicBezTo>
                        <a:pt x="57" y="15"/>
                        <a:pt x="59" y="14"/>
                        <a:pt x="59" y="12"/>
                      </a:cubicBezTo>
                      <a:cubicBezTo>
                        <a:pt x="59" y="12"/>
                        <a:pt x="58" y="11"/>
                        <a:pt x="59" y="11"/>
                      </a:cubicBezTo>
                      <a:cubicBezTo>
                        <a:pt x="59" y="11"/>
                        <a:pt x="59" y="10"/>
                        <a:pt x="59" y="10"/>
                      </a:cubicBezTo>
                      <a:cubicBezTo>
                        <a:pt x="59" y="10"/>
                        <a:pt x="59" y="10"/>
                        <a:pt x="60" y="10"/>
                      </a:cubicBezTo>
                      <a:cubicBezTo>
                        <a:pt x="60" y="9"/>
                        <a:pt x="60" y="9"/>
                        <a:pt x="60" y="9"/>
                      </a:cubicBezTo>
                      <a:cubicBezTo>
                        <a:pt x="60" y="9"/>
                        <a:pt x="60" y="9"/>
                        <a:pt x="60" y="9"/>
                      </a:cubicBezTo>
                      <a:cubicBezTo>
                        <a:pt x="60" y="9"/>
                        <a:pt x="61" y="9"/>
                        <a:pt x="61" y="9"/>
                      </a:cubicBezTo>
                      <a:cubicBezTo>
                        <a:pt x="61" y="9"/>
                        <a:pt x="62" y="9"/>
                        <a:pt x="62" y="9"/>
                      </a:cubicBezTo>
                      <a:cubicBezTo>
                        <a:pt x="62" y="9"/>
                        <a:pt x="63" y="9"/>
                        <a:pt x="63" y="9"/>
                      </a:cubicBezTo>
                      <a:cubicBezTo>
                        <a:pt x="63" y="9"/>
                        <a:pt x="64" y="9"/>
                        <a:pt x="64" y="10"/>
                      </a:cubicBezTo>
                      <a:cubicBezTo>
                        <a:pt x="64" y="10"/>
                        <a:pt x="64" y="10"/>
                        <a:pt x="65" y="10"/>
                      </a:cubicBezTo>
                      <a:cubicBezTo>
                        <a:pt x="64" y="11"/>
                        <a:pt x="64" y="11"/>
                        <a:pt x="64" y="11"/>
                      </a:cubicBezTo>
                      <a:cubicBezTo>
                        <a:pt x="64" y="11"/>
                        <a:pt x="64" y="11"/>
                        <a:pt x="64" y="11"/>
                      </a:cubicBezTo>
                      <a:cubicBezTo>
                        <a:pt x="64" y="12"/>
                        <a:pt x="65" y="12"/>
                        <a:pt x="65" y="12"/>
                      </a:cubicBezTo>
                      <a:cubicBezTo>
                        <a:pt x="65" y="12"/>
                        <a:pt x="66" y="12"/>
                        <a:pt x="66" y="12"/>
                      </a:cubicBezTo>
                      <a:cubicBezTo>
                        <a:pt x="66" y="11"/>
                        <a:pt x="67" y="11"/>
                        <a:pt x="67" y="11"/>
                      </a:cubicBezTo>
                      <a:cubicBezTo>
                        <a:pt x="67" y="11"/>
                        <a:pt x="68" y="12"/>
                        <a:pt x="68" y="12"/>
                      </a:cubicBezTo>
                      <a:cubicBezTo>
                        <a:pt x="68" y="12"/>
                        <a:pt x="68" y="12"/>
                        <a:pt x="68" y="12"/>
                      </a:cubicBezTo>
                      <a:cubicBezTo>
                        <a:pt x="68" y="13"/>
                        <a:pt x="68" y="13"/>
                        <a:pt x="68" y="14"/>
                      </a:cubicBezTo>
                      <a:cubicBezTo>
                        <a:pt x="68" y="15"/>
                        <a:pt x="69" y="14"/>
                        <a:pt x="70" y="15"/>
                      </a:cubicBezTo>
                      <a:cubicBezTo>
                        <a:pt x="70" y="15"/>
                        <a:pt x="70" y="15"/>
                        <a:pt x="70" y="15"/>
                      </a:cubicBezTo>
                      <a:cubicBezTo>
                        <a:pt x="70" y="16"/>
                        <a:pt x="71" y="16"/>
                        <a:pt x="71" y="16"/>
                      </a:cubicBezTo>
                      <a:cubicBezTo>
                        <a:pt x="71" y="17"/>
                        <a:pt x="70" y="17"/>
                        <a:pt x="70" y="18"/>
                      </a:cubicBezTo>
                      <a:cubicBezTo>
                        <a:pt x="70" y="18"/>
                        <a:pt x="70" y="18"/>
                        <a:pt x="70" y="19"/>
                      </a:cubicBezTo>
                      <a:cubicBezTo>
                        <a:pt x="70" y="19"/>
                        <a:pt x="71" y="19"/>
                        <a:pt x="71" y="19"/>
                      </a:cubicBezTo>
                      <a:cubicBezTo>
                        <a:pt x="71" y="20"/>
                        <a:pt x="71" y="20"/>
                        <a:pt x="71" y="20"/>
                      </a:cubicBezTo>
                      <a:cubicBezTo>
                        <a:pt x="71" y="21"/>
                        <a:pt x="71" y="21"/>
                        <a:pt x="71" y="21"/>
                      </a:cubicBezTo>
                      <a:cubicBezTo>
                        <a:pt x="70" y="21"/>
                        <a:pt x="70" y="21"/>
                        <a:pt x="70" y="21"/>
                      </a:cubicBezTo>
                      <a:cubicBezTo>
                        <a:pt x="69" y="21"/>
                        <a:pt x="69" y="21"/>
                        <a:pt x="69" y="21"/>
                      </a:cubicBezTo>
                      <a:cubicBezTo>
                        <a:pt x="69" y="21"/>
                        <a:pt x="68" y="21"/>
                        <a:pt x="68" y="21"/>
                      </a:cubicBezTo>
                      <a:cubicBezTo>
                        <a:pt x="68" y="21"/>
                        <a:pt x="67" y="21"/>
                        <a:pt x="67" y="20"/>
                      </a:cubicBezTo>
                      <a:cubicBezTo>
                        <a:pt x="67" y="20"/>
                        <a:pt x="68" y="19"/>
                        <a:pt x="69" y="18"/>
                      </a:cubicBezTo>
                      <a:cubicBezTo>
                        <a:pt x="69" y="18"/>
                        <a:pt x="69" y="18"/>
                        <a:pt x="69" y="18"/>
                      </a:cubicBezTo>
                      <a:cubicBezTo>
                        <a:pt x="69" y="17"/>
                        <a:pt x="68" y="18"/>
                        <a:pt x="68" y="18"/>
                      </a:cubicBezTo>
                      <a:cubicBezTo>
                        <a:pt x="68" y="18"/>
                        <a:pt x="67" y="18"/>
                        <a:pt x="67" y="19"/>
                      </a:cubicBezTo>
                      <a:cubicBezTo>
                        <a:pt x="66" y="19"/>
                        <a:pt x="65" y="18"/>
                        <a:pt x="64" y="19"/>
                      </a:cubicBezTo>
                      <a:cubicBezTo>
                        <a:pt x="64" y="19"/>
                        <a:pt x="65" y="19"/>
                        <a:pt x="65" y="19"/>
                      </a:cubicBezTo>
                      <a:cubicBezTo>
                        <a:pt x="65" y="19"/>
                        <a:pt x="64" y="20"/>
                        <a:pt x="64" y="19"/>
                      </a:cubicBezTo>
                      <a:cubicBezTo>
                        <a:pt x="64" y="19"/>
                        <a:pt x="64" y="19"/>
                        <a:pt x="64" y="19"/>
                      </a:cubicBezTo>
                      <a:cubicBezTo>
                        <a:pt x="64" y="19"/>
                        <a:pt x="63" y="18"/>
                        <a:pt x="62" y="19"/>
                      </a:cubicBezTo>
                      <a:cubicBezTo>
                        <a:pt x="62" y="19"/>
                        <a:pt x="61" y="19"/>
                        <a:pt x="61" y="19"/>
                      </a:cubicBezTo>
                      <a:cubicBezTo>
                        <a:pt x="62" y="20"/>
                        <a:pt x="63" y="19"/>
                        <a:pt x="63" y="20"/>
                      </a:cubicBezTo>
                      <a:cubicBezTo>
                        <a:pt x="63" y="20"/>
                        <a:pt x="62" y="21"/>
                        <a:pt x="62" y="21"/>
                      </a:cubicBezTo>
                      <a:cubicBezTo>
                        <a:pt x="62" y="22"/>
                        <a:pt x="62" y="22"/>
                        <a:pt x="63" y="22"/>
                      </a:cubicBezTo>
                      <a:cubicBezTo>
                        <a:pt x="63" y="22"/>
                        <a:pt x="63" y="22"/>
                        <a:pt x="63" y="22"/>
                      </a:cubicBezTo>
                      <a:cubicBezTo>
                        <a:pt x="64" y="22"/>
                        <a:pt x="64" y="22"/>
                        <a:pt x="64" y="22"/>
                      </a:cubicBezTo>
                      <a:cubicBezTo>
                        <a:pt x="64" y="22"/>
                        <a:pt x="65" y="21"/>
                        <a:pt x="65" y="21"/>
                      </a:cubicBezTo>
                      <a:cubicBezTo>
                        <a:pt x="66" y="22"/>
                        <a:pt x="65" y="22"/>
                        <a:pt x="64" y="23"/>
                      </a:cubicBezTo>
                      <a:cubicBezTo>
                        <a:pt x="63" y="23"/>
                        <a:pt x="62" y="23"/>
                        <a:pt x="62" y="23"/>
                      </a:cubicBezTo>
                      <a:cubicBezTo>
                        <a:pt x="61" y="23"/>
                        <a:pt x="60" y="25"/>
                        <a:pt x="60" y="24"/>
                      </a:cubicBezTo>
                      <a:cubicBezTo>
                        <a:pt x="60" y="23"/>
                        <a:pt x="61" y="23"/>
                        <a:pt x="61" y="23"/>
                      </a:cubicBezTo>
                      <a:cubicBezTo>
                        <a:pt x="60" y="23"/>
                        <a:pt x="59" y="23"/>
                        <a:pt x="59" y="23"/>
                      </a:cubicBezTo>
                      <a:cubicBezTo>
                        <a:pt x="58" y="24"/>
                        <a:pt x="56" y="24"/>
                        <a:pt x="56" y="25"/>
                      </a:cubicBezTo>
                      <a:cubicBezTo>
                        <a:pt x="56" y="25"/>
                        <a:pt x="56" y="26"/>
                        <a:pt x="56" y="26"/>
                      </a:cubicBezTo>
                      <a:cubicBezTo>
                        <a:pt x="56" y="26"/>
                        <a:pt x="55" y="26"/>
                        <a:pt x="55" y="26"/>
                      </a:cubicBezTo>
                      <a:cubicBezTo>
                        <a:pt x="55" y="26"/>
                        <a:pt x="54" y="26"/>
                        <a:pt x="54" y="26"/>
                      </a:cubicBezTo>
                      <a:cubicBezTo>
                        <a:pt x="54" y="27"/>
                        <a:pt x="53" y="27"/>
                        <a:pt x="53" y="27"/>
                      </a:cubicBezTo>
                      <a:cubicBezTo>
                        <a:pt x="53" y="27"/>
                        <a:pt x="53" y="27"/>
                        <a:pt x="52" y="28"/>
                      </a:cubicBezTo>
                      <a:cubicBezTo>
                        <a:pt x="52" y="28"/>
                        <a:pt x="52" y="28"/>
                        <a:pt x="52" y="28"/>
                      </a:cubicBezTo>
                      <a:cubicBezTo>
                        <a:pt x="51" y="28"/>
                        <a:pt x="51" y="29"/>
                        <a:pt x="51" y="29"/>
                      </a:cubicBezTo>
                      <a:cubicBezTo>
                        <a:pt x="51" y="29"/>
                        <a:pt x="50" y="29"/>
                        <a:pt x="50" y="29"/>
                      </a:cubicBezTo>
                      <a:cubicBezTo>
                        <a:pt x="50" y="29"/>
                        <a:pt x="50" y="30"/>
                        <a:pt x="50" y="31"/>
                      </a:cubicBezTo>
                      <a:cubicBezTo>
                        <a:pt x="50" y="31"/>
                        <a:pt x="49" y="31"/>
                        <a:pt x="48" y="32"/>
                      </a:cubicBezTo>
                      <a:cubicBezTo>
                        <a:pt x="48" y="32"/>
                        <a:pt x="48" y="32"/>
                        <a:pt x="47" y="32"/>
                      </a:cubicBezTo>
                      <a:cubicBezTo>
                        <a:pt x="47" y="33"/>
                        <a:pt x="46" y="33"/>
                        <a:pt x="46" y="33"/>
                      </a:cubicBezTo>
                      <a:cubicBezTo>
                        <a:pt x="46" y="33"/>
                        <a:pt x="46" y="33"/>
                        <a:pt x="45" y="34"/>
                      </a:cubicBezTo>
                      <a:cubicBezTo>
                        <a:pt x="45" y="53"/>
                        <a:pt x="45" y="53"/>
                        <a:pt x="45" y="53"/>
                      </a:cubicBezTo>
                      <a:cubicBezTo>
                        <a:pt x="46" y="53"/>
                        <a:pt x="46" y="53"/>
                        <a:pt x="46" y="53"/>
                      </a:cubicBezTo>
                      <a:cubicBezTo>
                        <a:pt x="46" y="52"/>
                        <a:pt x="46" y="52"/>
                        <a:pt x="47" y="52"/>
                      </a:cubicBezTo>
                      <a:cubicBezTo>
                        <a:pt x="47" y="51"/>
                        <a:pt x="48" y="52"/>
                        <a:pt x="48" y="51"/>
                      </a:cubicBezTo>
                      <a:cubicBezTo>
                        <a:pt x="49" y="51"/>
                        <a:pt x="49" y="51"/>
                        <a:pt x="49" y="51"/>
                      </a:cubicBezTo>
                      <a:cubicBezTo>
                        <a:pt x="49" y="51"/>
                        <a:pt x="49" y="50"/>
                        <a:pt x="50" y="51"/>
                      </a:cubicBezTo>
                      <a:cubicBezTo>
                        <a:pt x="50" y="51"/>
                        <a:pt x="49" y="51"/>
                        <a:pt x="50" y="52"/>
                      </a:cubicBezTo>
                      <a:cubicBezTo>
                        <a:pt x="50" y="52"/>
                        <a:pt x="51" y="51"/>
                        <a:pt x="51" y="51"/>
                      </a:cubicBezTo>
                      <a:cubicBezTo>
                        <a:pt x="51" y="51"/>
                        <a:pt x="52" y="51"/>
                        <a:pt x="52" y="51"/>
                      </a:cubicBezTo>
                      <a:cubicBezTo>
                        <a:pt x="52" y="52"/>
                        <a:pt x="52" y="52"/>
                        <a:pt x="53" y="52"/>
                      </a:cubicBezTo>
                      <a:cubicBezTo>
                        <a:pt x="53" y="52"/>
                        <a:pt x="53" y="52"/>
                        <a:pt x="54" y="52"/>
                      </a:cubicBezTo>
                      <a:cubicBezTo>
                        <a:pt x="54" y="52"/>
                        <a:pt x="55" y="52"/>
                        <a:pt x="55" y="52"/>
                      </a:cubicBezTo>
                      <a:cubicBezTo>
                        <a:pt x="55" y="52"/>
                        <a:pt x="56" y="52"/>
                        <a:pt x="56" y="52"/>
                      </a:cubicBezTo>
                      <a:cubicBezTo>
                        <a:pt x="57" y="52"/>
                        <a:pt x="57" y="52"/>
                        <a:pt x="57" y="52"/>
                      </a:cubicBezTo>
                      <a:cubicBezTo>
                        <a:pt x="58" y="53"/>
                        <a:pt x="58" y="52"/>
                        <a:pt x="58" y="52"/>
                      </a:cubicBezTo>
                      <a:cubicBezTo>
                        <a:pt x="58" y="53"/>
                        <a:pt x="58" y="53"/>
                        <a:pt x="58" y="53"/>
                      </a:cubicBezTo>
                      <a:cubicBezTo>
                        <a:pt x="59" y="53"/>
                        <a:pt x="59" y="53"/>
                        <a:pt x="59" y="54"/>
                      </a:cubicBezTo>
                      <a:cubicBezTo>
                        <a:pt x="59" y="54"/>
                        <a:pt x="59" y="54"/>
                        <a:pt x="60" y="54"/>
                      </a:cubicBezTo>
                      <a:cubicBezTo>
                        <a:pt x="60" y="54"/>
                        <a:pt x="60" y="55"/>
                        <a:pt x="60" y="55"/>
                      </a:cubicBezTo>
                      <a:cubicBezTo>
                        <a:pt x="61" y="55"/>
                        <a:pt x="62" y="56"/>
                        <a:pt x="62" y="56"/>
                      </a:cubicBezTo>
                      <a:cubicBezTo>
                        <a:pt x="63" y="56"/>
                        <a:pt x="63" y="56"/>
                        <a:pt x="63" y="56"/>
                      </a:cubicBezTo>
                      <a:cubicBezTo>
                        <a:pt x="64" y="56"/>
                        <a:pt x="65" y="56"/>
                        <a:pt x="66" y="57"/>
                      </a:cubicBezTo>
                      <a:cubicBezTo>
                        <a:pt x="66" y="57"/>
                        <a:pt x="66" y="57"/>
                        <a:pt x="66" y="58"/>
                      </a:cubicBezTo>
                      <a:cubicBezTo>
                        <a:pt x="67" y="58"/>
                        <a:pt x="66" y="58"/>
                        <a:pt x="67" y="59"/>
                      </a:cubicBezTo>
                      <a:cubicBezTo>
                        <a:pt x="67" y="59"/>
                        <a:pt x="68" y="59"/>
                        <a:pt x="67" y="60"/>
                      </a:cubicBezTo>
                      <a:cubicBezTo>
                        <a:pt x="67" y="61"/>
                        <a:pt x="68" y="61"/>
                        <a:pt x="68" y="61"/>
                      </a:cubicBezTo>
                      <a:cubicBezTo>
                        <a:pt x="68" y="61"/>
                        <a:pt x="69" y="62"/>
                        <a:pt x="69" y="62"/>
                      </a:cubicBezTo>
                      <a:cubicBezTo>
                        <a:pt x="69" y="62"/>
                        <a:pt x="69" y="62"/>
                        <a:pt x="69" y="62"/>
                      </a:cubicBezTo>
                      <a:cubicBezTo>
                        <a:pt x="70" y="62"/>
                        <a:pt x="70" y="62"/>
                        <a:pt x="71" y="62"/>
                      </a:cubicBezTo>
                      <a:cubicBezTo>
                        <a:pt x="71" y="62"/>
                        <a:pt x="71" y="62"/>
                        <a:pt x="72" y="62"/>
                      </a:cubicBezTo>
                      <a:cubicBezTo>
                        <a:pt x="72" y="62"/>
                        <a:pt x="72" y="63"/>
                        <a:pt x="72" y="63"/>
                      </a:cubicBezTo>
                      <a:cubicBezTo>
                        <a:pt x="72" y="63"/>
                        <a:pt x="73" y="63"/>
                        <a:pt x="73" y="63"/>
                      </a:cubicBezTo>
                      <a:cubicBezTo>
                        <a:pt x="74" y="63"/>
                        <a:pt x="74" y="63"/>
                        <a:pt x="75" y="63"/>
                      </a:cubicBezTo>
                      <a:cubicBezTo>
                        <a:pt x="75" y="63"/>
                        <a:pt x="75" y="63"/>
                        <a:pt x="75" y="63"/>
                      </a:cubicBezTo>
                      <a:cubicBezTo>
                        <a:pt x="76" y="63"/>
                        <a:pt x="76" y="64"/>
                        <a:pt x="77" y="64"/>
                      </a:cubicBezTo>
                      <a:cubicBezTo>
                        <a:pt x="71" y="73"/>
                        <a:pt x="62" y="80"/>
                        <a:pt x="52" y="82"/>
                      </a:cubicBezTo>
                      <a:cubicBezTo>
                        <a:pt x="52" y="82"/>
                        <a:pt x="52" y="81"/>
                        <a:pt x="52" y="81"/>
                      </a:cubicBezTo>
                      <a:cubicBezTo>
                        <a:pt x="52" y="80"/>
                        <a:pt x="52" y="79"/>
                        <a:pt x="52" y="79"/>
                      </a:cubicBezTo>
                      <a:cubicBezTo>
                        <a:pt x="52" y="78"/>
                        <a:pt x="52" y="77"/>
                        <a:pt x="51" y="77"/>
                      </a:cubicBezTo>
                      <a:cubicBezTo>
                        <a:pt x="51" y="76"/>
                        <a:pt x="50" y="76"/>
                        <a:pt x="50" y="75"/>
                      </a:cubicBezTo>
                      <a:cubicBezTo>
                        <a:pt x="49" y="75"/>
                        <a:pt x="49" y="75"/>
                        <a:pt x="49" y="75"/>
                      </a:cubicBezTo>
                      <a:cubicBezTo>
                        <a:pt x="48" y="75"/>
                        <a:pt x="46" y="74"/>
                        <a:pt x="46" y="73"/>
                      </a:cubicBezTo>
                      <a:cubicBezTo>
                        <a:pt x="46" y="73"/>
                        <a:pt x="46" y="73"/>
                        <a:pt x="46" y="72"/>
                      </a:cubicBezTo>
                      <a:cubicBezTo>
                        <a:pt x="46" y="72"/>
                        <a:pt x="46" y="72"/>
                        <a:pt x="45" y="72"/>
                      </a:cubicBezTo>
                      <a:lnTo>
                        <a:pt x="45" y="85"/>
                      </a:lnTo>
                      <a:close/>
                      <a:moveTo>
                        <a:pt x="1" y="34"/>
                      </a:moveTo>
                      <a:cubicBezTo>
                        <a:pt x="1" y="35"/>
                        <a:pt x="0" y="36"/>
                        <a:pt x="0" y="36"/>
                      </a:cubicBezTo>
                      <a:cubicBezTo>
                        <a:pt x="0" y="37"/>
                        <a:pt x="0" y="38"/>
                        <a:pt x="0" y="39"/>
                      </a:cubicBezTo>
                      <a:cubicBezTo>
                        <a:pt x="0" y="40"/>
                        <a:pt x="0" y="41"/>
                        <a:pt x="0" y="43"/>
                      </a:cubicBezTo>
                      <a:cubicBezTo>
                        <a:pt x="0" y="44"/>
                        <a:pt x="0" y="46"/>
                        <a:pt x="0" y="47"/>
                      </a:cubicBezTo>
                      <a:cubicBezTo>
                        <a:pt x="0" y="48"/>
                        <a:pt x="0" y="49"/>
                        <a:pt x="0" y="49"/>
                      </a:cubicBezTo>
                      <a:cubicBezTo>
                        <a:pt x="0" y="50"/>
                        <a:pt x="1" y="51"/>
                        <a:pt x="1" y="52"/>
                      </a:cubicBezTo>
                      <a:cubicBezTo>
                        <a:pt x="1" y="52"/>
                        <a:pt x="1" y="53"/>
                        <a:pt x="1" y="54"/>
                      </a:cubicBezTo>
                      <a:cubicBezTo>
                        <a:pt x="2" y="55"/>
                        <a:pt x="2" y="56"/>
                        <a:pt x="2" y="58"/>
                      </a:cubicBezTo>
                      <a:cubicBezTo>
                        <a:pt x="3" y="58"/>
                        <a:pt x="3" y="59"/>
                        <a:pt x="3" y="60"/>
                      </a:cubicBezTo>
                      <a:cubicBezTo>
                        <a:pt x="3" y="60"/>
                        <a:pt x="4" y="61"/>
                        <a:pt x="4" y="61"/>
                      </a:cubicBezTo>
                      <a:cubicBezTo>
                        <a:pt x="4" y="62"/>
                        <a:pt x="4" y="62"/>
                        <a:pt x="5" y="62"/>
                      </a:cubicBezTo>
                      <a:cubicBezTo>
                        <a:pt x="5" y="63"/>
                        <a:pt x="5" y="64"/>
                        <a:pt x="5" y="64"/>
                      </a:cubicBezTo>
                      <a:cubicBezTo>
                        <a:pt x="7" y="66"/>
                        <a:pt x="8" y="68"/>
                        <a:pt x="9" y="69"/>
                      </a:cubicBezTo>
                      <a:cubicBezTo>
                        <a:pt x="10" y="70"/>
                        <a:pt x="10" y="71"/>
                        <a:pt x="11" y="72"/>
                      </a:cubicBezTo>
                      <a:cubicBezTo>
                        <a:pt x="11" y="72"/>
                        <a:pt x="12" y="73"/>
                        <a:pt x="12" y="73"/>
                      </a:cubicBezTo>
                      <a:cubicBezTo>
                        <a:pt x="13" y="74"/>
                        <a:pt x="13" y="74"/>
                        <a:pt x="14" y="74"/>
                      </a:cubicBezTo>
                      <a:cubicBezTo>
                        <a:pt x="16" y="77"/>
                        <a:pt x="19" y="78"/>
                        <a:pt x="21" y="80"/>
                      </a:cubicBezTo>
                      <a:cubicBezTo>
                        <a:pt x="22" y="80"/>
                        <a:pt x="22" y="81"/>
                        <a:pt x="23" y="81"/>
                      </a:cubicBezTo>
                      <a:cubicBezTo>
                        <a:pt x="24" y="82"/>
                        <a:pt x="26" y="82"/>
                        <a:pt x="27" y="83"/>
                      </a:cubicBezTo>
                      <a:cubicBezTo>
                        <a:pt x="27" y="83"/>
                        <a:pt x="28" y="83"/>
                        <a:pt x="29" y="83"/>
                      </a:cubicBezTo>
                      <a:cubicBezTo>
                        <a:pt x="33" y="85"/>
                        <a:pt x="38" y="86"/>
                        <a:pt x="42" y="86"/>
                      </a:cubicBezTo>
                      <a:cubicBezTo>
                        <a:pt x="43" y="86"/>
                        <a:pt x="44" y="86"/>
                        <a:pt x="45" y="85"/>
                      </a:cubicBezTo>
                      <a:cubicBezTo>
                        <a:pt x="45" y="72"/>
                        <a:pt x="45" y="72"/>
                        <a:pt x="45" y="72"/>
                      </a:cubicBezTo>
                      <a:cubicBezTo>
                        <a:pt x="45" y="71"/>
                        <a:pt x="45" y="71"/>
                        <a:pt x="45" y="71"/>
                      </a:cubicBezTo>
                      <a:cubicBezTo>
                        <a:pt x="44" y="70"/>
                        <a:pt x="44" y="69"/>
                        <a:pt x="43" y="68"/>
                      </a:cubicBezTo>
                      <a:cubicBezTo>
                        <a:pt x="43" y="68"/>
                        <a:pt x="43" y="67"/>
                        <a:pt x="42" y="67"/>
                      </a:cubicBezTo>
                      <a:cubicBezTo>
                        <a:pt x="42" y="67"/>
                        <a:pt x="42" y="66"/>
                        <a:pt x="42" y="66"/>
                      </a:cubicBezTo>
                      <a:cubicBezTo>
                        <a:pt x="41" y="66"/>
                        <a:pt x="41" y="65"/>
                        <a:pt x="41" y="65"/>
                      </a:cubicBezTo>
                      <a:cubicBezTo>
                        <a:pt x="41" y="64"/>
                        <a:pt x="42" y="64"/>
                        <a:pt x="42" y="64"/>
                      </a:cubicBezTo>
                      <a:cubicBezTo>
                        <a:pt x="42" y="63"/>
                        <a:pt x="42" y="63"/>
                        <a:pt x="42" y="63"/>
                      </a:cubicBezTo>
                      <a:cubicBezTo>
                        <a:pt x="41" y="62"/>
                        <a:pt x="42" y="62"/>
                        <a:pt x="42" y="61"/>
                      </a:cubicBezTo>
                      <a:cubicBezTo>
                        <a:pt x="42" y="61"/>
                        <a:pt x="42" y="61"/>
                        <a:pt x="42" y="60"/>
                      </a:cubicBezTo>
                      <a:cubicBezTo>
                        <a:pt x="42" y="60"/>
                        <a:pt x="43" y="60"/>
                        <a:pt x="43" y="60"/>
                      </a:cubicBezTo>
                      <a:cubicBezTo>
                        <a:pt x="43" y="60"/>
                        <a:pt x="43" y="59"/>
                        <a:pt x="43" y="59"/>
                      </a:cubicBezTo>
                      <a:cubicBezTo>
                        <a:pt x="44" y="59"/>
                        <a:pt x="44" y="58"/>
                        <a:pt x="44" y="58"/>
                      </a:cubicBezTo>
                      <a:cubicBezTo>
                        <a:pt x="45" y="58"/>
                        <a:pt x="45" y="56"/>
                        <a:pt x="44" y="55"/>
                      </a:cubicBezTo>
                      <a:cubicBezTo>
                        <a:pt x="44" y="55"/>
                        <a:pt x="44" y="55"/>
                        <a:pt x="44" y="55"/>
                      </a:cubicBezTo>
                      <a:cubicBezTo>
                        <a:pt x="44" y="54"/>
                        <a:pt x="44" y="53"/>
                        <a:pt x="43" y="53"/>
                      </a:cubicBezTo>
                      <a:cubicBezTo>
                        <a:pt x="43" y="53"/>
                        <a:pt x="43" y="54"/>
                        <a:pt x="42" y="54"/>
                      </a:cubicBezTo>
                      <a:cubicBezTo>
                        <a:pt x="42" y="54"/>
                        <a:pt x="42" y="55"/>
                        <a:pt x="42" y="55"/>
                      </a:cubicBezTo>
                      <a:cubicBezTo>
                        <a:pt x="41" y="55"/>
                        <a:pt x="41" y="54"/>
                        <a:pt x="41" y="54"/>
                      </a:cubicBezTo>
                      <a:cubicBezTo>
                        <a:pt x="40" y="54"/>
                        <a:pt x="40" y="54"/>
                        <a:pt x="40" y="54"/>
                      </a:cubicBezTo>
                      <a:cubicBezTo>
                        <a:pt x="39" y="54"/>
                        <a:pt x="39" y="53"/>
                        <a:pt x="39" y="53"/>
                      </a:cubicBezTo>
                      <a:cubicBezTo>
                        <a:pt x="38" y="53"/>
                        <a:pt x="38" y="53"/>
                        <a:pt x="38" y="52"/>
                      </a:cubicBezTo>
                      <a:cubicBezTo>
                        <a:pt x="38" y="52"/>
                        <a:pt x="38" y="52"/>
                        <a:pt x="38" y="51"/>
                      </a:cubicBezTo>
                      <a:cubicBezTo>
                        <a:pt x="37" y="51"/>
                        <a:pt x="37" y="50"/>
                        <a:pt x="36" y="50"/>
                      </a:cubicBezTo>
                      <a:cubicBezTo>
                        <a:pt x="36" y="50"/>
                        <a:pt x="35" y="50"/>
                        <a:pt x="35" y="50"/>
                      </a:cubicBezTo>
                      <a:cubicBezTo>
                        <a:pt x="35" y="49"/>
                        <a:pt x="34" y="49"/>
                        <a:pt x="34" y="49"/>
                      </a:cubicBezTo>
                      <a:cubicBezTo>
                        <a:pt x="34" y="49"/>
                        <a:pt x="34" y="49"/>
                        <a:pt x="33" y="49"/>
                      </a:cubicBezTo>
                      <a:cubicBezTo>
                        <a:pt x="32" y="49"/>
                        <a:pt x="32" y="47"/>
                        <a:pt x="31" y="47"/>
                      </a:cubicBezTo>
                      <a:cubicBezTo>
                        <a:pt x="30" y="47"/>
                        <a:pt x="30" y="48"/>
                        <a:pt x="29" y="48"/>
                      </a:cubicBezTo>
                      <a:cubicBezTo>
                        <a:pt x="29" y="48"/>
                        <a:pt x="28" y="47"/>
                        <a:pt x="28" y="47"/>
                      </a:cubicBezTo>
                      <a:cubicBezTo>
                        <a:pt x="27" y="47"/>
                        <a:pt x="27" y="47"/>
                        <a:pt x="26" y="46"/>
                      </a:cubicBezTo>
                      <a:cubicBezTo>
                        <a:pt x="26" y="46"/>
                        <a:pt x="25" y="46"/>
                        <a:pt x="25" y="46"/>
                      </a:cubicBezTo>
                      <a:cubicBezTo>
                        <a:pt x="25" y="46"/>
                        <a:pt x="25" y="46"/>
                        <a:pt x="24" y="46"/>
                      </a:cubicBezTo>
                      <a:cubicBezTo>
                        <a:pt x="24" y="45"/>
                        <a:pt x="24" y="45"/>
                        <a:pt x="23" y="45"/>
                      </a:cubicBezTo>
                      <a:cubicBezTo>
                        <a:pt x="23" y="45"/>
                        <a:pt x="23" y="44"/>
                        <a:pt x="23" y="44"/>
                      </a:cubicBezTo>
                      <a:cubicBezTo>
                        <a:pt x="23" y="44"/>
                        <a:pt x="23" y="43"/>
                        <a:pt x="23" y="43"/>
                      </a:cubicBezTo>
                      <a:cubicBezTo>
                        <a:pt x="23" y="42"/>
                        <a:pt x="22" y="41"/>
                        <a:pt x="22" y="40"/>
                      </a:cubicBezTo>
                      <a:cubicBezTo>
                        <a:pt x="21" y="40"/>
                        <a:pt x="21" y="40"/>
                        <a:pt x="21" y="39"/>
                      </a:cubicBezTo>
                      <a:cubicBezTo>
                        <a:pt x="21" y="39"/>
                        <a:pt x="21" y="39"/>
                        <a:pt x="21" y="38"/>
                      </a:cubicBezTo>
                      <a:cubicBezTo>
                        <a:pt x="20" y="38"/>
                        <a:pt x="20" y="38"/>
                        <a:pt x="20" y="37"/>
                      </a:cubicBezTo>
                      <a:cubicBezTo>
                        <a:pt x="19" y="37"/>
                        <a:pt x="19" y="37"/>
                        <a:pt x="19" y="36"/>
                      </a:cubicBezTo>
                      <a:cubicBezTo>
                        <a:pt x="19" y="36"/>
                        <a:pt x="19" y="35"/>
                        <a:pt x="19" y="35"/>
                      </a:cubicBezTo>
                      <a:cubicBezTo>
                        <a:pt x="19" y="34"/>
                        <a:pt x="17" y="34"/>
                        <a:pt x="18" y="35"/>
                      </a:cubicBezTo>
                      <a:cubicBezTo>
                        <a:pt x="18" y="36"/>
                        <a:pt x="18" y="36"/>
                        <a:pt x="18" y="36"/>
                      </a:cubicBezTo>
                      <a:cubicBezTo>
                        <a:pt x="18" y="37"/>
                        <a:pt x="18" y="37"/>
                        <a:pt x="18" y="37"/>
                      </a:cubicBezTo>
                      <a:cubicBezTo>
                        <a:pt x="19" y="38"/>
                        <a:pt x="19" y="38"/>
                        <a:pt x="19" y="38"/>
                      </a:cubicBezTo>
                      <a:cubicBezTo>
                        <a:pt x="19" y="39"/>
                        <a:pt x="19" y="40"/>
                        <a:pt x="19" y="40"/>
                      </a:cubicBezTo>
                      <a:cubicBezTo>
                        <a:pt x="20" y="40"/>
                        <a:pt x="20" y="41"/>
                        <a:pt x="20" y="41"/>
                      </a:cubicBezTo>
                      <a:cubicBezTo>
                        <a:pt x="19" y="41"/>
                        <a:pt x="19" y="41"/>
                        <a:pt x="19" y="41"/>
                      </a:cubicBezTo>
                      <a:cubicBezTo>
                        <a:pt x="19" y="41"/>
                        <a:pt x="18" y="40"/>
                        <a:pt x="18" y="40"/>
                      </a:cubicBezTo>
                      <a:cubicBezTo>
                        <a:pt x="18" y="40"/>
                        <a:pt x="18" y="39"/>
                        <a:pt x="18" y="39"/>
                      </a:cubicBezTo>
                      <a:cubicBezTo>
                        <a:pt x="18" y="38"/>
                        <a:pt x="17" y="38"/>
                        <a:pt x="17" y="38"/>
                      </a:cubicBezTo>
                      <a:cubicBezTo>
                        <a:pt x="17" y="37"/>
                        <a:pt x="17" y="37"/>
                        <a:pt x="17" y="37"/>
                      </a:cubicBezTo>
                      <a:cubicBezTo>
                        <a:pt x="17" y="36"/>
                        <a:pt x="17" y="36"/>
                        <a:pt x="17" y="36"/>
                      </a:cubicBezTo>
                      <a:cubicBezTo>
                        <a:pt x="16" y="35"/>
                        <a:pt x="16" y="35"/>
                        <a:pt x="16" y="34"/>
                      </a:cubicBezTo>
                      <a:cubicBezTo>
                        <a:pt x="16" y="34"/>
                        <a:pt x="16" y="33"/>
                        <a:pt x="16" y="33"/>
                      </a:cubicBezTo>
                      <a:cubicBezTo>
                        <a:pt x="16" y="33"/>
                        <a:pt x="16" y="32"/>
                        <a:pt x="15" y="32"/>
                      </a:cubicBezTo>
                      <a:cubicBezTo>
                        <a:pt x="15" y="32"/>
                        <a:pt x="15" y="32"/>
                        <a:pt x="14" y="32"/>
                      </a:cubicBezTo>
                      <a:cubicBezTo>
                        <a:pt x="14" y="31"/>
                        <a:pt x="14" y="31"/>
                        <a:pt x="14" y="30"/>
                      </a:cubicBezTo>
                      <a:cubicBezTo>
                        <a:pt x="14" y="30"/>
                        <a:pt x="14" y="29"/>
                        <a:pt x="14" y="29"/>
                      </a:cubicBezTo>
                      <a:cubicBezTo>
                        <a:pt x="14" y="28"/>
                        <a:pt x="14" y="27"/>
                        <a:pt x="14" y="27"/>
                      </a:cubicBezTo>
                      <a:cubicBezTo>
                        <a:pt x="14" y="26"/>
                        <a:pt x="15" y="26"/>
                        <a:pt x="15" y="26"/>
                      </a:cubicBezTo>
                      <a:cubicBezTo>
                        <a:pt x="15" y="25"/>
                        <a:pt x="15" y="25"/>
                        <a:pt x="15" y="25"/>
                      </a:cubicBezTo>
                      <a:cubicBezTo>
                        <a:pt x="16" y="24"/>
                        <a:pt x="16" y="24"/>
                        <a:pt x="17" y="23"/>
                      </a:cubicBezTo>
                      <a:cubicBezTo>
                        <a:pt x="17" y="22"/>
                        <a:pt x="18" y="22"/>
                        <a:pt x="18" y="21"/>
                      </a:cubicBezTo>
                      <a:cubicBezTo>
                        <a:pt x="18" y="21"/>
                        <a:pt x="19" y="20"/>
                        <a:pt x="19" y="20"/>
                      </a:cubicBezTo>
                      <a:cubicBezTo>
                        <a:pt x="19" y="19"/>
                        <a:pt x="18" y="19"/>
                        <a:pt x="18" y="19"/>
                      </a:cubicBezTo>
                      <a:cubicBezTo>
                        <a:pt x="18" y="18"/>
                        <a:pt x="18" y="18"/>
                        <a:pt x="18" y="18"/>
                      </a:cubicBezTo>
                      <a:cubicBezTo>
                        <a:pt x="19" y="18"/>
                        <a:pt x="19" y="17"/>
                        <a:pt x="19" y="17"/>
                      </a:cubicBezTo>
                      <a:cubicBezTo>
                        <a:pt x="19" y="17"/>
                        <a:pt x="18" y="16"/>
                        <a:pt x="18" y="16"/>
                      </a:cubicBezTo>
                      <a:cubicBezTo>
                        <a:pt x="19" y="15"/>
                        <a:pt x="19" y="15"/>
                        <a:pt x="19" y="15"/>
                      </a:cubicBezTo>
                      <a:cubicBezTo>
                        <a:pt x="19" y="14"/>
                        <a:pt x="18" y="15"/>
                        <a:pt x="18" y="15"/>
                      </a:cubicBezTo>
                      <a:cubicBezTo>
                        <a:pt x="17" y="14"/>
                        <a:pt x="18" y="14"/>
                        <a:pt x="18" y="14"/>
                      </a:cubicBezTo>
                      <a:cubicBezTo>
                        <a:pt x="18" y="13"/>
                        <a:pt x="18" y="13"/>
                        <a:pt x="18" y="13"/>
                      </a:cubicBezTo>
                      <a:cubicBezTo>
                        <a:pt x="18" y="13"/>
                        <a:pt x="18" y="12"/>
                        <a:pt x="18" y="12"/>
                      </a:cubicBezTo>
                      <a:cubicBezTo>
                        <a:pt x="18" y="12"/>
                        <a:pt x="18" y="12"/>
                        <a:pt x="17" y="11"/>
                      </a:cubicBezTo>
                      <a:cubicBezTo>
                        <a:pt x="22" y="7"/>
                        <a:pt x="29" y="4"/>
                        <a:pt x="35" y="3"/>
                      </a:cubicBezTo>
                      <a:cubicBezTo>
                        <a:pt x="35" y="3"/>
                        <a:pt x="35" y="3"/>
                        <a:pt x="35" y="3"/>
                      </a:cubicBezTo>
                      <a:cubicBezTo>
                        <a:pt x="35" y="3"/>
                        <a:pt x="35" y="4"/>
                        <a:pt x="36" y="4"/>
                      </a:cubicBezTo>
                      <a:cubicBezTo>
                        <a:pt x="36" y="3"/>
                        <a:pt x="36" y="4"/>
                        <a:pt x="37" y="4"/>
                      </a:cubicBezTo>
                      <a:cubicBezTo>
                        <a:pt x="37" y="4"/>
                        <a:pt x="38" y="3"/>
                        <a:pt x="38" y="3"/>
                      </a:cubicBezTo>
                      <a:cubicBezTo>
                        <a:pt x="39" y="4"/>
                        <a:pt x="40" y="4"/>
                        <a:pt x="41" y="4"/>
                      </a:cubicBezTo>
                      <a:cubicBezTo>
                        <a:pt x="41" y="4"/>
                        <a:pt x="41" y="4"/>
                        <a:pt x="41" y="3"/>
                      </a:cubicBezTo>
                      <a:cubicBezTo>
                        <a:pt x="41" y="3"/>
                        <a:pt x="41" y="3"/>
                        <a:pt x="41" y="3"/>
                      </a:cubicBezTo>
                      <a:cubicBezTo>
                        <a:pt x="42" y="3"/>
                        <a:pt x="42" y="3"/>
                        <a:pt x="42" y="3"/>
                      </a:cubicBezTo>
                      <a:cubicBezTo>
                        <a:pt x="43" y="3"/>
                        <a:pt x="44" y="3"/>
                        <a:pt x="45" y="3"/>
                      </a:cubicBezTo>
                      <a:cubicBezTo>
                        <a:pt x="45" y="0"/>
                        <a:pt x="45" y="0"/>
                        <a:pt x="45" y="0"/>
                      </a:cubicBezTo>
                      <a:cubicBezTo>
                        <a:pt x="45" y="0"/>
                        <a:pt x="44" y="0"/>
                        <a:pt x="43" y="0"/>
                      </a:cubicBezTo>
                      <a:cubicBezTo>
                        <a:pt x="43" y="0"/>
                        <a:pt x="43" y="0"/>
                        <a:pt x="42" y="0"/>
                      </a:cubicBezTo>
                      <a:cubicBezTo>
                        <a:pt x="42" y="0"/>
                        <a:pt x="42" y="0"/>
                        <a:pt x="41" y="0"/>
                      </a:cubicBezTo>
                      <a:cubicBezTo>
                        <a:pt x="37" y="0"/>
                        <a:pt x="33" y="1"/>
                        <a:pt x="29" y="3"/>
                      </a:cubicBezTo>
                      <a:cubicBezTo>
                        <a:pt x="28" y="3"/>
                        <a:pt x="27" y="3"/>
                        <a:pt x="27" y="3"/>
                      </a:cubicBezTo>
                      <a:cubicBezTo>
                        <a:pt x="27" y="3"/>
                        <a:pt x="26" y="3"/>
                        <a:pt x="26" y="3"/>
                      </a:cubicBezTo>
                      <a:cubicBezTo>
                        <a:pt x="26" y="4"/>
                        <a:pt x="25" y="4"/>
                        <a:pt x="25" y="4"/>
                      </a:cubicBezTo>
                      <a:cubicBezTo>
                        <a:pt x="24" y="4"/>
                        <a:pt x="24" y="5"/>
                        <a:pt x="23" y="5"/>
                      </a:cubicBezTo>
                      <a:cubicBezTo>
                        <a:pt x="22" y="5"/>
                        <a:pt x="22" y="6"/>
                        <a:pt x="21" y="6"/>
                      </a:cubicBezTo>
                      <a:cubicBezTo>
                        <a:pt x="19" y="7"/>
                        <a:pt x="17" y="9"/>
                        <a:pt x="15" y="11"/>
                      </a:cubicBezTo>
                      <a:cubicBezTo>
                        <a:pt x="14" y="11"/>
                        <a:pt x="14" y="11"/>
                        <a:pt x="14" y="11"/>
                      </a:cubicBezTo>
                      <a:cubicBezTo>
                        <a:pt x="13" y="12"/>
                        <a:pt x="13" y="12"/>
                        <a:pt x="12" y="13"/>
                      </a:cubicBezTo>
                      <a:cubicBezTo>
                        <a:pt x="12" y="13"/>
                        <a:pt x="11" y="14"/>
                        <a:pt x="11" y="14"/>
                      </a:cubicBezTo>
                      <a:cubicBezTo>
                        <a:pt x="10" y="15"/>
                        <a:pt x="10" y="16"/>
                        <a:pt x="9" y="17"/>
                      </a:cubicBezTo>
                      <a:cubicBezTo>
                        <a:pt x="8" y="18"/>
                        <a:pt x="7" y="20"/>
                        <a:pt x="5" y="22"/>
                      </a:cubicBezTo>
                      <a:cubicBezTo>
                        <a:pt x="5" y="22"/>
                        <a:pt x="5" y="23"/>
                        <a:pt x="5" y="23"/>
                      </a:cubicBezTo>
                      <a:cubicBezTo>
                        <a:pt x="4" y="24"/>
                        <a:pt x="4" y="24"/>
                        <a:pt x="4" y="24"/>
                      </a:cubicBezTo>
                      <a:cubicBezTo>
                        <a:pt x="4" y="25"/>
                        <a:pt x="3" y="26"/>
                        <a:pt x="3" y="27"/>
                      </a:cubicBezTo>
                      <a:cubicBezTo>
                        <a:pt x="3" y="28"/>
                        <a:pt x="3" y="28"/>
                        <a:pt x="2" y="28"/>
                      </a:cubicBezTo>
                      <a:cubicBezTo>
                        <a:pt x="2" y="30"/>
                        <a:pt x="2" y="31"/>
                        <a:pt x="1" y="32"/>
                      </a:cubicBezTo>
                      <a:cubicBezTo>
                        <a:pt x="1" y="33"/>
                        <a:pt x="1" y="34"/>
                        <a:pt x="1" y="34"/>
                      </a:cubicBezTo>
                      <a:close/>
                      <a:moveTo>
                        <a:pt x="45" y="34"/>
                      </a:moveTo>
                      <a:cubicBezTo>
                        <a:pt x="45" y="53"/>
                        <a:pt x="45" y="53"/>
                        <a:pt x="45" y="53"/>
                      </a:cubicBezTo>
                      <a:cubicBezTo>
                        <a:pt x="45" y="54"/>
                        <a:pt x="45" y="54"/>
                        <a:pt x="45" y="54"/>
                      </a:cubicBezTo>
                      <a:cubicBezTo>
                        <a:pt x="45" y="54"/>
                        <a:pt x="44" y="53"/>
                        <a:pt x="44" y="53"/>
                      </a:cubicBezTo>
                      <a:cubicBezTo>
                        <a:pt x="43" y="53"/>
                        <a:pt x="42" y="53"/>
                        <a:pt x="41" y="53"/>
                      </a:cubicBezTo>
                      <a:cubicBezTo>
                        <a:pt x="41" y="53"/>
                        <a:pt x="40" y="52"/>
                        <a:pt x="40" y="51"/>
                      </a:cubicBezTo>
                      <a:cubicBezTo>
                        <a:pt x="40" y="51"/>
                        <a:pt x="40" y="50"/>
                        <a:pt x="40" y="50"/>
                      </a:cubicBezTo>
                      <a:cubicBezTo>
                        <a:pt x="40" y="49"/>
                        <a:pt x="40" y="49"/>
                        <a:pt x="40" y="49"/>
                      </a:cubicBezTo>
                      <a:cubicBezTo>
                        <a:pt x="40" y="48"/>
                        <a:pt x="40" y="48"/>
                        <a:pt x="39" y="47"/>
                      </a:cubicBezTo>
                      <a:cubicBezTo>
                        <a:pt x="38" y="47"/>
                        <a:pt x="37" y="48"/>
                        <a:pt x="36" y="47"/>
                      </a:cubicBezTo>
                      <a:cubicBezTo>
                        <a:pt x="36" y="47"/>
                        <a:pt x="36" y="47"/>
                        <a:pt x="36" y="47"/>
                      </a:cubicBezTo>
                      <a:cubicBezTo>
                        <a:pt x="37" y="46"/>
                        <a:pt x="36" y="46"/>
                        <a:pt x="37" y="46"/>
                      </a:cubicBezTo>
                      <a:cubicBezTo>
                        <a:pt x="37" y="46"/>
                        <a:pt x="37" y="45"/>
                        <a:pt x="37" y="45"/>
                      </a:cubicBezTo>
                      <a:cubicBezTo>
                        <a:pt x="37" y="45"/>
                        <a:pt x="37" y="45"/>
                        <a:pt x="37" y="44"/>
                      </a:cubicBezTo>
                      <a:cubicBezTo>
                        <a:pt x="37" y="44"/>
                        <a:pt x="38" y="44"/>
                        <a:pt x="38" y="44"/>
                      </a:cubicBezTo>
                      <a:cubicBezTo>
                        <a:pt x="38" y="43"/>
                        <a:pt x="38" y="43"/>
                        <a:pt x="37" y="43"/>
                      </a:cubicBezTo>
                      <a:cubicBezTo>
                        <a:pt x="37" y="43"/>
                        <a:pt x="36" y="43"/>
                        <a:pt x="36" y="43"/>
                      </a:cubicBezTo>
                      <a:cubicBezTo>
                        <a:pt x="35" y="43"/>
                        <a:pt x="35" y="45"/>
                        <a:pt x="34" y="45"/>
                      </a:cubicBezTo>
                      <a:cubicBezTo>
                        <a:pt x="34" y="45"/>
                        <a:pt x="33" y="45"/>
                        <a:pt x="33" y="45"/>
                      </a:cubicBezTo>
                      <a:cubicBezTo>
                        <a:pt x="32" y="45"/>
                        <a:pt x="32" y="45"/>
                        <a:pt x="32" y="45"/>
                      </a:cubicBezTo>
                      <a:cubicBezTo>
                        <a:pt x="31" y="45"/>
                        <a:pt x="31" y="45"/>
                        <a:pt x="30" y="45"/>
                      </a:cubicBezTo>
                      <a:cubicBezTo>
                        <a:pt x="30" y="45"/>
                        <a:pt x="30" y="43"/>
                        <a:pt x="30" y="43"/>
                      </a:cubicBezTo>
                      <a:cubicBezTo>
                        <a:pt x="29" y="42"/>
                        <a:pt x="30" y="41"/>
                        <a:pt x="30" y="40"/>
                      </a:cubicBezTo>
                      <a:cubicBezTo>
                        <a:pt x="30" y="40"/>
                        <a:pt x="30" y="39"/>
                        <a:pt x="30" y="39"/>
                      </a:cubicBezTo>
                      <a:cubicBezTo>
                        <a:pt x="31" y="39"/>
                        <a:pt x="30" y="38"/>
                        <a:pt x="31" y="38"/>
                      </a:cubicBezTo>
                      <a:cubicBezTo>
                        <a:pt x="31" y="37"/>
                        <a:pt x="32" y="37"/>
                        <a:pt x="32" y="37"/>
                      </a:cubicBezTo>
                      <a:cubicBezTo>
                        <a:pt x="33" y="36"/>
                        <a:pt x="33" y="36"/>
                        <a:pt x="34" y="36"/>
                      </a:cubicBezTo>
                      <a:cubicBezTo>
                        <a:pt x="35" y="36"/>
                        <a:pt x="35" y="36"/>
                        <a:pt x="36" y="36"/>
                      </a:cubicBezTo>
                      <a:cubicBezTo>
                        <a:pt x="36" y="36"/>
                        <a:pt x="36" y="36"/>
                        <a:pt x="36" y="36"/>
                      </a:cubicBezTo>
                      <a:cubicBezTo>
                        <a:pt x="37" y="36"/>
                        <a:pt x="37" y="36"/>
                        <a:pt x="38" y="35"/>
                      </a:cubicBezTo>
                      <a:cubicBezTo>
                        <a:pt x="39" y="35"/>
                        <a:pt x="39" y="35"/>
                        <a:pt x="40" y="35"/>
                      </a:cubicBezTo>
                      <a:cubicBezTo>
                        <a:pt x="40" y="35"/>
                        <a:pt x="41" y="36"/>
                        <a:pt x="41" y="36"/>
                      </a:cubicBezTo>
                      <a:cubicBezTo>
                        <a:pt x="41" y="36"/>
                        <a:pt x="42" y="35"/>
                        <a:pt x="42" y="36"/>
                      </a:cubicBezTo>
                      <a:cubicBezTo>
                        <a:pt x="42" y="36"/>
                        <a:pt x="43" y="36"/>
                        <a:pt x="43" y="36"/>
                      </a:cubicBezTo>
                      <a:cubicBezTo>
                        <a:pt x="43" y="37"/>
                        <a:pt x="42" y="37"/>
                        <a:pt x="43" y="38"/>
                      </a:cubicBezTo>
                      <a:cubicBezTo>
                        <a:pt x="43" y="38"/>
                        <a:pt x="44" y="38"/>
                        <a:pt x="44" y="38"/>
                      </a:cubicBezTo>
                      <a:cubicBezTo>
                        <a:pt x="45" y="38"/>
                        <a:pt x="44" y="38"/>
                        <a:pt x="44" y="37"/>
                      </a:cubicBezTo>
                      <a:cubicBezTo>
                        <a:pt x="44" y="37"/>
                        <a:pt x="44" y="37"/>
                        <a:pt x="44" y="36"/>
                      </a:cubicBezTo>
                      <a:cubicBezTo>
                        <a:pt x="44" y="36"/>
                        <a:pt x="44" y="36"/>
                        <a:pt x="44" y="36"/>
                      </a:cubicBezTo>
                      <a:cubicBezTo>
                        <a:pt x="44" y="35"/>
                        <a:pt x="45" y="34"/>
                        <a:pt x="45" y="34"/>
                      </a:cubicBezTo>
                      <a:close/>
                    </a:path>
                  </a:pathLst>
                </a:custGeom>
                <a:grpFill/>
                <a:ln>
                  <a:noFill/>
                </a:ln>
                <a:extLst>
                  <a:ext uri="{91240B29-F687-4f45-9708-019B960494DF}">
                    <a14:hiddenLine xmlns="" xmlns:lc="http://schemas.openxmlformats.org/drawingml/2006/lockedCanvas" xmlns:a14="http://schemas.microsoft.com/office/drawing/2010/main" xmlns:p14="http://schemas.microsoft.com/office/powerpoint/2010/main" xmlns:a16="http://schemas.microsoft.com/office/drawing/2014/main" w="9525">
                      <a:solidFill>
                        <a:srgbClr val="000000"/>
                      </a:solidFill>
                      <a:round/>
                      <a:headEnd/>
                      <a:tailEnd/>
                    </a14:hiddenLine>
                  </a:ext>
                </a:extLst>
              </p:spPr>
              <p:txBody>
                <a:bodyPr anchor="ctr"/>
                <a:lstStyle/>
                <a:p>
                  <a:pPr algn="ctr">
                    <a:lnSpc>
                      <a:spcPct val="120000"/>
                    </a:lnSpc>
                  </a:pPr>
                  <a:endParaRPr sz="3200">
                    <a:cs typeface="+mn-ea"/>
                    <a:sym typeface="+mn-lt"/>
                  </a:endParaRPr>
                </a:p>
              </p:txBody>
            </p:sp>
            <p:sp>
              <p:nvSpPr>
                <p:cNvPr id="203" name="íşľíḑè">
                  <a:extLst>
                    <a:ext uri="{FF2B5EF4-FFF2-40B4-BE49-F238E27FC236}">
                      <a16:creationId xmlns:a16="http://schemas.microsoft.com/office/drawing/2014/main" id="{4AB063A8-9241-40C7-868D-5BE1C12A8A33}"/>
                    </a:ext>
                  </a:extLst>
                </p:cNvPr>
                <p:cNvSpPr/>
                <p:nvPr/>
              </p:nvSpPr>
              <p:spPr bwMode="auto">
                <a:xfrm>
                  <a:off x="2569358" y="2646188"/>
                  <a:ext cx="137246" cy="388456"/>
                </a:xfrm>
                <a:custGeom>
                  <a:avLst/>
                  <a:gdLst>
                    <a:gd name="T0" fmla="*/ 4 w 31"/>
                    <a:gd name="T1" fmla="*/ 11 h 88"/>
                    <a:gd name="T2" fmla="*/ 1 w 31"/>
                    <a:gd name="T3" fmla="*/ 22 h 88"/>
                    <a:gd name="T4" fmla="*/ 3 w 31"/>
                    <a:gd name="T5" fmla="*/ 31 h 88"/>
                    <a:gd name="T6" fmla="*/ 11 w 31"/>
                    <a:gd name="T7" fmla="*/ 40 h 88"/>
                    <a:gd name="T8" fmla="*/ 11 w 31"/>
                    <a:gd name="T9" fmla="*/ 88 h 88"/>
                    <a:gd name="T10" fmla="*/ 20 w 31"/>
                    <a:gd name="T11" fmla="*/ 88 h 88"/>
                    <a:gd name="T12" fmla="*/ 20 w 31"/>
                    <a:gd name="T13" fmla="*/ 40 h 88"/>
                    <a:gd name="T14" fmla="*/ 28 w 31"/>
                    <a:gd name="T15" fmla="*/ 31 h 88"/>
                    <a:gd name="T16" fmla="*/ 30 w 31"/>
                    <a:gd name="T17" fmla="*/ 22 h 88"/>
                    <a:gd name="T18" fmla="*/ 27 w 31"/>
                    <a:gd name="T19" fmla="*/ 11 h 88"/>
                    <a:gd name="T20" fmla="*/ 20 w 31"/>
                    <a:gd name="T21" fmla="*/ 0 h 88"/>
                    <a:gd name="T22" fmla="*/ 23 w 31"/>
                    <a:gd name="T23" fmla="*/ 21 h 88"/>
                    <a:gd name="T24" fmla="*/ 20 w 31"/>
                    <a:gd name="T25" fmla="*/ 21 h 88"/>
                    <a:gd name="T26" fmla="*/ 18 w 31"/>
                    <a:gd name="T27" fmla="*/ 0 h 88"/>
                    <a:gd name="T28" fmla="*/ 15 w 31"/>
                    <a:gd name="T29" fmla="*/ 0 h 88"/>
                    <a:gd name="T30" fmla="*/ 13 w 31"/>
                    <a:gd name="T31" fmla="*/ 0 h 88"/>
                    <a:gd name="T32" fmla="*/ 11 w 31"/>
                    <a:gd name="T33" fmla="*/ 21 h 88"/>
                    <a:gd name="T34" fmla="*/ 8 w 31"/>
                    <a:gd name="T35" fmla="*/ 21 h 88"/>
                    <a:gd name="T36" fmla="*/ 10 w 31"/>
                    <a:gd name="T37" fmla="*/ 0 h 88"/>
                    <a:gd name="T38" fmla="*/ 4 w 31"/>
                    <a:gd name="T39" fmla="*/ 11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1" h="88">
                      <a:moveTo>
                        <a:pt x="4" y="11"/>
                      </a:moveTo>
                      <a:cubicBezTo>
                        <a:pt x="2" y="14"/>
                        <a:pt x="1" y="18"/>
                        <a:pt x="1" y="22"/>
                      </a:cubicBezTo>
                      <a:cubicBezTo>
                        <a:pt x="0" y="25"/>
                        <a:pt x="1" y="28"/>
                        <a:pt x="3" y="31"/>
                      </a:cubicBezTo>
                      <a:cubicBezTo>
                        <a:pt x="4" y="34"/>
                        <a:pt x="8" y="38"/>
                        <a:pt x="11" y="40"/>
                      </a:cubicBezTo>
                      <a:cubicBezTo>
                        <a:pt x="11" y="88"/>
                        <a:pt x="11" y="88"/>
                        <a:pt x="11" y="88"/>
                      </a:cubicBezTo>
                      <a:cubicBezTo>
                        <a:pt x="20" y="88"/>
                        <a:pt x="20" y="88"/>
                        <a:pt x="20" y="88"/>
                      </a:cubicBezTo>
                      <a:cubicBezTo>
                        <a:pt x="20" y="40"/>
                        <a:pt x="20" y="40"/>
                        <a:pt x="20" y="40"/>
                      </a:cubicBezTo>
                      <a:cubicBezTo>
                        <a:pt x="23" y="38"/>
                        <a:pt x="26" y="34"/>
                        <a:pt x="28" y="31"/>
                      </a:cubicBezTo>
                      <a:cubicBezTo>
                        <a:pt x="30" y="28"/>
                        <a:pt x="31" y="25"/>
                        <a:pt x="30" y="22"/>
                      </a:cubicBezTo>
                      <a:cubicBezTo>
                        <a:pt x="30" y="18"/>
                        <a:pt x="28" y="14"/>
                        <a:pt x="27" y="11"/>
                      </a:cubicBezTo>
                      <a:cubicBezTo>
                        <a:pt x="26" y="8"/>
                        <a:pt x="24" y="1"/>
                        <a:pt x="20" y="0"/>
                      </a:cubicBezTo>
                      <a:cubicBezTo>
                        <a:pt x="23" y="21"/>
                        <a:pt x="23" y="21"/>
                        <a:pt x="23" y="21"/>
                      </a:cubicBezTo>
                      <a:cubicBezTo>
                        <a:pt x="20" y="21"/>
                        <a:pt x="20" y="21"/>
                        <a:pt x="20" y="21"/>
                      </a:cubicBezTo>
                      <a:cubicBezTo>
                        <a:pt x="18" y="0"/>
                        <a:pt x="18" y="0"/>
                        <a:pt x="18" y="0"/>
                      </a:cubicBezTo>
                      <a:cubicBezTo>
                        <a:pt x="15" y="0"/>
                        <a:pt x="15" y="0"/>
                        <a:pt x="15" y="0"/>
                      </a:cubicBezTo>
                      <a:cubicBezTo>
                        <a:pt x="13" y="0"/>
                        <a:pt x="13" y="0"/>
                        <a:pt x="13" y="0"/>
                      </a:cubicBezTo>
                      <a:cubicBezTo>
                        <a:pt x="11" y="21"/>
                        <a:pt x="11" y="21"/>
                        <a:pt x="11" y="21"/>
                      </a:cubicBezTo>
                      <a:cubicBezTo>
                        <a:pt x="8" y="21"/>
                        <a:pt x="8" y="21"/>
                        <a:pt x="8" y="21"/>
                      </a:cubicBezTo>
                      <a:cubicBezTo>
                        <a:pt x="10" y="0"/>
                        <a:pt x="10" y="0"/>
                        <a:pt x="10" y="0"/>
                      </a:cubicBezTo>
                      <a:cubicBezTo>
                        <a:pt x="7" y="1"/>
                        <a:pt x="5" y="8"/>
                        <a:pt x="4" y="11"/>
                      </a:cubicBezTo>
                      <a:close/>
                    </a:path>
                  </a:pathLst>
                </a:custGeom>
                <a:grpFill/>
                <a:ln>
                  <a:noFill/>
                </a:ln>
                <a:extLst>
                  <a:ext uri="{91240B29-F687-4f45-9708-019B960494DF}">
                    <a14:hiddenLine xmlns="" xmlns:lc="http://schemas.openxmlformats.org/drawingml/2006/lockedCanvas" xmlns:a14="http://schemas.microsoft.com/office/drawing/2010/main" xmlns:p14="http://schemas.microsoft.com/office/powerpoint/2010/main" xmlns:a16="http://schemas.microsoft.com/office/drawing/2014/main" w="9525">
                      <a:solidFill>
                        <a:srgbClr val="000000"/>
                      </a:solidFill>
                      <a:round/>
                      <a:headEnd/>
                      <a:tailEnd/>
                    </a14:hiddenLine>
                  </a:ext>
                </a:extLst>
              </p:spPr>
              <p:txBody>
                <a:bodyPr anchor="ctr"/>
                <a:lstStyle/>
                <a:p>
                  <a:pPr algn="ctr">
                    <a:lnSpc>
                      <a:spcPct val="120000"/>
                    </a:lnSpc>
                  </a:pPr>
                  <a:endParaRPr sz="3200">
                    <a:cs typeface="+mn-ea"/>
                    <a:sym typeface="+mn-lt"/>
                  </a:endParaRPr>
                </a:p>
              </p:txBody>
            </p:sp>
            <p:sp>
              <p:nvSpPr>
                <p:cNvPr id="204" name="íṧľiḓé">
                  <a:extLst>
                    <a:ext uri="{FF2B5EF4-FFF2-40B4-BE49-F238E27FC236}">
                      <a16:creationId xmlns:a16="http://schemas.microsoft.com/office/drawing/2014/main" id="{1AAC8645-9C59-4F1D-8ACF-38AC05319BEE}"/>
                    </a:ext>
                  </a:extLst>
                </p:cNvPr>
                <p:cNvSpPr/>
                <p:nvPr/>
              </p:nvSpPr>
              <p:spPr bwMode="auto">
                <a:xfrm>
                  <a:off x="2745817" y="2636385"/>
                  <a:ext cx="140922" cy="398259"/>
                </a:xfrm>
                <a:custGeom>
                  <a:avLst/>
                  <a:gdLst>
                    <a:gd name="T0" fmla="*/ 20 w 32"/>
                    <a:gd name="T1" fmla="*/ 90 h 90"/>
                    <a:gd name="T2" fmla="*/ 20 w 32"/>
                    <a:gd name="T3" fmla="*/ 43 h 90"/>
                    <a:gd name="T4" fmla="*/ 32 w 32"/>
                    <a:gd name="T5" fmla="*/ 24 h 90"/>
                    <a:gd name="T6" fmla="*/ 16 w 32"/>
                    <a:gd name="T7" fmla="*/ 0 h 90"/>
                    <a:gd name="T8" fmla="*/ 0 w 32"/>
                    <a:gd name="T9" fmla="*/ 24 h 90"/>
                    <a:gd name="T10" fmla="*/ 12 w 32"/>
                    <a:gd name="T11" fmla="*/ 43 h 90"/>
                    <a:gd name="T12" fmla="*/ 12 w 32"/>
                    <a:gd name="T13" fmla="*/ 90 h 90"/>
                    <a:gd name="T14" fmla="*/ 20 w 32"/>
                    <a:gd name="T15" fmla="*/ 90 h 9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2" h="90">
                      <a:moveTo>
                        <a:pt x="20" y="90"/>
                      </a:moveTo>
                      <a:cubicBezTo>
                        <a:pt x="20" y="43"/>
                        <a:pt x="20" y="43"/>
                        <a:pt x="20" y="43"/>
                      </a:cubicBezTo>
                      <a:cubicBezTo>
                        <a:pt x="27" y="41"/>
                        <a:pt x="32" y="33"/>
                        <a:pt x="32" y="24"/>
                      </a:cubicBezTo>
                      <a:cubicBezTo>
                        <a:pt x="32" y="14"/>
                        <a:pt x="25" y="0"/>
                        <a:pt x="16" y="0"/>
                      </a:cubicBezTo>
                      <a:cubicBezTo>
                        <a:pt x="7" y="0"/>
                        <a:pt x="0" y="14"/>
                        <a:pt x="0" y="24"/>
                      </a:cubicBezTo>
                      <a:cubicBezTo>
                        <a:pt x="0" y="33"/>
                        <a:pt x="5" y="41"/>
                        <a:pt x="12" y="43"/>
                      </a:cubicBezTo>
                      <a:cubicBezTo>
                        <a:pt x="12" y="90"/>
                        <a:pt x="12" y="90"/>
                        <a:pt x="12" y="90"/>
                      </a:cubicBezTo>
                      <a:lnTo>
                        <a:pt x="20" y="90"/>
                      </a:lnTo>
                      <a:close/>
                    </a:path>
                  </a:pathLst>
                </a:custGeom>
                <a:grpFill/>
                <a:ln>
                  <a:noFill/>
                </a:ln>
                <a:extLst>
                  <a:ext uri="{91240B29-F687-4f45-9708-019B960494DF}">
                    <a14:hiddenLine xmlns="" xmlns:lc="http://schemas.openxmlformats.org/drawingml/2006/lockedCanvas" xmlns:a14="http://schemas.microsoft.com/office/drawing/2010/main" xmlns:p14="http://schemas.microsoft.com/office/powerpoint/2010/main" xmlns:a16="http://schemas.microsoft.com/office/drawing/2014/main" w="9525">
                      <a:solidFill>
                        <a:srgbClr val="000000"/>
                      </a:solidFill>
                      <a:round/>
                      <a:headEnd/>
                      <a:tailEnd/>
                    </a14:hiddenLine>
                  </a:ext>
                </a:extLst>
              </p:spPr>
              <p:txBody>
                <a:bodyPr anchor="ctr"/>
                <a:lstStyle/>
                <a:p>
                  <a:pPr algn="ctr">
                    <a:lnSpc>
                      <a:spcPct val="120000"/>
                    </a:lnSpc>
                  </a:pPr>
                  <a:endParaRPr sz="3200">
                    <a:cs typeface="+mn-ea"/>
                    <a:sym typeface="+mn-lt"/>
                  </a:endParaRPr>
                </a:p>
              </p:txBody>
            </p:sp>
            <p:sp>
              <p:nvSpPr>
                <p:cNvPr id="205" name="išlîdê">
                  <a:extLst>
                    <a:ext uri="{FF2B5EF4-FFF2-40B4-BE49-F238E27FC236}">
                      <a16:creationId xmlns:a16="http://schemas.microsoft.com/office/drawing/2014/main" id="{E04617A3-B842-4CC7-90E8-33876C72A12B}"/>
                    </a:ext>
                  </a:extLst>
                </p:cNvPr>
                <p:cNvSpPr/>
                <p:nvPr/>
              </p:nvSpPr>
              <p:spPr bwMode="auto">
                <a:xfrm>
                  <a:off x="2896543" y="3078759"/>
                  <a:ext cx="162980" cy="167882"/>
                </a:xfrm>
                <a:custGeom>
                  <a:avLst/>
                  <a:gdLst>
                    <a:gd name="T0" fmla="*/ 8 w 37"/>
                    <a:gd name="T1" fmla="*/ 35 h 38"/>
                    <a:gd name="T2" fmla="*/ 18 w 37"/>
                    <a:gd name="T3" fmla="*/ 38 h 38"/>
                    <a:gd name="T4" fmla="*/ 37 w 37"/>
                    <a:gd name="T5" fmla="*/ 19 h 38"/>
                    <a:gd name="T6" fmla="*/ 18 w 37"/>
                    <a:gd name="T7" fmla="*/ 0 h 38"/>
                    <a:gd name="T8" fmla="*/ 0 w 37"/>
                    <a:gd name="T9" fmla="*/ 17 h 38"/>
                    <a:gd name="T10" fmla="*/ 18 w 37"/>
                    <a:gd name="T11" fmla="*/ 17 h 38"/>
                    <a:gd name="T12" fmla="*/ 24 w 37"/>
                    <a:gd name="T13" fmla="*/ 17 h 38"/>
                    <a:gd name="T14" fmla="*/ 20 w 37"/>
                    <a:gd name="T15" fmla="*/ 21 h 38"/>
                    <a:gd name="T16" fmla="*/ 8 w 37"/>
                    <a:gd name="T17" fmla="*/ 35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38">
                      <a:moveTo>
                        <a:pt x="8" y="35"/>
                      </a:moveTo>
                      <a:cubicBezTo>
                        <a:pt x="11" y="37"/>
                        <a:pt x="14" y="38"/>
                        <a:pt x="18" y="38"/>
                      </a:cubicBezTo>
                      <a:cubicBezTo>
                        <a:pt x="29" y="38"/>
                        <a:pt x="37" y="30"/>
                        <a:pt x="37" y="19"/>
                      </a:cubicBezTo>
                      <a:cubicBezTo>
                        <a:pt x="37" y="9"/>
                        <a:pt x="29" y="0"/>
                        <a:pt x="18" y="0"/>
                      </a:cubicBezTo>
                      <a:cubicBezTo>
                        <a:pt x="9" y="0"/>
                        <a:pt x="1" y="7"/>
                        <a:pt x="0" y="17"/>
                      </a:cubicBezTo>
                      <a:cubicBezTo>
                        <a:pt x="18" y="17"/>
                        <a:pt x="18" y="17"/>
                        <a:pt x="18" y="17"/>
                      </a:cubicBezTo>
                      <a:cubicBezTo>
                        <a:pt x="24" y="17"/>
                        <a:pt x="24" y="17"/>
                        <a:pt x="24" y="17"/>
                      </a:cubicBezTo>
                      <a:cubicBezTo>
                        <a:pt x="20" y="21"/>
                        <a:pt x="20" y="21"/>
                        <a:pt x="20" y="21"/>
                      </a:cubicBezTo>
                      <a:lnTo>
                        <a:pt x="8" y="35"/>
                      </a:lnTo>
                      <a:close/>
                    </a:path>
                  </a:pathLst>
                </a:custGeom>
                <a:grpFill/>
                <a:ln>
                  <a:noFill/>
                </a:ln>
                <a:extLst>
                  <a:ext uri="{91240B29-F687-4f45-9708-019B960494DF}">
                    <a14:hiddenLine xmlns="" xmlns:lc="http://schemas.openxmlformats.org/drawingml/2006/lockedCanvas" xmlns:a14="http://schemas.microsoft.com/office/drawing/2010/main" xmlns:p14="http://schemas.microsoft.com/office/powerpoint/2010/main" xmlns:a16="http://schemas.microsoft.com/office/drawing/2014/main" w="9525">
                      <a:solidFill>
                        <a:srgbClr val="000000"/>
                      </a:solidFill>
                      <a:round/>
                      <a:headEnd/>
                      <a:tailEnd/>
                    </a14:hiddenLine>
                  </a:ext>
                </a:extLst>
              </p:spPr>
              <p:txBody>
                <a:bodyPr anchor="ctr"/>
                <a:lstStyle/>
                <a:p>
                  <a:pPr algn="ctr">
                    <a:lnSpc>
                      <a:spcPct val="120000"/>
                    </a:lnSpc>
                  </a:pPr>
                  <a:endParaRPr sz="3200">
                    <a:cs typeface="+mn-ea"/>
                    <a:sym typeface="+mn-lt"/>
                  </a:endParaRPr>
                </a:p>
              </p:txBody>
            </p:sp>
            <p:sp>
              <p:nvSpPr>
                <p:cNvPr id="206" name="ísḻîḑê">
                  <a:extLst>
                    <a:ext uri="{FF2B5EF4-FFF2-40B4-BE49-F238E27FC236}">
                      <a16:creationId xmlns:a16="http://schemas.microsoft.com/office/drawing/2014/main" id="{AAF02D19-EE5C-4E25-B9D1-A90F6B12A4FE}"/>
                    </a:ext>
                  </a:extLst>
                </p:cNvPr>
                <p:cNvSpPr/>
                <p:nvPr/>
              </p:nvSpPr>
              <p:spPr bwMode="auto">
                <a:xfrm>
                  <a:off x="2635530" y="3162087"/>
                  <a:ext cx="340665" cy="322284"/>
                </a:xfrm>
                <a:custGeom>
                  <a:avLst/>
                  <a:gdLst>
                    <a:gd name="T0" fmla="*/ 34 w 77"/>
                    <a:gd name="T1" fmla="*/ 39 h 73"/>
                    <a:gd name="T2" fmla="*/ 34 w 77"/>
                    <a:gd name="T3" fmla="*/ 41 h 73"/>
                    <a:gd name="T4" fmla="*/ 34 w 77"/>
                    <a:gd name="T5" fmla="*/ 43 h 73"/>
                    <a:gd name="T6" fmla="*/ 34 w 77"/>
                    <a:gd name="T7" fmla="*/ 67 h 73"/>
                    <a:gd name="T8" fmla="*/ 25 w 77"/>
                    <a:gd name="T9" fmla="*/ 73 h 73"/>
                    <a:gd name="T10" fmla="*/ 51 w 77"/>
                    <a:gd name="T11" fmla="*/ 73 h 73"/>
                    <a:gd name="T12" fmla="*/ 43 w 77"/>
                    <a:gd name="T13" fmla="*/ 67 h 73"/>
                    <a:gd name="T14" fmla="*/ 43 w 77"/>
                    <a:gd name="T15" fmla="*/ 43 h 73"/>
                    <a:gd name="T16" fmla="*/ 43 w 77"/>
                    <a:gd name="T17" fmla="*/ 41 h 73"/>
                    <a:gd name="T18" fmla="*/ 43 w 77"/>
                    <a:gd name="T19" fmla="*/ 39 h 73"/>
                    <a:gd name="T20" fmla="*/ 65 w 77"/>
                    <a:gd name="T21" fmla="*/ 14 h 73"/>
                    <a:gd name="T22" fmla="*/ 77 w 77"/>
                    <a:gd name="T23" fmla="*/ 0 h 73"/>
                    <a:gd name="T24" fmla="*/ 58 w 77"/>
                    <a:gd name="T25" fmla="*/ 0 h 73"/>
                    <a:gd name="T26" fmla="*/ 0 w 77"/>
                    <a:gd name="T27" fmla="*/ 0 h 73"/>
                    <a:gd name="T28" fmla="*/ 34 w 77"/>
                    <a:gd name="T29" fmla="*/ 39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7" h="73">
                      <a:moveTo>
                        <a:pt x="34" y="39"/>
                      </a:moveTo>
                      <a:cubicBezTo>
                        <a:pt x="34" y="41"/>
                        <a:pt x="34" y="41"/>
                        <a:pt x="34" y="41"/>
                      </a:cubicBezTo>
                      <a:cubicBezTo>
                        <a:pt x="34" y="43"/>
                        <a:pt x="34" y="43"/>
                        <a:pt x="34" y="43"/>
                      </a:cubicBezTo>
                      <a:cubicBezTo>
                        <a:pt x="34" y="67"/>
                        <a:pt x="34" y="67"/>
                        <a:pt x="34" y="67"/>
                      </a:cubicBezTo>
                      <a:cubicBezTo>
                        <a:pt x="29" y="68"/>
                        <a:pt x="25" y="70"/>
                        <a:pt x="25" y="73"/>
                      </a:cubicBezTo>
                      <a:cubicBezTo>
                        <a:pt x="51" y="73"/>
                        <a:pt x="51" y="73"/>
                        <a:pt x="51" y="73"/>
                      </a:cubicBezTo>
                      <a:cubicBezTo>
                        <a:pt x="51" y="70"/>
                        <a:pt x="47" y="68"/>
                        <a:pt x="43" y="67"/>
                      </a:cubicBezTo>
                      <a:cubicBezTo>
                        <a:pt x="43" y="43"/>
                        <a:pt x="43" y="43"/>
                        <a:pt x="43" y="43"/>
                      </a:cubicBezTo>
                      <a:cubicBezTo>
                        <a:pt x="43" y="41"/>
                        <a:pt x="43" y="41"/>
                        <a:pt x="43" y="41"/>
                      </a:cubicBezTo>
                      <a:cubicBezTo>
                        <a:pt x="43" y="39"/>
                        <a:pt x="43" y="39"/>
                        <a:pt x="43" y="39"/>
                      </a:cubicBezTo>
                      <a:cubicBezTo>
                        <a:pt x="65" y="14"/>
                        <a:pt x="65" y="14"/>
                        <a:pt x="65" y="14"/>
                      </a:cubicBezTo>
                      <a:cubicBezTo>
                        <a:pt x="77" y="0"/>
                        <a:pt x="77" y="0"/>
                        <a:pt x="77" y="0"/>
                      </a:cubicBezTo>
                      <a:cubicBezTo>
                        <a:pt x="58" y="0"/>
                        <a:pt x="58" y="0"/>
                        <a:pt x="58" y="0"/>
                      </a:cubicBezTo>
                      <a:cubicBezTo>
                        <a:pt x="0" y="0"/>
                        <a:pt x="0" y="0"/>
                        <a:pt x="0" y="0"/>
                      </a:cubicBezTo>
                      <a:lnTo>
                        <a:pt x="34" y="39"/>
                      </a:lnTo>
                      <a:close/>
                    </a:path>
                  </a:pathLst>
                </a:custGeom>
                <a:grpFill/>
                <a:ln>
                  <a:noFill/>
                </a:ln>
                <a:extLst>
                  <a:ext uri="{91240B29-F687-4f45-9708-019B960494DF}">
                    <a14:hiddenLine xmlns="" xmlns:lc="http://schemas.openxmlformats.org/drawingml/2006/lockedCanvas" xmlns:a14="http://schemas.microsoft.com/office/drawing/2010/main" xmlns:p14="http://schemas.microsoft.com/office/powerpoint/2010/main" xmlns:a16="http://schemas.microsoft.com/office/drawing/2014/main" w="9525">
                      <a:solidFill>
                        <a:srgbClr val="000000"/>
                      </a:solidFill>
                      <a:round/>
                      <a:headEnd/>
                      <a:tailEnd/>
                    </a14:hiddenLine>
                  </a:ext>
                </a:extLst>
              </p:spPr>
              <p:txBody>
                <a:bodyPr anchor="ctr"/>
                <a:lstStyle/>
                <a:p>
                  <a:pPr algn="ctr">
                    <a:lnSpc>
                      <a:spcPct val="120000"/>
                    </a:lnSpc>
                  </a:pPr>
                  <a:endParaRPr sz="3200">
                    <a:cs typeface="+mn-ea"/>
                    <a:sym typeface="+mn-lt"/>
                  </a:endParaRPr>
                </a:p>
              </p:txBody>
            </p:sp>
            <p:sp>
              <p:nvSpPr>
                <p:cNvPr id="207" name="ïṩḻîḑê">
                  <a:extLst>
                    <a:ext uri="{FF2B5EF4-FFF2-40B4-BE49-F238E27FC236}">
                      <a16:creationId xmlns:a16="http://schemas.microsoft.com/office/drawing/2014/main" id="{F85368FE-B559-4089-92AB-4285E1C3D7F2}"/>
                    </a:ext>
                  </a:extLst>
                </p:cNvPr>
                <p:cNvSpPr/>
                <p:nvPr/>
              </p:nvSpPr>
              <p:spPr bwMode="auto">
                <a:xfrm>
                  <a:off x="4879261" y="892623"/>
                  <a:ext cx="366398" cy="93131"/>
                </a:xfrm>
                <a:custGeom>
                  <a:avLst/>
                  <a:gdLst>
                    <a:gd name="T0" fmla="*/ 198 w 299"/>
                    <a:gd name="T1" fmla="*/ 39 h 76"/>
                    <a:gd name="T2" fmla="*/ 104 w 299"/>
                    <a:gd name="T3" fmla="*/ 39 h 76"/>
                    <a:gd name="T4" fmla="*/ 104 w 299"/>
                    <a:gd name="T5" fmla="*/ 0 h 76"/>
                    <a:gd name="T6" fmla="*/ 0 w 299"/>
                    <a:gd name="T7" fmla="*/ 0 h 76"/>
                    <a:gd name="T8" fmla="*/ 0 w 299"/>
                    <a:gd name="T9" fmla="*/ 76 h 76"/>
                    <a:gd name="T10" fmla="*/ 299 w 299"/>
                    <a:gd name="T11" fmla="*/ 76 h 76"/>
                    <a:gd name="T12" fmla="*/ 299 w 299"/>
                    <a:gd name="T13" fmla="*/ 0 h 76"/>
                    <a:gd name="T14" fmla="*/ 198 w 299"/>
                    <a:gd name="T15" fmla="*/ 0 h 76"/>
                    <a:gd name="T16" fmla="*/ 198 w 299"/>
                    <a:gd name="T17" fmla="*/ 39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9" h="76">
                      <a:moveTo>
                        <a:pt x="198" y="39"/>
                      </a:moveTo>
                      <a:lnTo>
                        <a:pt x="104" y="39"/>
                      </a:lnTo>
                      <a:lnTo>
                        <a:pt x="104" y="0"/>
                      </a:lnTo>
                      <a:lnTo>
                        <a:pt x="0" y="0"/>
                      </a:lnTo>
                      <a:lnTo>
                        <a:pt x="0" y="76"/>
                      </a:lnTo>
                      <a:lnTo>
                        <a:pt x="299" y="76"/>
                      </a:lnTo>
                      <a:lnTo>
                        <a:pt x="299" y="0"/>
                      </a:lnTo>
                      <a:lnTo>
                        <a:pt x="198" y="0"/>
                      </a:lnTo>
                      <a:lnTo>
                        <a:pt x="198" y="39"/>
                      </a:lnTo>
                      <a:close/>
                    </a:path>
                  </a:pathLst>
                </a:custGeom>
                <a:grpFill/>
                <a:ln>
                  <a:noFill/>
                </a:ln>
                <a:extLst>
                  <a:ext uri="{91240B29-F687-4f45-9708-019B960494DF}">
                    <a14:hiddenLine xmlns="" xmlns:lc="http://schemas.openxmlformats.org/drawingml/2006/lockedCanvas" xmlns:a14="http://schemas.microsoft.com/office/drawing/2010/main" xmlns:p14="http://schemas.microsoft.com/office/powerpoint/2010/main" xmlns:a16="http://schemas.microsoft.com/office/drawing/2014/main" w="9525">
                      <a:solidFill>
                        <a:srgbClr val="000000"/>
                      </a:solidFill>
                      <a:round/>
                      <a:headEnd/>
                      <a:tailEnd/>
                    </a14:hiddenLine>
                  </a:ext>
                </a:extLst>
              </p:spPr>
              <p:txBody>
                <a:bodyPr anchor="ctr"/>
                <a:lstStyle/>
                <a:p>
                  <a:pPr algn="ctr">
                    <a:lnSpc>
                      <a:spcPct val="120000"/>
                    </a:lnSpc>
                  </a:pPr>
                  <a:endParaRPr sz="3200">
                    <a:cs typeface="+mn-ea"/>
                    <a:sym typeface="+mn-lt"/>
                  </a:endParaRPr>
                </a:p>
              </p:txBody>
            </p:sp>
            <p:sp>
              <p:nvSpPr>
                <p:cNvPr id="208" name="iṣlïḋè">
                  <a:extLst>
                    <a:ext uri="{FF2B5EF4-FFF2-40B4-BE49-F238E27FC236}">
                      <a16:creationId xmlns:a16="http://schemas.microsoft.com/office/drawing/2014/main" id="{0F3E2047-416B-494D-8F9B-F053FE93FC3E}"/>
                    </a:ext>
                  </a:extLst>
                </p:cNvPr>
                <p:cNvSpPr/>
                <p:nvPr/>
              </p:nvSpPr>
              <p:spPr bwMode="auto">
                <a:xfrm>
                  <a:off x="5028761" y="892623"/>
                  <a:ext cx="71074" cy="25734"/>
                </a:xfrm>
                <a:prstGeom prst="rect">
                  <a:avLst/>
                </a:prstGeom>
                <a:grpFill/>
                <a:ln>
                  <a:noFill/>
                </a:ln>
                <a:extLst>
                  <a:ext uri="{91240B29-F687-4f45-9708-019B960494DF}">
                    <a14:hiddenLine xmlns="" xmlns:lc="http://schemas.openxmlformats.org/drawingml/2006/lockedCanvas" xmlns:a14="http://schemas.microsoft.com/office/drawing/2010/main" xmlns:p14="http://schemas.microsoft.com/office/powerpoint/2010/main" xmlns:a16="http://schemas.microsoft.com/office/drawing/2014/main" w="9525">
                      <a:solidFill>
                        <a:srgbClr val="000000"/>
                      </a:solidFill>
                      <a:miter lim="800000"/>
                      <a:headEnd/>
                      <a:tailEnd/>
                    </a14:hiddenLine>
                  </a:ext>
                </a:extLst>
              </p:spPr>
              <p:txBody>
                <a:bodyPr anchor="ctr"/>
                <a:lstStyle/>
                <a:p>
                  <a:pPr algn="ctr">
                    <a:lnSpc>
                      <a:spcPct val="120000"/>
                    </a:lnSpc>
                  </a:pPr>
                  <a:endParaRPr sz="3200">
                    <a:cs typeface="+mn-ea"/>
                    <a:sym typeface="+mn-lt"/>
                  </a:endParaRPr>
                </a:p>
              </p:txBody>
            </p:sp>
            <p:sp>
              <p:nvSpPr>
                <p:cNvPr id="209" name="isľïḋè">
                  <a:extLst>
                    <a:ext uri="{FF2B5EF4-FFF2-40B4-BE49-F238E27FC236}">
                      <a16:creationId xmlns:a16="http://schemas.microsoft.com/office/drawing/2014/main" id="{A9304607-8B84-43C4-AB02-710236FAF8E6}"/>
                    </a:ext>
                  </a:extLst>
                </p:cNvPr>
                <p:cNvSpPr/>
                <p:nvPr/>
              </p:nvSpPr>
              <p:spPr bwMode="auto">
                <a:xfrm>
                  <a:off x="4879261" y="675725"/>
                  <a:ext cx="366398" cy="194841"/>
                </a:xfrm>
                <a:custGeom>
                  <a:avLst/>
                  <a:gdLst>
                    <a:gd name="T0" fmla="*/ 223 w 299"/>
                    <a:gd name="T1" fmla="*/ 0 h 159"/>
                    <a:gd name="T2" fmla="*/ 151 w 299"/>
                    <a:gd name="T3" fmla="*/ 0 h 159"/>
                    <a:gd name="T4" fmla="*/ 151 w 299"/>
                    <a:gd name="T5" fmla="*/ 29 h 159"/>
                    <a:gd name="T6" fmla="*/ 198 w 299"/>
                    <a:gd name="T7" fmla="*/ 29 h 159"/>
                    <a:gd name="T8" fmla="*/ 198 w 299"/>
                    <a:gd name="T9" fmla="*/ 58 h 159"/>
                    <a:gd name="T10" fmla="*/ 151 w 299"/>
                    <a:gd name="T11" fmla="*/ 58 h 159"/>
                    <a:gd name="T12" fmla="*/ 151 w 299"/>
                    <a:gd name="T13" fmla="*/ 159 h 159"/>
                    <a:gd name="T14" fmla="*/ 198 w 299"/>
                    <a:gd name="T15" fmla="*/ 159 h 159"/>
                    <a:gd name="T16" fmla="*/ 299 w 299"/>
                    <a:gd name="T17" fmla="*/ 159 h 159"/>
                    <a:gd name="T18" fmla="*/ 299 w 299"/>
                    <a:gd name="T19" fmla="*/ 58 h 159"/>
                    <a:gd name="T20" fmla="*/ 223 w 299"/>
                    <a:gd name="T21" fmla="*/ 58 h 159"/>
                    <a:gd name="T22" fmla="*/ 223 w 299"/>
                    <a:gd name="T23" fmla="*/ 0 h 159"/>
                    <a:gd name="T24" fmla="*/ 151 w 299"/>
                    <a:gd name="T25" fmla="*/ 0 h 159"/>
                    <a:gd name="T26" fmla="*/ 79 w 299"/>
                    <a:gd name="T27" fmla="*/ 0 h 159"/>
                    <a:gd name="T28" fmla="*/ 79 w 299"/>
                    <a:gd name="T29" fmla="*/ 58 h 159"/>
                    <a:gd name="T30" fmla="*/ 0 w 299"/>
                    <a:gd name="T31" fmla="*/ 58 h 159"/>
                    <a:gd name="T32" fmla="*/ 0 w 299"/>
                    <a:gd name="T33" fmla="*/ 159 h 159"/>
                    <a:gd name="T34" fmla="*/ 104 w 299"/>
                    <a:gd name="T35" fmla="*/ 159 h 159"/>
                    <a:gd name="T36" fmla="*/ 151 w 299"/>
                    <a:gd name="T37" fmla="*/ 159 h 159"/>
                    <a:gd name="T38" fmla="*/ 151 w 299"/>
                    <a:gd name="T39" fmla="*/ 58 h 159"/>
                    <a:gd name="T40" fmla="*/ 104 w 299"/>
                    <a:gd name="T41" fmla="*/ 58 h 159"/>
                    <a:gd name="T42" fmla="*/ 104 w 299"/>
                    <a:gd name="T43" fmla="*/ 58 h 159"/>
                    <a:gd name="T44" fmla="*/ 104 w 299"/>
                    <a:gd name="T45" fmla="*/ 29 h 159"/>
                    <a:gd name="T46" fmla="*/ 151 w 299"/>
                    <a:gd name="T47" fmla="*/ 29 h 159"/>
                    <a:gd name="T48" fmla="*/ 151 w 299"/>
                    <a:gd name="T49" fmla="*/ 0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99" h="159">
                      <a:moveTo>
                        <a:pt x="223" y="0"/>
                      </a:moveTo>
                      <a:lnTo>
                        <a:pt x="151" y="0"/>
                      </a:lnTo>
                      <a:lnTo>
                        <a:pt x="151" y="29"/>
                      </a:lnTo>
                      <a:lnTo>
                        <a:pt x="198" y="29"/>
                      </a:lnTo>
                      <a:lnTo>
                        <a:pt x="198" y="58"/>
                      </a:lnTo>
                      <a:lnTo>
                        <a:pt x="151" y="58"/>
                      </a:lnTo>
                      <a:lnTo>
                        <a:pt x="151" y="159"/>
                      </a:lnTo>
                      <a:lnTo>
                        <a:pt x="198" y="159"/>
                      </a:lnTo>
                      <a:lnTo>
                        <a:pt x="299" y="159"/>
                      </a:lnTo>
                      <a:lnTo>
                        <a:pt x="299" y="58"/>
                      </a:lnTo>
                      <a:lnTo>
                        <a:pt x="223" y="58"/>
                      </a:lnTo>
                      <a:lnTo>
                        <a:pt x="223" y="0"/>
                      </a:lnTo>
                      <a:close/>
                      <a:moveTo>
                        <a:pt x="151" y="0"/>
                      </a:moveTo>
                      <a:lnTo>
                        <a:pt x="79" y="0"/>
                      </a:lnTo>
                      <a:lnTo>
                        <a:pt x="79" y="58"/>
                      </a:lnTo>
                      <a:lnTo>
                        <a:pt x="0" y="58"/>
                      </a:lnTo>
                      <a:lnTo>
                        <a:pt x="0" y="159"/>
                      </a:lnTo>
                      <a:lnTo>
                        <a:pt x="104" y="159"/>
                      </a:lnTo>
                      <a:lnTo>
                        <a:pt x="151" y="159"/>
                      </a:lnTo>
                      <a:lnTo>
                        <a:pt x="151" y="58"/>
                      </a:lnTo>
                      <a:lnTo>
                        <a:pt x="104" y="58"/>
                      </a:lnTo>
                      <a:lnTo>
                        <a:pt x="104" y="58"/>
                      </a:lnTo>
                      <a:lnTo>
                        <a:pt x="104" y="29"/>
                      </a:lnTo>
                      <a:lnTo>
                        <a:pt x="151" y="29"/>
                      </a:lnTo>
                      <a:lnTo>
                        <a:pt x="151" y="0"/>
                      </a:lnTo>
                      <a:close/>
                    </a:path>
                  </a:pathLst>
                </a:custGeom>
                <a:grpFill/>
                <a:ln>
                  <a:noFill/>
                </a:ln>
                <a:extLst>
                  <a:ext uri="{91240B29-F687-4f45-9708-019B960494DF}">
                    <a14:hiddenLine xmlns="" xmlns:lc="http://schemas.openxmlformats.org/drawingml/2006/lockedCanvas" xmlns:a14="http://schemas.microsoft.com/office/drawing/2010/main" xmlns:p14="http://schemas.microsoft.com/office/powerpoint/2010/main" xmlns:a16="http://schemas.microsoft.com/office/drawing/2014/main" w="9525">
                      <a:solidFill>
                        <a:srgbClr val="000000"/>
                      </a:solidFill>
                      <a:round/>
                      <a:headEnd/>
                      <a:tailEnd/>
                    </a14:hiddenLine>
                  </a:ext>
                </a:extLst>
              </p:spPr>
              <p:txBody>
                <a:bodyPr anchor="ctr"/>
                <a:lstStyle/>
                <a:p>
                  <a:pPr algn="ctr">
                    <a:lnSpc>
                      <a:spcPct val="120000"/>
                    </a:lnSpc>
                  </a:pPr>
                  <a:endParaRPr sz="3200">
                    <a:cs typeface="+mn-ea"/>
                    <a:sym typeface="+mn-lt"/>
                  </a:endParaRPr>
                </a:p>
              </p:txBody>
            </p:sp>
            <p:sp>
              <p:nvSpPr>
                <p:cNvPr id="210" name="í$ļíḍè">
                  <a:extLst>
                    <a:ext uri="{FF2B5EF4-FFF2-40B4-BE49-F238E27FC236}">
                      <a16:creationId xmlns:a16="http://schemas.microsoft.com/office/drawing/2014/main" id="{86BC863E-8796-4468-9059-9C9326021AAD}"/>
                    </a:ext>
                  </a:extLst>
                </p:cNvPr>
                <p:cNvSpPr/>
                <p:nvPr/>
              </p:nvSpPr>
              <p:spPr bwMode="auto">
                <a:xfrm>
                  <a:off x="2908797" y="1272501"/>
                  <a:ext cx="371300" cy="379878"/>
                </a:xfrm>
                <a:custGeom>
                  <a:avLst/>
                  <a:gdLst>
                    <a:gd name="T0" fmla="*/ 42 w 84"/>
                    <a:gd name="T1" fmla="*/ 0 h 86"/>
                    <a:gd name="T2" fmla="*/ 33 w 84"/>
                    <a:gd name="T3" fmla="*/ 18 h 86"/>
                    <a:gd name="T4" fmla="*/ 33 w 84"/>
                    <a:gd name="T5" fmla="*/ 32 h 86"/>
                    <a:gd name="T6" fmla="*/ 0 w 84"/>
                    <a:gd name="T7" fmla="*/ 46 h 86"/>
                    <a:gd name="T8" fmla="*/ 0 w 84"/>
                    <a:gd name="T9" fmla="*/ 55 h 86"/>
                    <a:gd name="T10" fmla="*/ 33 w 84"/>
                    <a:gd name="T11" fmla="*/ 48 h 86"/>
                    <a:gd name="T12" fmla="*/ 33 w 84"/>
                    <a:gd name="T13" fmla="*/ 67 h 86"/>
                    <a:gd name="T14" fmla="*/ 19 w 84"/>
                    <a:gd name="T15" fmla="*/ 77 h 86"/>
                    <a:gd name="T16" fmla="*/ 19 w 84"/>
                    <a:gd name="T17" fmla="*/ 86 h 86"/>
                    <a:gd name="T18" fmla="*/ 42 w 84"/>
                    <a:gd name="T19" fmla="*/ 78 h 86"/>
                    <a:gd name="T20" fmla="*/ 65 w 84"/>
                    <a:gd name="T21" fmla="*/ 86 h 86"/>
                    <a:gd name="T22" fmla="*/ 65 w 84"/>
                    <a:gd name="T23" fmla="*/ 77 h 86"/>
                    <a:gd name="T24" fmla="*/ 52 w 84"/>
                    <a:gd name="T25" fmla="*/ 67 h 86"/>
                    <a:gd name="T26" fmla="*/ 52 w 84"/>
                    <a:gd name="T27" fmla="*/ 48 h 86"/>
                    <a:gd name="T28" fmla="*/ 84 w 84"/>
                    <a:gd name="T29" fmla="*/ 55 h 86"/>
                    <a:gd name="T30" fmla="*/ 84 w 84"/>
                    <a:gd name="T31" fmla="*/ 46 h 86"/>
                    <a:gd name="T32" fmla="*/ 52 w 84"/>
                    <a:gd name="T33" fmla="*/ 32 h 86"/>
                    <a:gd name="T34" fmla="*/ 52 w 84"/>
                    <a:gd name="T35" fmla="*/ 18 h 86"/>
                    <a:gd name="T36" fmla="*/ 42 w 84"/>
                    <a:gd name="T37" fmla="*/ 0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84" h="86">
                      <a:moveTo>
                        <a:pt x="42" y="0"/>
                      </a:moveTo>
                      <a:cubicBezTo>
                        <a:pt x="37" y="0"/>
                        <a:pt x="33" y="13"/>
                        <a:pt x="33" y="18"/>
                      </a:cubicBezTo>
                      <a:cubicBezTo>
                        <a:pt x="33" y="32"/>
                        <a:pt x="33" y="32"/>
                        <a:pt x="33" y="32"/>
                      </a:cubicBezTo>
                      <a:cubicBezTo>
                        <a:pt x="0" y="46"/>
                        <a:pt x="0" y="46"/>
                        <a:pt x="0" y="46"/>
                      </a:cubicBezTo>
                      <a:cubicBezTo>
                        <a:pt x="0" y="55"/>
                        <a:pt x="0" y="55"/>
                        <a:pt x="0" y="55"/>
                      </a:cubicBezTo>
                      <a:cubicBezTo>
                        <a:pt x="33" y="48"/>
                        <a:pt x="33" y="48"/>
                        <a:pt x="33" y="48"/>
                      </a:cubicBezTo>
                      <a:cubicBezTo>
                        <a:pt x="33" y="67"/>
                        <a:pt x="33" y="67"/>
                        <a:pt x="33" y="67"/>
                      </a:cubicBezTo>
                      <a:cubicBezTo>
                        <a:pt x="19" y="77"/>
                        <a:pt x="19" y="77"/>
                        <a:pt x="19" y="77"/>
                      </a:cubicBezTo>
                      <a:cubicBezTo>
                        <a:pt x="19" y="86"/>
                        <a:pt x="19" y="86"/>
                        <a:pt x="19" y="86"/>
                      </a:cubicBezTo>
                      <a:cubicBezTo>
                        <a:pt x="42" y="78"/>
                        <a:pt x="42" y="78"/>
                        <a:pt x="42" y="78"/>
                      </a:cubicBezTo>
                      <a:cubicBezTo>
                        <a:pt x="65" y="86"/>
                        <a:pt x="65" y="86"/>
                        <a:pt x="65" y="86"/>
                      </a:cubicBezTo>
                      <a:cubicBezTo>
                        <a:pt x="65" y="77"/>
                        <a:pt x="65" y="77"/>
                        <a:pt x="65" y="77"/>
                      </a:cubicBezTo>
                      <a:cubicBezTo>
                        <a:pt x="52" y="67"/>
                        <a:pt x="52" y="67"/>
                        <a:pt x="52" y="67"/>
                      </a:cubicBezTo>
                      <a:cubicBezTo>
                        <a:pt x="52" y="48"/>
                        <a:pt x="52" y="48"/>
                        <a:pt x="52" y="48"/>
                      </a:cubicBezTo>
                      <a:cubicBezTo>
                        <a:pt x="84" y="55"/>
                        <a:pt x="84" y="55"/>
                        <a:pt x="84" y="55"/>
                      </a:cubicBezTo>
                      <a:cubicBezTo>
                        <a:pt x="84" y="46"/>
                        <a:pt x="84" y="46"/>
                        <a:pt x="84" y="46"/>
                      </a:cubicBezTo>
                      <a:cubicBezTo>
                        <a:pt x="52" y="32"/>
                        <a:pt x="52" y="32"/>
                        <a:pt x="52" y="32"/>
                      </a:cubicBezTo>
                      <a:cubicBezTo>
                        <a:pt x="52" y="18"/>
                        <a:pt x="52" y="18"/>
                        <a:pt x="52" y="18"/>
                      </a:cubicBezTo>
                      <a:cubicBezTo>
                        <a:pt x="52" y="13"/>
                        <a:pt x="48" y="0"/>
                        <a:pt x="42" y="0"/>
                      </a:cubicBezTo>
                      <a:close/>
                    </a:path>
                  </a:pathLst>
                </a:custGeom>
                <a:grpFill/>
                <a:ln>
                  <a:noFill/>
                </a:ln>
                <a:extLst>
                  <a:ext uri="{91240B29-F687-4f45-9708-019B960494DF}">
                    <a14:hiddenLine xmlns="" xmlns:lc="http://schemas.openxmlformats.org/drawingml/2006/lockedCanvas" xmlns:a14="http://schemas.microsoft.com/office/drawing/2010/main" xmlns:p14="http://schemas.microsoft.com/office/powerpoint/2010/main" xmlns:a16="http://schemas.microsoft.com/office/drawing/2014/main" w="9525">
                      <a:solidFill>
                        <a:srgbClr val="000000"/>
                      </a:solidFill>
                      <a:round/>
                      <a:headEnd/>
                      <a:tailEnd/>
                    </a14:hiddenLine>
                  </a:ext>
                </a:extLst>
              </p:spPr>
              <p:txBody>
                <a:bodyPr anchor="ctr"/>
                <a:lstStyle/>
                <a:p>
                  <a:pPr algn="ctr">
                    <a:lnSpc>
                      <a:spcPct val="120000"/>
                    </a:lnSpc>
                  </a:pPr>
                  <a:endParaRPr sz="3200">
                    <a:cs typeface="+mn-ea"/>
                    <a:sym typeface="+mn-lt"/>
                  </a:endParaRPr>
                </a:p>
              </p:txBody>
            </p:sp>
            <p:sp>
              <p:nvSpPr>
                <p:cNvPr id="211" name="îşļíḋé">
                  <a:extLst>
                    <a:ext uri="{FF2B5EF4-FFF2-40B4-BE49-F238E27FC236}">
                      <a16:creationId xmlns:a16="http://schemas.microsoft.com/office/drawing/2014/main" id="{3CE12195-3B78-4B74-9F45-D33B04E18237}"/>
                    </a:ext>
                  </a:extLst>
                </p:cNvPr>
                <p:cNvSpPr/>
                <p:nvPr/>
              </p:nvSpPr>
              <p:spPr bwMode="auto">
                <a:xfrm>
                  <a:off x="6251723" y="2292044"/>
                  <a:ext cx="269591" cy="216898"/>
                </a:xfrm>
                <a:custGeom>
                  <a:avLst/>
                  <a:gdLst>
                    <a:gd name="T0" fmla="*/ 48 w 61"/>
                    <a:gd name="T1" fmla="*/ 49 h 49"/>
                    <a:gd name="T2" fmla="*/ 48 w 61"/>
                    <a:gd name="T3" fmla="*/ 32 h 49"/>
                    <a:gd name="T4" fmla="*/ 56 w 61"/>
                    <a:gd name="T5" fmla="*/ 24 h 49"/>
                    <a:gd name="T6" fmla="*/ 61 w 61"/>
                    <a:gd name="T7" fmla="*/ 24 h 49"/>
                    <a:gd name="T8" fmla="*/ 61 w 61"/>
                    <a:gd name="T9" fmla="*/ 6 h 49"/>
                    <a:gd name="T10" fmla="*/ 54 w 61"/>
                    <a:gd name="T11" fmla="*/ 0 h 49"/>
                    <a:gd name="T12" fmla="*/ 39 w 61"/>
                    <a:gd name="T13" fmla="*/ 0 h 49"/>
                    <a:gd name="T14" fmla="*/ 39 w 61"/>
                    <a:gd name="T15" fmla="*/ 8 h 49"/>
                    <a:gd name="T16" fmla="*/ 45 w 61"/>
                    <a:gd name="T17" fmla="*/ 13 h 49"/>
                    <a:gd name="T18" fmla="*/ 39 w 61"/>
                    <a:gd name="T19" fmla="*/ 19 h 49"/>
                    <a:gd name="T20" fmla="*/ 39 w 61"/>
                    <a:gd name="T21" fmla="*/ 22 h 49"/>
                    <a:gd name="T22" fmla="*/ 45 w 61"/>
                    <a:gd name="T23" fmla="*/ 28 h 49"/>
                    <a:gd name="T24" fmla="*/ 39 w 61"/>
                    <a:gd name="T25" fmla="*/ 33 h 49"/>
                    <a:gd name="T26" fmla="*/ 39 w 61"/>
                    <a:gd name="T27" fmla="*/ 49 h 49"/>
                    <a:gd name="T28" fmla="*/ 48 w 61"/>
                    <a:gd name="T29" fmla="*/ 49 h 49"/>
                    <a:gd name="T30" fmla="*/ 39 w 61"/>
                    <a:gd name="T31" fmla="*/ 0 h 49"/>
                    <a:gd name="T32" fmla="*/ 22 w 61"/>
                    <a:gd name="T33" fmla="*/ 0 h 49"/>
                    <a:gd name="T34" fmla="*/ 22 w 61"/>
                    <a:gd name="T35" fmla="*/ 8 h 49"/>
                    <a:gd name="T36" fmla="*/ 22 w 61"/>
                    <a:gd name="T37" fmla="*/ 8 h 49"/>
                    <a:gd name="T38" fmla="*/ 22 w 61"/>
                    <a:gd name="T39" fmla="*/ 8 h 49"/>
                    <a:gd name="T40" fmla="*/ 27 w 61"/>
                    <a:gd name="T41" fmla="*/ 13 h 49"/>
                    <a:gd name="T42" fmla="*/ 22 w 61"/>
                    <a:gd name="T43" fmla="*/ 19 h 49"/>
                    <a:gd name="T44" fmla="*/ 22 w 61"/>
                    <a:gd name="T45" fmla="*/ 19 h 49"/>
                    <a:gd name="T46" fmla="*/ 22 w 61"/>
                    <a:gd name="T47" fmla="*/ 22 h 49"/>
                    <a:gd name="T48" fmla="*/ 22 w 61"/>
                    <a:gd name="T49" fmla="*/ 22 h 49"/>
                    <a:gd name="T50" fmla="*/ 22 w 61"/>
                    <a:gd name="T51" fmla="*/ 22 h 49"/>
                    <a:gd name="T52" fmla="*/ 27 w 61"/>
                    <a:gd name="T53" fmla="*/ 28 h 49"/>
                    <a:gd name="T54" fmla="*/ 22 w 61"/>
                    <a:gd name="T55" fmla="*/ 33 h 49"/>
                    <a:gd name="T56" fmla="*/ 22 w 61"/>
                    <a:gd name="T57" fmla="*/ 33 h 49"/>
                    <a:gd name="T58" fmla="*/ 22 w 61"/>
                    <a:gd name="T59" fmla="*/ 49 h 49"/>
                    <a:gd name="T60" fmla="*/ 39 w 61"/>
                    <a:gd name="T61" fmla="*/ 49 h 49"/>
                    <a:gd name="T62" fmla="*/ 39 w 61"/>
                    <a:gd name="T63" fmla="*/ 33 h 49"/>
                    <a:gd name="T64" fmla="*/ 39 w 61"/>
                    <a:gd name="T65" fmla="*/ 33 h 49"/>
                    <a:gd name="T66" fmla="*/ 34 w 61"/>
                    <a:gd name="T67" fmla="*/ 28 h 49"/>
                    <a:gd name="T68" fmla="*/ 39 w 61"/>
                    <a:gd name="T69" fmla="*/ 22 h 49"/>
                    <a:gd name="T70" fmla="*/ 39 w 61"/>
                    <a:gd name="T71" fmla="*/ 22 h 49"/>
                    <a:gd name="T72" fmla="*/ 39 w 61"/>
                    <a:gd name="T73" fmla="*/ 22 h 49"/>
                    <a:gd name="T74" fmla="*/ 39 w 61"/>
                    <a:gd name="T75" fmla="*/ 19 h 49"/>
                    <a:gd name="T76" fmla="*/ 39 w 61"/>
                    <a:gd name="T77" fmla="*/ 19 h 49"/>
                    <a:gd name="T78" fmla="*/ 34 w 61"/>
                    <a:gd name="T79" fmla="*/ 13 h 49"/>
                    <a:gd name="T80" fmla="*/ 39 w 61"/>
                    <a:gd name="T81" fmla="*/ 8 h 49"/>
                    <a:gd name="T82" fmla="*/ 39 w 61"/>
                    <a:gd name="T83" fmla="*/ 8 h 49"/>
                    <a:gd name="T84" fmla="*/ 39 w 61"/>
                    <a:gd name="T85" fmla="*/ 8 h 49"/>
                    <a:gd name="T86" fmla="*/ 39 w 61"/>
                    <a:gd name="T87" fmla="*/ 0 h 49"/>
                    <a:gd name="T88" fmla="*/ 22 w 61"/>
                    <a:gd name="T89" fmla="*/ 0 h 49"/>
                    <a:gd name="T90" fmla="*/ 6 w 61"/>
                    <a:gd name="T91" fmla="*/ 0 h 49"/>
                    <a:gd name="T92" fmla="*/ 0 w 61"/>
                    <a:gd name="T93" fmla="*/ 6 h 49"/>
                    <a:gd name="T94" fmla="*/ 0 w 61"/>
                    <a:gd name="T95" fmla="*/ 24 h 49"/>
                    <a:gd name="T96" fmla="*/ 5 w 61"/>
                    <a:gd name="T97" fmla="*/ 24 h 49"/>
                    <a:gd name="T98" fmla="*/ 13 w 61"/>
                    <a:gd name="T99" fmla="*/ 32 h 49"/>
                    <a:gd name="T100" fmla="*/ 13 w 61"/>
                    <a:gd name="T101" fmla="*/ 49 h 49"/>
                    <a:gd name="T102" fmla="*/ 22 w 61"/>
                    <a:gd name="T103" fmla="*/ 49 h 49"/>
                    <a:gd name="T104" fmla="*/ 22 w 61"/>
                    <a:gd name="T105" fmla="*/ 33 h 49"/>
                    <a:gd name="T106" fmla="*/ 16 w 61"/>
                    <a:gd name="T107" fmla="*/ 28 h 49"/>
                    <a:gd name="T108" fmla="*/ 22 w 61"/>
                    <a:gd name="T109" fmla="*/ 22 h 49"/>
                    <a:gd name="T110" fmla="*/ 22 w 61"/>
                    <a:gd name="T111" fmla="*/ 19 h 49"/>
                    <a:gd name="T112" fmla="*/ 16 w 61"/>
                    <a:gd name="T113" fmla="*/ 13 h 49"/>
                    <a:gd name="T114" fmla="*/ 22 w 61"/>
                    <a:gd name="T115" fmla="*/ 8 h 49"/>
                    <a:gd name="T116" fmla="*/ 22 w 61"/>
                    <a:gd name="T117" fmla="*/ 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61" h="49">
                      <a:moveTo>
                        <a:pt x="48" y="49"/>
                      </a:moveTo>
                      <a:cubicBezTo>
                        <a:pt x="48" y="32"/>
                        <a:pt x="48" y="32"/>
                        <a:pt x="48" y="32"/>
                      </a:cubicBezTo>
                      <a:cubicBezTo>
                        <a:pt x="48" y="27"/>
                        <a:pt x="51" y="24"/>
                        <a:pt x="56" y="24"/>
                      </a:cubicBezTo>
                      <a:cubicBezTo>
                        <a:pt x="61" y="24"/>
                        <a:pt x="61" y="24"/>
                        <a:pt x="61" y="24"/>
                      </a:cubicBezTo>
                      <a:cubicBezTo>
                        <a:pt x="61" y="6"/>
                        <a:pt x="61" y="6"/>
                        <a:pt x="61" y="6"/>
                      </a:cubicBezTo>
                      <a:cubicBezTo>
                        <a:pt x="61" y="3"/>
                        <a:pt x="58" y="0"/>
                        <a:pt x="54" y="0"/>
                      </a:cubicBezTo>
                      <a:cubicBezTo>
                        <a:pt x="39" y="0"/>
                        <a:pt x="39" y="0"/>
                        <a:pt x="39" y="0"/>
                      </a:cubicBezTo>
                      <a:cubicBezTo>
                        <a:pt x="39" y="8"/>
                        <a:pt x="39" y="8"/>
                        <a:pt x="39" y="8"/>
                      </a:cubicBezTo>
                      <a:cubicBezTo>
                        <a:pt x="42" y="8"/>
                        <a:pt x="45" y="10"/>
                        <a:pt x="45" y="13"/>
                      </a:cubicBezTo>
                      <a:cubicBezTo>
                        <a:pt x="45" y="16"/>
                        <a:pt x="42" y="19"/>
                        <a:pt x="39" y="19"/>
                      </a:cubicBezTo>
                      <a:cubicBezTo>
                        <a:pt x="39" y="22"/>
                        <a:pt x="39" y="22"/>
                        <a:pt x="39" y="22"/>
                      </a:cubicBezTo>
                      <a:cubicBezTo>
                        <a:pt x="42" y="22"/>
                        <a:pt x="45" y="25"/>
                        <a:pt x="45" y="28"/>
                      </a:cubicBezTo>
                      <a:cubicBezTo>
                        <a:pt x="45" y="31"/>
                        <a:pt x="42" y="33"/>
                        <a:pt x="39" y="33"/>
                      </a:cubicBezTo>
                      <a:cubicBezTo>
                        <a:pt x="39" y="49"/>
                        <a:pt x="39" y="49"/>
                        <a:pt x="39" y="49"/>
                      </a:cubicBezTo>
                      <a:lnTo>
                        <a:pt x="48" y="49"/>
                      </a:lnTo>
                      <a:close/>
                      <a:moveTo>
                        <a:pt x="39" y="0"/>
                      </a:moveTo>
                      <a:cubicBezTo>
                        <a:pt x="22" y="0"/>
                        <a:pt x="22" y="0"/>
                        <a:pt x="22" y="0"/>
                      </a:cubicBezTo>
                      <a:cubicBezTo>
                        <a:pt x="22" y="8"/>
                        <a:pt x="22" y="8"/>
                        <a:pt x="22" y="8"/>
                      </a:cubicBezTo>
                      <a:cubicBezTo>
                        <a:pt x="22" y="8"/>
                        <a:pt x="22" y="8"/>
                        <a:pt x="22" y="8"/>
                      </a:cubicBezTo>
                      <a:cubicBezTo>
                        <a:pt x="22" y="8"/>
                        <a:pt x="22" y="8"/>
                        <a:pt x="22" y="8"/>
                      </a:cubicBezTo>
                      <a:cubicBezTo>
                        <a:pt x="25" y="8"/>
                        <a:pt x="27" y="10"/>
                        <a:pt x="27" y="13"/>
                      </a:cubicBezTo>
                      <a:cubicBezTo>
                        <a:pt x="27" y="16"/>
                        <a:pt x="25" y="19"/>
                        <a:pt x="22" y="19"/>
                      </a:cubicBezTo>
                      <a:cubicBezTo>
                        <a:pt x="22" y="19"/>
                        <a:pt x="22" y="19"/>
                        <a:pt x="22" y="19"/>
                      </a:cubicBezTo>
                      <a:cubicBezTo>
                        <a:pt x="22" y="22"/>
                        <a:pt x="22" y="22"/>
                        <a:pt x="22" y="22"/>
                      </a:cubicBezTo>
                      <a:cubicBezTo>
                        <a:pt x="22" y="22"/>
                        <a:pt x="22" y="22"/>
                        <a:pt x="22" y="22"/>
                      </a:cubicBezTo>
                      <a:cubicBezTo>
                        <a:pt x="22" y="22"/>
                        <a:pt x="22" y="22"/>
                        <a:pt x="22" y="22"/>
                      </a:cubicBezTo>
                      <a:cubicBezTo>
                        <a:pt x="25" y="22"/>
                        <a:pt x="27" y="25"/>
                        <a:pt x="27" y="28"/>
                      </a:cubicBezTo>
                      <a:cubicBezTo>
                        <a:pt x="27" y="31"/>
                        <a:pt x="25" y="33"/>
                        <a:pt x="22" y="33"/>
                      </a:cubicBezTo>
                      <a:cubicBezTo>
                        <a:pt x="22" y="33"/>
                        <a:pt x="22" y="33"/>
                        <a:pt x="22" y="33"/>
                      </a:cubicBezTo>
                      <a:cubicBezTo>
                        <a:pt x="22" y="49"/>
                        <a:pt x="22" y="49"/>
                        <a:pt x="22" y="49"/>
                      </a:cubicBezTo>
                      <a:cubicBezTo>
                        <a:pt x="39" y="49"/>
                        <a:pt x="39" y="49"/>
                        <a:pt x="39" y="49"/>
                      </a:cubicBezTo>
                      <a:cubicBezTo>
                        <a:pt x="39" y="33"/>
                        <a:pt x="39" y="33"/>
                        <a:pt x="39" y="33"/>
                      </a:cubicBezTo>
                      <a:cubicBezTo>
                        <a:pt x="39" y="33"/>
                        <a:pt x="39" y="33"/>
                        <a:pt x="39" y="33"/>
                      </a:cubicBezTo>
                      <a:cubicBezTo>
                        <a:pt x="36" y="33"/>
                        <a:pt x="34" y="31"/>
                        <a:pt x="34" y="28"/>
                      </a:cubicBezTo>
                      <a:cubicBezTo>
                        <a:pt x="34" y="25"/>
                        <a:pt x="36" y="22"/>
                        <a:pt x="39" y="22"/>
                      </a:cubicBezTo>
                      <a:cubicBezTo>
                        <a:pt x="39" y="22"/>
                        <a:pt x="39" y="22"/>
                        <a:pt x="39" y="22"/>
                      </a:cubicBezTo>
                      <a:cubicBezTo>
                        <a:pt x="39" y="22"/>
                        <a:pt x="39" y="22"/>
                        <a:pt x="39" y="22"/>
                      </a:cubicBezTo>
                      <a:cubicBezTo>
                        <a:pt x="39" y="19"/>
                        <a:pt x="39" y="19"/>
                        <a:pt x="39" y="19"/>
                      </a:cubicBezTo>
                      <a:cubicBezTo>
                        <a:pt x="39" y="19"/>
                        <a:pt x="39" y="19"/>
                        <a:pt x="39" y="19"/>
                      </a:cubicBezTo>
                      <a:cubicBezTo>
                        <a:pt x="36" y="19"/>
                        <a:pt x="34" y="16"/>
                        <a:pt x="34" y="13"/>
                      </a:cubicBezTo>
                      <a:cubicBezTo>
                        <a:pt x="34" y="10"/>
                        <a:pt x="36" y="8"/>
                        <a:pt x="39" y="8"/>
                      </a:cubicBezTo>
                      <a:cubicBezTo>
                        <a:pt x="39" y="8"/>
                        <a:pt x="39" y="8"/>
                        <a:pt x="39" y="8"/>
                      </a:cubicBezTo>
                      <a:cubicBezTo>
                        <a:pt x="39" y="8"/>
                        <a:pt x="39" y="8"/>
                        <a:pt x="39" y="8"/>
                      </a:cubicBezTo>
                      <a:lnTo>
                        <a:pt x="39" y="0"/>
                      </a:lnTo>
                      <a:close/>
                      <a:moveTo>
                        <a:pt x="22" y="0"/>
                      </a:moveTo>
                      <a:cubicBezTo>
                        <a:pt x="6" y="0"/>
                        <a:pt x="6" y="0"/>
                        <a:pt x="6" y="0"/>
                      </a:cubicBezTo>
                      <a:cubicBezTo>
                        <a:pt x="3" y="0"/>
                        <a:pt x="0" y="3"/>
                        <a:pt x="0" y="6"/>
                      </a:cubicBezTo>
                      <a:cubicBezTo>
                        <a:pt x="0" y="24"/>
                        <a:pt x="0" y="24"/>
                        <a:pt x="0" y="24"/>
                      </a:cubicBezTo>
                      <a:cubicBezTo>
                        <a:pt x="5" y="24"/>
                        <a:pt x="5" y="24"/>
                        <a:pt x="5" y="24"/>
                      </a:cubicBezTo>
                      <a:cubicBezTo>
                        <a:pt x="10" y="24"/>
                        <a:pt x="13" y="27"/>
                        <a:pt x="13" y="32"/>
                      </a:cubicBezTo>
                      <a:cubicBezTo>
                        <a:pt x="13" y="49"/>
                        <a:pt x="13" y="49"/>
                        <a:pt x="13" y="49"/>
                      </a:cubicBezTo>
                      <a:cubicBezTo>
                        <a:pt x="22" y="49"/>
                        <a:pt x="22" y="49"/>
                        <a:pt x="22" y="49"/>
                      </a:cubicBezTo>
                      <a:cubicBezTo>
                        <a:pt x="22" y="33"/>
                        <a:pt x="22" y="33"/>
                        <a:pt x="22" y="33"/>
                      </a:cubicBezTo>
                      <a:cubicBezTo>
                        <a:pt x="19" y="33"/>
                        <a:pt x="16" y="31"/>
                        <a:pt x="16" y="28"/>
                      </a:cubicBezTo>
                      <a:cubicBezTo>
                        <a:pt x="16" y="25"/>
                        <a:pt x="19" y="22"/>
                        <a:pt x="22" y="22"/>
                      </a:cubicBezTo>
                      <a:cubicBezTo>
                        <a:pt x="22" y="19"/>
                        <a:pt x="22" y="19"/>
                        <a:pt x="22" y="19"/>
                      </a:cubicBezTo>
                      <a:cubicBezTo>
                        <a:pt x="19" y="19"/>
                        <a:pt x="16" y="16"/>
                        <a:pt x="16" y="13"/>
                      </a:cubicBezTo>
                      <a:cubicBezTo>
                        <a:pt x="16" y="10"/>
                        <a:pt x="19" y="8"/>
                        <a:pt x="22" y="8"/>
                      </a:cubicBezTo>
                      <a:lnTo>
                        <a:pt x="22" y="0"/>
                      </a:lnTo>
                      <a:close/>
                    </a:path>
                  </a:pathLst>
                </a:custGeom>
                <a:grpFill/>
                <a:ln>
                  <a:noFill/>
                </a:ln>
                <a:extLst>
                  <a:ext uri="{91240B29-F687-4f45-9708-019B960494DF}">
                    <a14:hiddenLine xmlns="" xmlns:lc="http://schemas.openxmlformats.org/drawingml/2006/lockedCanvas" xmlns:a14="http://schemas.microsoft.com/office/drawing/2010/main" xmlns:p14="http://schemas.microsoft.com/office/powerpoint/2010/main" xmlns:a16="http://schemas.microsoft.com/office/drawing/2014/main" w="9525">
                      <a:solidFill>
                        <a:srgbClr val="000000"/>
                      </a:solidFill>
                      <a:round/>
                      <a:headEnd/>
                      <a:tailEnd/>
                    </a14:hiddenLine>
                  </a:ext>
                </a:extLst>
              </p:spPr>
              <p:txBody>
                <a:bodyPr anchor="ctr"/>
                <a:lstStyle/>
                <a:p>
                  <a:pPr algn="ctr">
                    <a:lnSpc>
                      <a:spcPct val="120000"/>
                    </a:lnSpc>
                  </a:pPr>
                  <a:endParaRPr sz="3200">
                    <a:cs typeface="+mn-ea"/>
                    <a:sym typeface="+mn-lt"/>
                  </a:endParaRPr>
                </a:p>
              </p:txBody>
            </p:sp>
            <p:sp>
              <p:nvSpPr>
                <p:cNvPr id="212" name="iŝliḍè">
                  <a:extLst>
                    <a:ext uri="{FF2B5EF4-FFF2-40B4-BE49-F238E27FC236}">
                      <a16:creationId xmlns:a16="http://schemas.microsoft.com/office/drawing/2014/main" id="{CC23F5B7-D972-4253-8E1D-5064A1F82554}"/>
                    </a:ext>
                  </a:extLst>
                </p:cNvPr>
                <p:cNvSpPr/>
                <p:nvPr/>
              </p:nvSpPr>
              <p:spPr bwMode="auto">
                <a:xfrm>
                  <a:off x="6203932" y="2412135"/>
                  <a:ext cx="366398" cy="193615"/>
                </a:xfrm>
                <a:custGeom>
                  <a:avLst/>
                  <a:gdLst>
                    <a:gd name="T0" fmla="*/ 78 w 83"/>
                    <a:gd name="T1" fmla="*/ 0 h 44"/>
                    <a:gd name="T2" fmla="*/ 72 w 83"/>
                    <a:gd name="T3" fmla="*/ 0 h 44"/>
                    <a:gd name="T4" fmla="*/ 67 w 83"/>
                    <a:gd name="T5" fmla="*/ 0 h 44"/>
                    <a:gd name="T6" fmla="*/ 61 w 83"/>
                    <a:gd name="T7" fmla="*/ 5 h 44"/>
                    <a:gd name="T8" fmla="*/ 61 w 83"/>
                    <a:gd name="T9" fmla="*/ 24 h 44"/>
                    <a:gd name="T10" fmla="*/ 21 w 83"/>
                    <a:gd name="T11" fmla="*/ 24 h 44"/>
                    <a:gd name="T12" fmla="*/ 21 w 83"/>
                    <a:gd name="T13" fmla="*/ 5 h 44"/>
                    <a:gd name="T14" fmla="*/ 16 w 83"/>
                    <a:gd name="T15" fmla="*/ 0 h 44"/>
                    <a:gd name="T16" fmla="*/ 11 w 83"/>
                    <a:gd name="T17" fmla="*/ 0 h 44"/>
                    <a:gd name="T18" fmla="*/ 6 w 83"/>
                    <a:gd name="T19" fmla="*/ 0 h 44"/>
                    <a:gd name="T20" fmla="*/ 0 w 83"/>
                    <a:gd name="T21" fmla="*/ 5 h 44"/>
                    <a:gd name="T22" fmla="*/ 0 w 83"/>
                    <a:gd name="T23" fmla="*/ 33 h 44"/>
                    <a:gd name="T24" fmla="*/ 8 w 83"/>
                    <a:gd name="T25" fmla="*/ 41 h 44"/>
                    <a:gd name="T26" fmla="*/ 8 w 83"/>
                    <a:gd name="T27" fmla="*/ 41 h 44"/>
                    <a:gd name="T28" fmla="*/ 9 w 83"/>
                    <a:gd name="T29" fmla="*/ 43 h 44"/>
                    <a:gd name="T30" fmla="*/ 11 w 83"/>
                    <a:gd name="T31" fmla="*/ 44 h 44"/>
                    <a:gd name="T32" fmla="*/ 13 w 83"/>
                    <a:gd name="T33" fmla="*/ 44 h 44"/>
                    <a:gd name="T34" fmla="*/ 15 w 83"/>
                    <a:gd name="T35" fmla="*/ 43 h 44"/>
                    <a:gd name="T36" fmla="*/ 16 w 83"/>
                    <a:gd name="T37" fmla="*/ 41 h 44"/>
                    <a:gd name="T38" fmla="*/ 16 w 83"/>
                    <a:gd name="T39" fmla="*/ 41 h 44"/>
                    <a:gd name="T40" fmla="*/ 67 w 83"/>
                    <a:gd name="T41" fmla="*/ 41 h 44"/>
                    <a:gd name="T42" fmla="*/ 67 w 83"/>
                    <a:gd name="T43" fmla="*/ 41 h 44"/>
                    <a:gd name="T44" fmla="*/ 68 w 83"/>
                    <a:gd name="T45" fmla="*/ 43 h 44"/>
                    <a:gd name="T46" fmla="*/ 70 w 83"/>
                    <a:gd name="T47" fmla="*/ 44 h 44"/>
                    <a:gd name="T48" fmla="*/ 72 w 83"/>
                    <a:gd name="T49" fmla="*/ 44 h 44"/>
                    <a:gd name="T50" fmla="*/ 74 w 83"/>
                    <a:gd name="T51" fmla="*/ 43 h 44"/>
                    <a:gd name="T52" fmla="*/ 75 w 83"/>
                    <a:gd name="T53" fmla="*/ 41 h 44"/>
                    <a:gd name="T54" fmla="*/ 75 w 83"/>
                    <a:gd name="T55" fmla="*/ 41 h 44"/>
                    <a:gd name="T56" fmla="*/ 78 w 83"/>
                    <a:gd name="T57" fmla="*/ 41 h 44"/>
                    <a:gd name="T58" fmla="*/ 83 w 83"/>
                    <a:gd name="T59" fmla="*/ 33 h 44"/>
                    <a:gd name="T60" fmla="*/ 83 w 83"/>
                    <a:gd name="T61" fmla="*/ 5 h 44"/>
                    <a:gd name="T62" fmla="*/ 78 w 83"/>
                    <a:gd name="T63" fmla="*/ 0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3" h="44">
                      <a:moveTo>
                        <a:pt x="78" y="0"/>
                      </a:moveTo>
                      <a:cubicBezTo>
                        <a:pt x="72" y="0"/>
                        <a:pt x="72" y="0"/>
                        <a:pt x="72" y="0"/>
                      </a:cubicBezTo>
                      <a:cubicBezTo>
                        <a:pt x="67" y="0"/>
                        <a:pt x="67" y="0"/>
                        <a:pt x="67" y="0"/>
                      </a:cubicBezTo>
                      <a:cubicBezTo>
                        <a:pt x="64" y="0"/>
                        <a:pt x="61" y="1"/>
                        <a:pt x="61" y="5"/>
                      </a:cubicBezTo>
                      <a:cubicBezTo>
                        <a:pt x="61" y="24"/>
                        <a:pt x="61" y="24"/>
                        <a:pt x="61" y="24"/>
                      </a:cubicBezTo>
                      <a:cubicBezTo>
                        <a:pt x="21" y="24"/>
                        <a:pt x="21" y="24"/>
                        <a:pt x="21" y="24"/>
                      </a:cubicBezTo>
                      <a:cubicBezTo>
                        <a:pt x="21" y="5"/>
                        <a:pt x="21" y="5"/>
                        <a:pt x="21" y="5"/>
                      </a:cubicBezTo>
                      <a:cubicBezTo>
                        <a:pt x="21" y="1"/>
                        <a:pt x="20" y="0"/>
                        <a:pt x="16" y="0"/>
                      </a:cubicBezTo>
                      <a:cubicBezTo>
                        <a:pt x="11" y="0"/>
                        <a:pt x="11" y="0"/>
                        <a:pt x="11" y="0"/>
                      </a:cubicBezTo>
                      <a:cubicBezTo>
                        <a:pt x="6" y="0"/>
                        <a:pt x="6" y="0"/>
                        <a:pt x="6" y="0"/>
                      </a:cubicBezTo>
                      <a:cubicBezTo>
                        <a:pt x="2" y="0"/>
                        <a:pt x="0" y="1"/>
                        <a:pt x="0" y="5"/>
                      </a:cubicBezTo>
                      <a:cubicBezTo>
                        <a:pt x="0" y="33"/>
                        <a:pt x="0" y="33"/>
                        <a:pt x="0" y="33"/>
                      </a:cubicBezTo>
                      <a:cubicBezTo>
                        <a:pt x="0" y="36"/>
                        <a:pt x="4" y="41"/>
                        <a:pt x="8" y="41"/>
                      </a:cubicBezTo>
                      <a:cubicBezTo>
                        <a:pt x="8" y="41"/>
                        <a:pt x="8" y="41"/>
                        <a:pt x="8" y="41"/>
                      </a:cubicBezTo>
                      <a:cubicBezTo>
                        <a:pt x="8" y="42"/>
                        <a:pt x="8" y="42"/>
                        <a:pt x="9" y="43"/>
                      </a:cubicBezTo>
                      <a:cubicBezTo>
                        <a:pt x="9" y="44"/>
                        <a:pt x="10" y="44"/>
                        <a:pt x="11" y="44"/>
                      </a:cubicBezTo>
                      <a:cubicBezTo>
                        <a:pt x="13" y="44"/>
                        <a:pt x="13" y="44"/>
                        <a:pt x="13" y="44"/>
                      </a:cubicBezTo>
                      <a:cubicBezTo>
                        <a:pt x="14" y="44"/>
                        <a:pt x="15" y="44"/>
                        <a:pt x="15" y="43"/>
                      </a:cubicBezTo>
                      <a:cubicBezTo>
                        <a:pt x="16" y="42"/>
                        <a:pt x="16" y="42"/>
                        <a:pt x="16" y="41"/>
                      </a:cubicBezTo>
                      <a:cubicBezTo>
                        <a:pt x="16" y="41"/>
                        <a:pt x="16" y="41"/>
                        <a:pt x="16" y="41"/>
                      </a:cubicBezTo>
                      <a:cubicBezTo>
                        <a:pt x="67" y="41"/>
                        <a:pt x="67" y="41"/>
                        <a:pt x="67" y="41"/>
                      </a:cubicBezTo>
                      <a:cubicBezTo>
                        <a:pt x="67" y="41"/>
                        <a:pt x="67" y="41"/>
                        <a:pt x="67" y="41"/>
                      </a:cubicBezTo>
                      <a:cubicBezTo>
                        <a:pt x="67" y="42"/>
                        <a:pt x="67" y="42"/>
                        <a:pt x="68" y="43"/>
                      </a:cubicBezTo>
                      <a:cubicBezTo>
                        <a:pt x="68" y="44"/>
                        <a:pt x="69" y="44"/>
                        <a:pt x="70" y="44"/>
                      </a:cubicBezTo>
                      <a:cubicBezTo>
                        <a:pt x="72" y="44"/>
                        <a:pt x="72" y="44"/>
                        <a:pt x="72" y="44"/>
                      </a:cubicBezTo>
                      <a:cubicBezTo>
                        <a:pt x="73" y="44"/>
                        <a:pt x="74" y="44"/>
                        <a:pt x="74" y="43"/>
                      </a:cubicBezTo>
                      <a:cubicBezTo>
                        <a:pt x="75" y="42"/>
                        <a:pt x="75" y="42"/>
                        <a:pt x="75" y="41"/>
                      </a:cubicBezTo>
                      <a:cubicBezTo>
                        <a:pt x="75" y="41"/>
                        <a:pt x="75" y="41"/>
                        <a:pt x="75" y="41"/>
                      </a:cubicBezTo>
                      <a:cubicBezTo>
                        <a:pt x="78" y="41"/>
                        <a:pt x="78" y="41"/>
                        <a:pt x="78" y="41"/>
                      </a:cubicBezTo>
                      <a:cubicBezTo>
                        <a:pt x="81" y="41"/>
                        <a:pt x="83" y="36"/>
                        <a:pt x="83" y="33"/>
                      </a:cubicBezTo>
                      <a:cubicBezTo>
                        <a:pt x="83" y="5"/>
                        <a:pt x="83" y="5"/>
                        <a:pt x="83" y="5"/>
                      </a:cubicBezTo>
                      <a:cubicBezTo>
                        <a:pt x="83" y="1"/>
                        <a:pt x="81" y="0"/>
                        <a:pt x="78" y="0"/>
                      </a:cubicBezTo>
                      <a:close/>
                    </a:path>
                  </a:pathLst>
                </a:custGeom>
                <a:grpFill/>
                <a:ln>
                  <a:noFill/>
                </a:ln>
                <a:extLst>
                  <a:ext uri="{91240B29-F687-4f45-9708-019B960494DF}">
                    <a14:hiddenLine xmlns="" xmlns:lc="http://schemas.openxmlformats.org/drawingml/2006/lockedCanvas" xmlns:a14="http://schemas.microsoft.com/office/drawing/2010/main" xmlns:p14="http://schemas.microsoft.com/office/powerpoint/2010/main" xmlns:a16="http://schemas.microsoft.com/office/drawing/2014/main" w="9525">
                      <a:solidFill>
                        <a:srgbClr val="000000"/>
                      </a:solidFill>
                      <a:round/>
                      <a:headEnd/>
                      <a:tailEnd/>
                    </a14:hiddenLine>
                  </a:ext>
                </a:extLst>
              </p:spPr>
              <p:txBody>
                <a:bodyPr anchor="ctr"/>
                <a:lstStyle/>
                <a:p>
                  <a:pPr algn="ctr">
                    <a:lnSpc>
                      <a:spcPct val="120000"/>
                    </a:lnSpc>
                  </a:pPr>
                  <a:endParaRPr sz="3200">
                    <a:cs typeface="+mn-ea"/>
                    <a:sym typeface="+mn-lt"/>
                  </a:endParaRPr>
                </a:p>
              </p:txBody>
            </p:sp>
            <p:sp>
              <p:nvSpPr>
                <p:cNvPr id="213" name="îṡḻidê">
                  <a:extLst>
                    <a:ext uri="{FF2B5EF4-FFF2-40B4-BE49-F238E27FC236}">
                      <a16:creationId xmlns:a16="http://schemas.microsoft.com/office/drawing/2014/main" id="{6C2E0317-908F-48E2-B5FB-D71A6D049FC7}"/>
                    </a:ext>
                  </a:extLst>
                </p:cNvPr>
                <p:cNvSpPr/>
                <p:nvPr/>
              </p:nvSpPr>
              <p:spPr bwMode="auto">
                <a:xfrm>
                  <a:off x="6331375" y="2336159"/>
                  <a:ext cx="31861" cy="26959"/>
                </a:xfrm>
                <a:prstGeom prst="ellipse">
                  <a:avLst/>
                </a:prstGeom>
                <a:grpFill/>
                <a:ln>
                  <a:noFill/>
                </a:ln>
                <a:extLst>
                  <a:ext uri="{91240B29-F687-4f45-9708-019B960494DF}">
                    <a14:hiddenLine xmlns="" xmlns:lc="http://schemas.openxmlformats.org/drawingml/2006/lockedCanvas" xmlns:a14="http://schemas.microsoft.com/office/drawing/2010/main" xmlns:p14="http://schemas.microsoft.com/office/powerpoint/2010/main" xmlns:a16="http://schemas.microsoft.com/office/drawing/2014/main" w="9525">
                      <a:solidFill>
                        <a:srgbClr val="000000"/>
                      </a:solidFill>
                      <a:round/>
                      <a:headEnd/>
                      <a:tailEnd/>
                    </a14:hiddenLine>
                  </a:ext>
                </a:extLst>
              </p:spPr>
              <p:txBody>
                <a:bodyPr anchor="ctr"/>
                <a:lstStyle/>
                <a:p>
                  <a:pPr algn="ctr">
                    <a:lnSpc>
                      <a:spcPct val="120000"/>
                    </a:lnSpc>
                  </a:pPr>
                  <a:endParaRPr sz="3200">
                    <a:cs typeface="+mn-ea"/>
                    <a:sym typeface="+mn-lt"/>
                  </a:endParaRPr>
                </a:p>
              </p:txBody>
            </p:sp>
            <p:sp>
              <p:nvSpPr>
                <p:cNvPr id="214" name="iṥḻíḋe">
                  <a:extLst>
                    <a:ext uri="{FF2B5EF4-FFF2-40B4-BE49-F238E27FC236}">
                      <a16:creationId xmlns:a16="http://schemas.microsoft.com/office/drawing/2014/main" id="{81FC8879-2626-4638-8E29-18A3E506EAE3}"/>
                    </a:ext>
                  </a:extLst>
                </p:cNvPr>
                <p:cNvSpPr/>
                <p:nvPr/>
              </p:nvSpPr>
              <p:spPr bwMode="auto">
                <a:xfrm>
                  <a:off x="6411026" y="2336159"/>
                  <a:ext cx="30635" cy="26959"/>
                </a:xfrm>
                <a:prstGeom prst="ellipse">
                  <a:avLst/>
                </a:prstGeom>
                <a:grpFill/>
                <a:ln>
                  <a:noFill/>
                </a:ln>
                <a:extLst>
                  <a:ext uri="{91240B29-F687-4f45-9708-019B960494DF}">
                    <a14:hiddenLine xmlns="" xmlns:lc="http://schemas.openxmlformats.org/drawingml/2006/lockedCanvas" xmlns:a14="http://schemas.microsoft.com/office/drawing/2010/main" xmlns:p14="http://schemas.microsoft.com/office/powerpoint/2010/main" xmlns:a16="http://schemas.microsoft.com/office/drawing/2014/main" w="9525">
                      <a:solidFill>
                        <a:srgbClr val="000000"/>
                      </a:solidFill>
                      <a:round/>
                      <a:headEnd/>
                      <a:tailEnd/>
                    </a14:hiddenLine>
                  </a:ext>
                </a:extLst>
              </p:spPr>
              <p:txBody>
                <a:bodyPr anchor="ctr"/>
                <a:lstStyle/>
                <a:p>
                  <a:pPr algn="ctr">
                    <a:lnSpc>
                      <a:spcPct val="120000"/>
                    </a:lnSpc>
                  </a:pPr>
                  <a:endParaRPr sz="3200">
                    <a:cs typeface="+mn-ea"/>
                    <a:sym typeface="+mn-lt"/>
                  </a:endParaRPr>
                </a:p>
              </p:txBody>
            </p:sp>
            <p:sp>
              <p:nvSpPr>
                <p:cNvPr id="215" name="íşlîdè">
                  <a:extLst>
                    <a:ext uri="{FF2B5EF4-FFF2-40B4-BE49-F238E27FC236}">
                      <a16:creationId xmlns:a16="http://schemas.microsoft.com/office/drawing/2014/main" id="{333F3944-3E50-45FB-BBE6-B61D88CC38EC}"/>
                    </a:ext>
                  </a:extLst>
                </p:cNvPr>
                <p:cNvSpPr/>
                <p:nvPr/>
              </p:nvSpPr>
              <p:spPr bwMode="auto">
                <a:xfrm>
                  <a:off x="6331375" y="2398655"/>
                  <a:ext cx="31861" cy="30635"/>
                </a:xfrm>
                <a:prstGeom prst="ellipse">
                  <a:avLst/>
                </a:prstGeom>
                <a:grpFill/>
                <a:ln>
                  <a:noFill/>
                </a:ln>
                <a:extLst>
                  <a:ext uri="{91240B29-F687-4f45-9708-019B960494DF}">
                    <a14:hiddenLine xmlns="" xmlns:lc="http://schemas.openxmlformats.org/drawingml/2006/lockedCanvas" xmlns:a14="http://schemas.microsoft.com/office/drawing/2010/main" xmlns:p14="http://schemas.microsoft.com/office/powerpoint/2010/main" xmlns:a16="http://schemas.microsoft.com/office/drawing/2014/main" w="9525">
                      <a:solidFill>
                        <a:srgbClr val="000000"/>
                      </a:solidFill>
                      <a:round/>
                      <a:headEnd/>
                      <a:tailEnd/>
                    </a14:hiddenLine>
                  </a:ext>
                </a:extLst>
              </p:spPr>
              <p:txBody>
                <a:bodyPr anchor="ctr"/>
                <a:lstStyle/>
                <a:p>
                  <a:pPr algn="ctr">
                    <a:lnSpc>
                      <a:spcPct val="120000"/>
                    </a:lnSpc>
                  </a:pPr>
                  <a:endParaRPr sz="3200">
                    <a:cs typeface="+mn-ea"/>
                    <a:sym typeface="+mn-lt"/>
                  </a:endParaRPr>
                </a:p>
              </p:txBody>
            </p:sp>
            <p:sp>
              <p:nvSpPr>
                <p:cNvPr id="216" name="iŝ1ïḍe">
                  <a:extLst>
                    <a:ext uri="{FF2B5EF4-FFF2-40B4-BE49-F238E27FC236}">
                      <a16:creationId xmlns:a16="http://schemas.microsoft.com/office/drawing/2014/main" id="{2FE1D8E6-0A5E-4771-8E61-AC781B331714}"/>
                    </a:ext>
                  </a:extLst>
                </p:cNvPr>
                <p:cNvSpPr/>
                <p:nvPr/>
              </p:nvSpPr>
              <p:spPr bwMode="auto">
                <a:xfrm>
                  <a:off x="6411026" y="2398655"/>
                  <a:ext cx="30635" cy="30635"/>
                </a:xfrm>
                <a:prstGeom prst="ellipse">
                  <a:avLst/>
                </a:prstGeom>
                <a:grpFill/>
                <a:ln>
                  <a:noFill/>
                </a:ln>
                <a:extLst>
                  <a:ext uri="{91240B29-F687-4f45-9708-019B960494DF}">
                    <a14:hiddenLine xmlns="" xmlns:lc="http://schemas.openxmlformats.org/drawingml/2006/lockedCanvas" xmlns:a14="http://schemas.microsoft.com/office/drawing/2010/main" xmlns:p14="http://schemas.microsoft.com/office/powerpoint/2010/main" xmlns:a16="http://schemas.microsoft.com/office/drawing/2014/main" w="9525">
                      <a:solidFill>
                        <a:srgbClr val="000000"/>
                      </a:solidFill>
                      <a:round/>
                      <a:headEnd/>
                      <a:tailEnd/>
                    </a14:hiddenLine>
                  </a:ext>
                </a:extLst>
              </p:spPr>
              <p:txBody>
                <a:bodyPr anchor="ctr"/>
                <a:lstStyle/>
                <a:p>
                  <a:pPr algn="ctr">
                    <a:lnSpc>
                      <a:spcPct val="120000"/>
                    </a:lnSpc>
                  </a:pPr>
                  <a:endParaRPr sz="3200">
                    <a:cs typeface="+mn-ea"/>
                    <a:sym typeface="+mn-lt"/>
                  </a:endParaRPr>
                </a:p>
              </p:txBody>
            </p:sp>
            <p:sp>
              <p:nvSpPr>
                <p:cNvPr id="217" name="ïşlïḓé">
                  <a:extLst>
                    <a:ext uri="{FF2B5EF4-FFF2-40B4-BE49-F238E27FC236}">
                      <a16:creationId xmlns:a16="http://schemas.microsoft.com/office/drawing/2014/main" id="{662F36B3-26A1-44AF-BC90-D80D61F3834B}"/>
                    </a:ext>
                  </a:extLst>
                </p:cNvPr>
                <p:cNvSpPr/>
                <p:nvPr/>
              </p:nvSpPr>
              <p:spPr bwMode="auto">
                <a:xfrm>
                  <a:off x="3514151" y="808069"/>
                  <a:ext cx="384780" cy="322284"/>
                </a:xfrm>
                <a:custGeom>
                  <a:avLst/>
                  <a:gdLst>
                    <a:gd name="T0" fmla="*/ 58 w 87"/>
                    <a:gd name="T1" fmla="*/ 0 h 73"/>
                    <a:gd name="T2" fmla="*/ 31 w 87"/>
                    <a:gd name="T3" fmla="*/ 0 h 73"/>
                    <a:gd name="T4" fmla="*/ 0 w 87"/>
                    <a:gd name="T5" fmla="*/ 26 h 73"/>
                    <a:gd name="T6" fmla="*/ 9 w 87"/>
                    <a:gd name="T7" fmla="*/ 38 h 73"/>
                    <a:gd name="T8" fmla="*/ 20 w 87"/>
                    <a:gd name="T9" fmla="*/ 27 h 73"/>
                    <a:gd name="T10" fmla="*/ 20 w 87"/>
                    <a:gd name="T11" fmla="*/ 73 h 73"/>
                    <a:gd name="T12" fmla="*/ 44 w 87"/>
                    <a:gd name="T13" fmla="*/ 73 h 73"/>
                    <a:gd name="T14" fmla="*/ 68 w 87"/>
                    <a:gd name="T15" fmla="*/ 73 h 73"/>
                    <a:gd name="T16" fmla="*/ 67 w 87"/>
                    <a:gd name="T17" fmla="*/ 27 h 73"/>
                    <a:gd name="T18" fmla="*/ 79 w 87"/>
                    <a:gd name="T19" fmla="*/ 38 h 73"/>
                    <a:gd name="T20" fmla="*/ 87 w 87"/>
                    <a:gd name="T21" fmla="*/ 26 h 73"/>
                    <a:gd name="T22" fmla="*/ 58 w 87"/>
                    <a:gd name="T23" fmla="*/ 0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7" h="73">
                      <a:moveTo>
                        <a:pt x="58" y="0"/>
                      </a:moveTo>
                      <a:cubicBezTo>
                        <a:pt x="53" y="8"/>
                        <a:pt x="36" y="8"/>
                        <a:pt x="31" y="0"/>
                      </a:cubicBezTo>
                      <a:cubicBezTo>
                        <a:pt x="31" y="0"/>
                        <a:pt x="5" y="15"/>
                        <a:pt x="0" y="26"/>
                      </a:cubicBezTo>
                      <a:cubicBezTo>
                        <a:pt x="9" y="38"/>
                        <a:pt x="9" y="38"/>
                        <a:pt x="9" y="38"/>
                      </a:cubicBezTo>
                      <a:cubicBezTo>
                        <a:pt x="9" y="38"/>
                        <a:pt x="16" y="30"/>
                        <a:pt x="20" y="27"/>
                      </a:cubicBezTo>
                      <a:cubicBezTo>
                        <a:pt x="20" y="73"/>
                        <a:pt x="20" y="73"/>
                        <a:pt x="20" y="73"/>
                      </a:cubicBezTo>
                      <a:cubicBezTo>
                        <a:pt x="44" y="73"/>
                        <a:pt x="44" y="73"/>
                        <a:pt x="44" y="73"/>
                      </a:cubicBezTo>
                      <a:cubicBezTo>
                        <a:pt x="68" y="73"/>
                        <a:pt x="68" y="73"/>
                        <a:pt x="68" y="73"/>
                      </a:cubicBezTo>
                      <a:cubicBezTo>
                        <a:pt x="67" y="27"/>
                        <a:pt x="67" y="27"/>
                        <a:pt x="67" y="27"/>
                      </a:cubicBezTo>
                      <a:cubicBezTo>
                        <a:pt x="71" y="30"/>
                        <a:pt x="79" y="38"/>
                        <a:pt x="79" y="38"/>
                      </a:cubicBezTo>
                      <a:cubicBezTo>
                        <a:pt x="87" y="26"/>
                        <a:pt x="87" y="26"/>
                        <a:pt x="87" y="26"/>
                      </a:cubicBezTo>
                      <a:cubicBezTo>
                        <a:pt x="82" y="15"/>
                        <a:pt x="58" y="0"/>
                        <a:pt x="58" y="0"/>
                      </a:cubicBezTo>
                      <a:close/>
                    </a:path>
                  </a:pathLst>
                </a:custGeom>
                <a:grpFill/>
                <a:ln>
                  <a:noFill/>
                </a:ln>
                <a:extLst>
                  <a:ext uri="{91240B29-F687-4f45-9708-019B960494DF}">
                    <a14:hiddenLine xmlns="" xmlns:lc="http://schemas.openxmlformats.org/drawingml/2006/lockedCanvas" xmlns:a14="http://schemas.microsoft.com/office/drawing/2010/main" xmlns:p14="http://schemas.microsoft.com/office/powerpoint/2010/main" xmlns:a16="http://schemas.microsoft.com/office/drawing/2014/main" w="9525">
                      <a:solidFill>
                        <a:srgbClr val="000000"/>
                      </a:solidFill>
                      <a:round/>
                      <a:headEnd/>
                      <a:tailEnd/>
                    </a14:hiddenLine>
                  </a:ext>
                </a:extLst>
              </p:spPr>
              <p:txBody>
                <a:bodyPr anchor="ctr"/>
                <a:lstStyle/>
                <a:p>
                  <a:pPr algn="ctr">
                    <a:lnSpc>
                      <a:spcPct val="120000"/>
                    </a:lnSpc>
                  </a:pPr>
                  <a:endParaRPr sz="3200">
                    <a:cs typeface="+mn-ea"/>
                    <a:sym typeface="+mn-lt"/>
                  </a:endParaRPr>
                </a:p>
              </p:txBody>
            </p:sp>
            <p:sp>
              <p:nvSpPr>
                <p:cNvPr id="218" name="ïŝḷïďé">
                  <a:extLst>
                    <a:ext uri="{FF2B5EF4-FFF2-40B4-BE49-F238E27FC236}">
                      <a16:creationId xmlns:a16="http://schemas.microsoft.com/office/drawing/2014/main" id="{C0376508-3500-412B-8127-A446A3B1B9C2}"/>
                    </a:ext>
                  </a:extLst>
                </p:cNvPr>
                <p:cNvSpPr/>
                <p:nvPr/>
              </p:nvSpPr>
              <p:spPr bwMode="auto">
                <a:xfrm>
                  <a:off x="3656299" y="795815"/>
                  <a:ext cx="110287" cy="30635"/>
                </a:xfrm>
                <a:custGeom>
                  <a:avLst/>
                  <a:gdLst>
                    <a:gd name="T0" fmla="*/ 13 w 25"/>
                    <a:gd name="T1" fmla="*/ 7 h 7"/>
                    <a:gd name="T2" fmla="*/ 24 w 25"/>
                    <a:gd name="T3" fmla="*/ 2 h 7"/>
                    <a:gd name="T4" fmla="*/ 24 w 25"/>
                    <a:gd name="T5" fmla="*/ 0 h 7"/>
                    <a:gd name="T6" fmla="*/ 22 w 25"/>
                    <a:gd name="T7" fmla="*/ 1 h 7"/>
                    <a:gd name="T8" fmla="*/ 13 w 25"/>
                    <a:gd name="T9" fmla="*/ 5 h 7"/>
                    <a:gd name="T10" fmla="*/ 3 w 25"/>
                    <a:gd name="T11" fmla="*/ 1 h 7"/>
                    <a:gd name="T12" fmla="*/ 1 w 25"/>
                    <a:gd name="T13" fmla="*/ 0 h 7"/>
                    <a:gd name="T14" fmla="*/ 1 w 25"/>
                    <a:gd name="T15" fmla="*/ 2 h 7"/>
                    <a:gd name="T16" fmla="*/ 13 w 25"/>
                    <a:gd name="T17" fmla="*/ 7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7">
                      <a:moveTo>
                        <a:pt x="13" y="7"/>
                      </a:moveTo>
                      <a:cubicBezTo>
                        <a:pt x="18" y="7"/>
                        <a:pt x="23" y="5"/>
                        <a:pt x="24" y="2"/>
                      </a:cubicBezTo>
                      <a:cubicBezTo>
                        <a:pt x="25" y="2"/>
                        <a:pt x="24" y="1"/>
                        <a:pt x="24" y="0"/>
                      </a:cubicBezTo>
                      <a:cubicBezTo>
                        <a:pt x="23" y="0"/>
                        <a:pt x="22" y="0"/>
                        <a:pt x="22" y="1"/>
                      </a:cubicBezTo>
                      <a:cubicBezTo>
                        <a:pt x="21" y="3"/>
                        <a:pt x="17" y="5"/>
                        <a:pt x="13" y="5"/>
                      </a:cubicBezTo>
                      <a:cubicBezTo>
                        <a:pt x="8" y="5"/>
                        <a:pt x="4" y="3"/>
                        <a:pt x="3" y="1"/>
                      </a:cubicBezTo>
                      <a:cubicBezTo>
                        <a:pt x="3" y="0"/>
                        <a:pt x="2" y="0"/>
                        <a:pt x="1" y="0"/>
                      </a:cubicBezTo>
                      <a:cubicBezTo>
                        <a:pt x="1" y="1"/>
                        <a:pt x="0" y="2"/>
                        <a:pt x="1" y="2"/>
                      </a:cubicBezTo>
                      <a:cubicBezTo>
                        <a:pt x="2" y="5"/>
                        <a:pt x="7" y="7"/>
                        <a:pt x="13" y="7"/>
                      </a:cubicBezTo>
                      <a:close/>
                    </a:path>
                  </a:pathLst>
                </a:custGeom>
                <a:grpFill/>
                <a:ln>
                  <a:noFill/>
                </a:ln>
                <a:extLst>
                  <a:ext uri="{91240B29-F687-4f45-9708-019B960494DF}">
                    <a14:hiddenLine xmlns="" xmlns:lc="http://schemas.openxmlformats.org/drawingml/2006/lockedCanvas" xmlns:a14="http://schemas.microsoft.com/office/drawing/2010/main" xmlns:p14="http://schemas.microsoft.com/office/powerpoint/2010/main" xmlns:a16="http://schemas.microsoft.com/office/drawing/2014/main" w="9525">
                      <a:solidFill>
                        <a:srgbClr val="000000"/>
                      </a:solidFill>
                      <a:round/>
                      <a:headEnd/>
                      <a:tailEnd/>
                    </a14:hiddenLine>
                  </a:ext>
                </a:extLst>
              </p:spPr>
              <p:txBody>
                <a:bodyPr anchor="ctr"/>
                <a:lstStyle/>
                <a:p>
                  <a:pPr algn="ctr">
                    <a:lnSpc>
                      <a:spcPct val="120000"/>
                    </a:lnSpc>
                  </a:pPr>
                  <a:endParaRPr sz="3200">
                    <a:cs typeface="+mn-ea"/>
                    <a:sym typeface="+mn-lt"/>
                  </a:endParaRPr>
                </a:p>
              </p:txBody>
            </p:sp>
            <p:sp>
              <p:nvSpPr>
                <p:cNvPr id="219" name="i$ļíḓe">
                  <a:extLst>
                    <a:ext uri="{FF2B5EF4-FFF2-40B4-BE49-F238E27FC236}">
                      <a16:creationId xmlns:a16="http://schemas.microsoft.com/office/drawing/2014/main" id="{9F91E936-7360-4165-9FEC-1980D5CBC94E}"/>
                    </a:ext>
                  </a:extLst>
                </p:cNvPr>
                <p:cNvSpPr/>
                <p:nvPr/>
              </p:nvSpPr>
              <p:spPr bwMode="auto">
                <a:xfrm>
                  <a:off x="5859591" y="3626519"/>
                  <a:ext cx="322284" cy="335763"/>
                </a:xfrm>
                <a:custGeom>
                  <a:avLst/>
                  <a:gdLst>
                    <a:gd name="T0" fmla="*/ 56 w 73"/>
                    <a:gd name="T1" fmla="*/ 2 h 76"/>
                    <a:gd name="T2" fmla="*/ 51 w 73"/>
                    <a:gd name="T3" fmla="*/ 2 h 76"/>
                    <a:gd name="T4" fmla="*/ 50 w 73"/>
                    <a:gd name="T5" fmla="*/ 3 h 76"/>
                    <a:gd name="T6" fmla="*/ 44 w 73"/>
                    <a:gd name="T7" fmla="*/ 5 h 76"/>
                    <a:gd name="T8" fmla="*/ 17 w 73"/>
                    <a:gd name="T9" fmla="*/ 5 h 76"/>
                    <a:gd name="T10" fmla="*/ 13 w 73"/>
                    <a:gd name="T11" fmla="*/ 8 h 76"/>
                    <a:gd name="T12" fmla="*/ 1 w 73"/>
                    <a:gd name="T13" fmla="*/ 40 h 76"/>
                    <a:gd name="T14" fmla="*/ 7 w 73"/>
                    <a:gd name="T15" fmla="*/ 47 h 76"/>
                    <a:gd name="T16" fmla="*/ 29 w 73"/>
                    <a:gd name="T17" fmla="*/ 47 h 76"/>
                    <a:gd name="T18" fmla="*/ 28 w 73"/>
                    <a:gd name="T19" fmla="*/ 54 h 76"/>
                    <a:gd name="T20" fmla="*/ 24 w 73"/>
                    <a:gd name="T21" fmla="*/ 66 h 76"/>
                    <a:gd name="T22" fmla="*/ 26 w 73"/>
                    <a:gd name="T23" fmla="*/ 72 h 76"/>
                    <a:gd name="T24" fmla="*/ 34 w 73"/>
                    <a:gd name="T25" fmla="*/ 72 h 76"/>
                    <a:gd name="T26" fmla="*/ 41 w 73"/>
                    <a:gd name="T27" fmla="*/ 57 h 76"/>
                    <a:gd name="T28" fmla="*/ 55 w 73"/>
                    <a:gd name="T29" fmla="*/ 40 h 76"/>
                    <a:gd name="T30" fmla="*/ 57 w 73"/>
                    <a:gd name="T31" fmla="*/ 37 h 76"/>
                    <a:gd name="T32" fmla="*/ 72 w 73"/>
                    <a:gd name="T33" fmla="*/ 23 h 76"/>
                    <a:gd name="T34" fmla="*/ 72 w 73"/>
                    <a:gd name="T35" fmla="*/ 18 h 76"/>
                    <a:gd name="T36" fmla="*/ 56 w 73"/>
                    <a:gd name="T37" fmla="*/ 2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73" h="76">
                      <a:moveTo>
                        <a:pt x="56" y="2"/>
                      </a:moveTo>
                      <a:cubicBezTo>
                        <a:pt x="54" y="0"/>
                        <a:pt x="52" y="0"/>
                        <a:pt x="51" y="2"/>
                      </a:cubicBezTo>
                      <a:cubicBezTo>
                        <a:pt x="50" y="3"/>
                        <a:pt x="50" y="3"/>
                        <a:pt x="50" y="3"/>
                      </a:cubicBezTo>
                      <a:cubicBezTo>
                        <a:pt x="48" y="4"/>
                        <a:pt x="46" y="5"/>
                        <a:pt x="44" y="5"/>
                      </a:cubicBezTo>
                      <a:cubicBezTo>
                        <a:pt x="17" y="5"/>
                        <a:pt x="17" y="5"/>
                        <a:pt x="17" y="5"/>
                      </a:cubicBezTo>
                      <a:cubicBezTo>
                        <a:pt x="15" y="5"/>
                        <a:pt x="13" y="7"/>
                        <a:pt x="13" y="8"/>
                      </a:cubicBezTo>
                      <a:cubicBezTo>
                        <a:pt x="1" y="40"/>
                        <a:pt x="1" y="40"/>
                        <a:pt x="1" y="40"/>
                      </a:cubicBezTo>
                      <a:cubicBezTo>
                        <a:pt x="0" y="44"/>
                        <a:pt x="2" y="47"/>
                        <a:pt x="7" y="47"/>
                      </a:cubicBezTo>
                      <a:cubicBezTo>
                        <a:pt x="29" y="47"/>
                        <a:pt x="29" y="47"/>
                        <a:pt x="29" y="47"/>
                      </a:cubicBezTo>
                      <a:cubicBezTo>
                        <a:pt x="30" y="50"/>
                        <a:pt x="29" y="53"/>
                        <a:pt x="28" y="54"/>
                      </a:cubicBezTo>
                      <a:cubicBezTo>
                        <a:pt x="27" y="56"/>
                        <a:pt x="23" y="60"/>
                        <a:pt x="24" y="66"/>
                      </a:cubicBezTo>
                      <a:cubicBezTo>
                        <a:pt x="24" y="68"/>
                        <a:pt x="25" y="71"/>
                        <a:pt x="26" y="72"/>
                      </a:cubicBezTo>
                      <a:cubicBezTo>
                        <a:pt x="30" y="76"/>
                        <a:pt x="34" y="75"/>
                        <a:pt x="34" y="72"/>
                      </a:cubicBezTo>
                      <a:cubicBezTo>
                        <a:pt x="34" y="67"/>
                        <a:pt x="32" y="62"/>
                        <a:pt x="41" y="57"/>
                      </a:cubicBezTo>
                      <a:cubicBezTo>
                        <a:pt x="49" y="51"/>
                        <a:pt x="55" y="40"/>
                        <a:pt x="55" y="40"/>
                      </a:cubicBezTo>
                      <a:cubicBezTo>
                        <a:pt x="55" y="40"/>
                        <a:pt x="56" y="39"/>
                        <a:pt x="57" y="37"/>
                      </a:cubicBezTo>
                      <a:cubicBezTo>
                        <a:pt x="72" y="23"/>
                        <a:pt x="72" y="23"/>
                        <a:pt x="72" y="23"/>
                      </a:cubicBezTo>
                      <a:cubicBezTo>
                        <a:pt x="73" y="22"/>
                        <a:pt x="73" y="19"/>
                        <a:pt x="72" y="18"/>
                      </a:cubicBezTo>
                      <a:lnTo>
                        <a:pt x="56" y="2"/>
                      </a:lnTo>
                      <a:close/>
                    </a:path>
                  </a:pathLst>
                </a:custGeom>
                <a:grpFill/>
                <a:ln>
                  <a:noFill/>
                </a:ln>
                <a:extLst>
                  <a:ext uri="{91240B29-F687-4f45-9708-019B960494DF}">
                    <a14:hiddenLine xmlns="" xmlns:lc="http://schemas.openxmlformats.org/drawingml/2006/lockedCanvas" xmlns:a14="http://schemas.microsoft.com/office/drawing/2010/main" xmlns:p14="http://schemas.microsoft.com/office/powerpoint/2010/main" xmlns:a16="http://schemas.microsoft.com/office/drawing/2014/main" w="9525">
                      <a:solidFill>
                        <a:srgbClr val="000000"/>
                      </a:solidFill>
                      <a:round/>
                      <a:headEnd/>
                      <a:tailEnd/>
                    </a14:hiddenLine>
                  </a:ext>
                </a:extLst>
              </p:spPr>
              <p:txBody>
                <a:bodyPr anchor="ctr"/>
                <a:lstStyle/>
                <a:p>
                  <a:pPr algn="ctr">
                    <a:lnSpc>
                      <a:spcPct val="120000"/>
                    </a:lnSpc>
                  </a:pPr>
                  <a:endParaRPr sz="3200">
                    <a:cs typeface="+mn-ea"/>
                    <a:sym typeface="+mn-lt"/>
                  </a:endParaRPr>
                </a:p>
              </p:txBody>
            </p:sp>
            <p:sp>
              <p:nvSpPr>
                <p:cNvPr id="220" name="íśļïďe">
                  <a:extLst>
                    <a:ext uri="{FF2B5EF4-FFF2-40B4-BE49-F238E27FC236}">
                      <a16:creationId xmlns:a16="http://schemas.microsoft.com/office/drawing/2014/main" id="{A6E70011-7838-4662-A70B-9640AFD6FC6E}"/>
                    </a:ext>
                  </a:extLst>
                </p:cNvPr>
                <p:cNvSpPr/>
                <p:nvPr/>
              </p:nvSpPr>
              <p:spPr bwMode="auto">
                <a:xfrm>
                  <a:off x="3183290" y="1029869"/>
                  <a:ext cx="366398" cy="348017"/>
                </a:xfrm>
                <a:custGeom>
                  <a:avLst/>
                  <a:gdLst>
                    <a:gd name="T0" fmla="*/ 11 w 83"/>
                    <a:gd name="T1" fmla="*/ 63 h 79"/>
                    <a:gd name="T2" fmla="*/ 34 w 83"/>
                    <a:gd name="T3" fmla="*/ 52 h 79"/>
                    <a:gd name="T4" fmla="*/ 38 w 83"/>
                    <a:gd name="T5" fmla="*/ 51 h 79"/>
                    <a:gd name="T6" fmla="*/ 39 w 83"/>
                    <a:gd name="T7" fmla="*/ 55 h 79"/>
                    <a:gd name="T8" fmla="*/ 38 w 83"/>
                    <a:gd name="T9" fmla="*/ 65 h 79"/>
                    <a:gd name="T10" fmla="*/ 38 w 83"/>
                    <a:gd name="T11" fmla="*/ 79 h 79"/>
                    <a:gd name="T12" fmla="*/ 45 w 83"/>
                    <a:gd name="T13" fmla="*/ 79 h 79"/>
                    <a:gd name="T14" fmla="*/ 44 w 83"/>
                    <a:gd name="T15" fmla="*/ 65 h 79"/>
                    <a:gd name="T16" fmla="*/ 44 w 83"/>
                    <a:gd name="T17" fmla="*/ 55 h 79"/>
                    <a:gd name="T18" fmla="*/ 44 w 83"/>
                    <a:gd name="T19" fmla="*/ 51 h 79"/>
                    <a:gd name="T20" fmla="*/ 48 w 83"/>
                    <a:gd name="T21" fmla="*/ 52 h 79"/>
                    <a:gd name="T22" fmla="*/ 71 w 83"/>
                    <a:gd name="T23" fmla="*/ 63 h 79"/>
                    <a:gd name="T24" fmla="*/ 80 w 83"/>
                    <a:gd name="T25" fmla="*/ 54 h 79"/>
                    <a:gd name="T26" fmla="*/ 74 w 83"/>
                    <a:gd name="T27" fmla="*/ 26 h 79"/>
                    <a:gd name="T28" fmla="*/ 46 w 83"/>
                    <a:gd name="T29" fmla="*/ 44 h 79"/>
                    <a:gd name="T30" fmla="*/ 45 w 83"/>
                    <a:gd name="T31" fmla="*/ 41 h 79"/>
                    <a:gd name="T32" fmla="*/ 50 w 83"/>
                    <a:gd name="T33" fmla="*/ 32 h 79"/>
                    <a:gd name="T34" fmla="*/ 59 w 83"/>
                    <a:gd name="T35" fmla="*/ 10 h 79"/>
                    <a:gd name="T36" fmla="*/ 41 w 83"/>
                    <a:gd name="T37" fmla="*/ 0 h 79"/>
                    <a:gd name="T38" fmla="*/ 23 w 83"/>
                    <a:gd name="T39" fmla="*/ 10 h 79"/>
                    <a:gd name="T40" fmla="*/ 33 w 83"/>
                    <a:gd name="T41" fmla="*/ 32 h 79"/>
                    <a:gd name="T42" fmla="*/ 38 w 83"/>
                    <a:gd name="T43" fmla="*/ 41 h 79"/>
                    <a:gd name="T44" fmla="*/ 36 w 83"/>
                    <a:gd name="T45" fmla="*/ 44 h 79"/>
                    <a:gd name="T46" fmla="*/ 8 w 83"/>
                    <a:gd name="T47" fmla="*/ 26 h 79"/>
                    <a:gd name="T48" fmla="*/ 2 w 83"/>
                    <a:gd name="T49" fmla="*/ 54 h 79"/>
                    <a:gd name="T50" fmla="*/ 11 w 83"/>
                    <a:gd name="T51" fmla="*/ 63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3" h="79">
                      <a:moveTo>
                        <a:pt x="11" y="63"/>
                      </a:moveTo>
                      <a:cubicBezTo>
                        <a:pt x="20" y="64"/>
                        <a:pt x="27" y="55"/>
                        <a:pt x="34" y="52"/>
                      </a:cubicBezTo>
                      <a:cubicBezTo>
                        <a:pt x="35" y="51"/>
                        <a:pt x="38" y="50"/>
                        <a:pt x="38" y="51"/>
                      </a:cubicBezTo>
                      <a:cubicBezTo>
                        <a:pt x="39" y="52"/>
                        <a:pt x="39" y="54"/>
                        <a:pt x="39" y="55"/>
                      </a:cubicBezTo>
                      <a:cubicBezTo>
                        <a:pt x="39" y="59"/>
                        <a:pt x="38" y="62"/>
                        <a:pt x="38" y="65"/>
                      </a:cubicBezTo>
                      <a:cubicBezTo>
                        <a:pt x="38" y="69"/>
                        <a:pt x="38" y="75"/>
                        <a:pt x="38" y="79"/>
                      </a:cubicBezTo>
                      <a:cubicBezTo>
                        <a:pt x="45" y="79"/>
                        <a:pt x="45" y="79"/>
                        <a:pt x="45" y="79"/>
                      </a:cubicBezTo>
                      <a:cubicBezTo>
                        <a:pt x="44" y="75"/>
                        <a:pt x="44" y="69"/>
                        <a:pt x="44" y="65"/>
                      </a:cubicBezTo>
                      <a:cubicBezTo>
                        <a:pt x="44" y="62"/>
                        <a:pt x="44" y="59"/>
                        <a:pt x="44" y="55"/>
                      </a:cubicBezTo>
                      <a:cubicBezTo>
                        <a:pt x="44" y="54"/>
                        <a:pt x="43" y="52"/>
                        <a:pt x="44" y="51"/>
                      </a:cubicBezTo>
                      <a:cubicBezTo>
                        <a:pt x="45" y="50"/>
                        <a:pt x="47" y="51"/>
                        <a:pt x="48" y="52"/>
                      </a:cubicBezTo>
                      <a:cubicBezTo>
                        <a:pt x="55" y="55"/>
                        <a:pt x="62" y="64"/>
                        <a:pt x="71" y="63"/>
                      </a:cubicBezTo>
                      <a:cubicBezTo>
                        <a:pt x="76" y="63"/>
                        <a:pt x="78" y="59"/>
                        <a:pt x="80" y="54"/>
                      </a:cubicBezTo>
                      <a:cubicBezTo>
                        <a:pt x="83" y="46"/>
                        <a:pt x="83" y="31"/>
                        <a:pt x="74" y="26"/>
                      </a:cubicBezTo>
                      <a:cubicBezTo>
                        <a:pt x="61" y="18"/>
                        <a:pt x="57" y="43"/>
                        <a:pt x="46" y="44"/>
                      </a:cubicBezTo>
                      <a:cubicBezTo>
                        <a:pt x="44" y="44"/>
                        <a:pt x="44" y="43"/>
                        <a:pt x="45" y="41"/>
                      </a:cubicBezTo>
                      <a:cubicBezTo>
                        <a:pt x="46" y="38"/>
                        <a:pt x="48" y="35"/>
                        <a:pt x="50" y="32"/>
                      </a:cubicBezTo>
                      <a:cubicBezTo>
                        <a:pt x="54" y="26"/>
                        <a:pt x="60" y="18"/>
                        <a:pt x="59" y="10"/>
                      </a:cubicBezTo>
                      <a:cubicBezTo>
                        <a:pt x="58" y="2"/>
                        <a:pt x="49" y="0"/>
                        <a:pt x="41" y="0"/>
                      </a:cubicBezTo>
                      <a:cubicBezTo>
                        <a:pt x="33" y="0"/>
                        <a:pt x="24" y="2"/>
                        <a:pt x="23" y="10"/>
                      </a:cubicBezTo>
                      <a:cubicBezTo>
                        <a:pt x="22" y="18"/>
                        <a:pt x="28" y="26"/>
                        <a:pt x="33" y="32"/>
                      </a:cubicBezTo>
                      <a:cubicBezTo>
                        <a:pt x="35" y="35"/>
                        <a:pt x="37" y="38"/>
                        <a:pt x="38" y="41"/>
                      </a:cubicBezTo>
                      <a:cubicBezTo>
                        <a:pt x="38" y="43"/>
                        <a:pt x="39" y="44"/>
                        <a:pt x="36" y="44"/>
                      </a:cubicBezTo>
                      <a:cubicBezTo>
                        <a:pt x="25" y="43"/>
                        <a:pt x="21" y="18"/>
                        <a:pt x="8" y="26"/>
                      </a:cubicBezTo>
                      <a:cubicBezTo>
                        <a:pt x="0" y="31"/>
                        <a:pt x="0" y="46"/>
                        <a:pt x="2" y="54"/>
                      </a:cubicBezTo>
                      <a:cubicBezTo>
                        <a:pt x="4" y="59"/>
                        <a:pt x="7" y="63"/>
                        <a:pt x="11" y="63"/>
                      </a:cubicBezTo>
                      <a:close/>
                    </a:path>
                  </a:pathLst>
                </a:custGeom>
                <a:grpFill/>
                <a:ln>
                  <a:noFill/>
                </a:ln>
                <a:extLst>
                  <a:ext uri="{91240B29-F687-4f45-9708-019B960494DF}">
                    <a14:hiddenLine xmlns="" xmlns:lc="http://schemas.openxmlformats.org/drawingml/2006/lockedCanvas" xmlns:a14="http://schemas.microsoft.com/office/drawing/2010/main" xmlns:p14="http://schemas.microsoft.com/office/powerpoint/2010/main" xmlns:a16="http://schemas.microsoft.com/office/drawing/2014/main" w="9525">
                      <a:solidFill>
                        <a:srgbClr val="000000"/>
                      </a:solidFill>
                      <a:round/>
                      <a:headEnd/>
                      <a:tailEnd/>
                    </a14:hiddenLine>
                  </a:ext>
                </a:extLst>
              </p:spPr>
              <p:txBody>
                <a:bodyPr anchor="ctr"/>
                <a:lstStyle/>
                <a:p>
                  <a:pPr algn="ctr">
                    <a:lnSpc>
                      <a:spcPct val="120000"/>
                    </a:lnSpc>
                  </a:pPr>
                  <a:endParaRPr sz="3200">
                    <a:cs typeface="+mn-ea"/>
                    <a:sym typeface="+mn-lt"/>
                  </a:endParaRPr>
                </a:p>
              </p:txBody>
            </p:sp>
            <p:sp>
              <p:nvSpPr>
                <p:cNvPr id="221" name="îSḻiḑè">
                  <a:extLst>
                    <a:ext uri="{FF2B5EF4-FFF2-40B4-BE49-F238E27FC236}">
                      <a16:creationId xmlns:a16="http://schemas.microsoft.com/office/drawing/2014/main" id="{1B398570-8BDB-4CFC-AA2F-1C116B1FBFD1}"/>
                    </a:ext>
                  </a:extLst>
                </p:cNvPr>
                <p:cNvSpPr/>
                <p:nvPr/>
              </p:nvSpPr>
              <p:spPr bwMode="auto">
                <a:xfrm>
                  <a:off x="2732338" y="1652379"/>
                  <a:ext cx="318607" cy="339439"/>
                </a:xfrm>
                <a:custGeom>
                  <a:avLst/>
                  <a:gdLst>
                    <a:gd name="T0" fmla="*/ 59 w 72"/>
                    <a:gd name="T1" fmla="*/ 53 h 77"/>
                    <a:gd name="T2" fmla="*/ 64 w 72"/>
                    <a:gd name="T3" fmla="*/ 50 h 77"/>
                    <a:gd name="T4" fmla="*/ 71 w 72"/>
                    <a:gd name="T5" fmla="*/ 48 h 77"/>
                    <a:gd name="T6" fmla="*/ 71 w 72"/>
                    <a:gd name="T7" fmla="*/ 38 h 77"/>
                    <a:gd name="T8" fmla="*/ 70 w 72"/>
                    <a:gd name="T9" fmla="*/ 22 h 77"/>
                    <a:gd name="T10" fmla="*/ 53 w 72"/>
                    <a:gd name="T11" fmla="*/ 36 h 77"/>
                    <a:gd name="T12" fmla="*/ 48 w 72"/>
                    <a:gd name="T13" fmla="*/ 42 h 77"/>
                    <a:gd name="T14" fmla="*/ 48 w 72"/>
                    <a:gd name="T15" fmla="*/ 36 h 77"/>
                    <a:gd name="T16" fmla="*/ 54 w 72"/>
                    <a:gd name="T17" fmla="*/ 25 h 77"/>
                    <a:gd name="T18" fmla="*/ 49 w 72"/>
                    <a:gd name="T19" fmla="*/ 15 h 77"/>
                    <a:gd name="T20" fmla="*/ 36 w 72"/>
                    <a:gd name="T21" fmla="*/ 0 h 77"/>
                    <a:gd name="T22" fmla="*/ 36 w 72"/>
                    <a:gd name="T23" fmla="*/ 0 h 77"/>
                    <a:gd name="T24" fmla="*/ 36 w 72"/>
                    <a:gd name="T25" fmla="*/ 0 h 77"/>
                    <a:gd name="T26" fmla="*/ 36 w 72"/>
                    <a:gd name="T27" fmla="*/ 0 h 77"/>
                    <a:gd name="T28" fmla="*/ 36 w 72"/>
                    <a:gd name="T29" fmla="*/ 0 h 77"/>
                    <a:gd name="T30" fmla="*/ 23 w 72"/>
                    <a:gd name="T31" fmla="*/ 15 h 77"/>
                    <a:gd name="T32" fmla="*/ 18 w 72"/>
                    <a:gd name="T33" fmla="*/ 25 h 77"/>
                    <a:gd name="T34" fmla="*/ 23 w 72"/>
                    <a:gd name="T35" fmla="*/ 36 h 77"/>
                    <a:gd name="T36" fmla="*/ 24 w 72"/>
                    <a:gd name="T37" fmla="*/ 42 h 77"/>
                    <a:gd name="T38" fmla="*/ 18 w 72"/>
                    <a:gd name="T39" fmla="*/ 36 h 77"/>
                    <a:gd name="T40" fmla="*/ 2 w 72"/>
                    <a:gd name="T41" fmla="*/ 22 h 77"/>
                    <a:gd name="T42" fmla="*/ 0 w 72"/>
                    <a:gd name="T43" fmla="*/ 38 h 77"/>
                    <a:gd name="T44" fmla="*/ 1 w 72"/>
                    <a:gd name="T45" fmla="*/ 48 h 77"/>
                    <a:gd name="T46" fmla="*/ 7 w 72"/>
                    <a:gd name="T47" fmla="*/ 50 h 77"/>
                    <a:gd name="T48" fmla="*/ 12 w 72"/>
                    <a:gd name="T49" fmla="*/ 53 h 77"/>
                    <a:gd name="T50" fmla="*/ 11 w 72"/>
                    <a:gd name="T51" fmla="*/ 56 h 77"/>
                    <a:gd name="T52" fmla="*/ 0 w 72"/>
                    <a:gd name="T53" fmla="*/ 53 h 77"/>
                    <a:gd name="T54" fmla="*/ 16 w 72"/>
                    <a:gd name="T55" fmla="*/ 75 h 77"/>
                    <a:gd name="T56" fmla="*/ 24 w 72"/>
                    <a:gd name="T57" fmla="*/ 74 h 77"/>
                    <a:gd name="T58" fmla="*/ 31 w 72"/>
                    <a:gd name="T59" fmla="*/ 69 h 77"/>
                    <a:gd name="T60" fmla="*/ 34 w 72"/>
                    <a:gd name="T61" fmla="*/ 68 h 77"/>
                    <a:gd name="T62" fmla="*/ 34 w 72"/>
                    <a:gd name="T63" fmla="*/ 65 h 77"/>
                    <a:gd name="T64" fmla="*/ 36 w 72"/>
                    <a:gd name="T65" fmla="*/ 34 h 77"/>
                    <a:gd name="T66" fmla="*/ 38 w 72"/>
                    <a:gd name="T67" fmla="*/ 65 h 77"/>
                    <a:gd name="T68" fmla="*/ 38 w 72"/>
                    <a:gd name="T69" fmla="*/ 68 h 77"/>
                    <a:gd name="T70" fmla="*/ 40 w 72"/>
                    <a:gd name="T71" fmla="*/ 69 h 77"/>
                    <a:gd name="T72" fmla="*/ 47 w 72"/>
                    <a:gd name="T73" fmla="*/ 74 h 77"/>
                    <a:gd name="T74" fmla="*/ 55 w 72"/>
                    <a:gd name="T75" fmla="*/ 75 h 77"/>
                    <a:gd name="T76" fmla="*/ 71 w 72"/>
                    <a:gd name="T77" fmla="*/ 53 h 77"/>
                    <a:gd name="T78" fmla="*/ 60 w 72"/>
                    <a:gd name="T79" fmla="*/ 56 h 77"/>
                    <a:gd name="T80" fmla="*/ 59 w 72"/>
                    <a:gd name="T81" fmla="*/ 53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72" h="77">
                      <a:moveTo>
                        <a:pt x="59" y="53"/>
                      </a:moveTo>
                      <a:cubicBezTo>
                        <a:pt x="61" y="51"/>
                        <a:pt x="63" y="51"/>
                        <a:pt x="64" y="50"/>
                      </a:cubicBezTo>
                      <a:cubicBezTo>
                        <a:pt x="66" y="49"/>
                        <a:pt x="69" y="49"/>
                        <a:pt x="71" y="48"/>
                      </a:cubicBezTo>
                      <a:cubicBezTo>
                        <a:pt x="71" y="45"/>
                        <a:pt x="72" y="42"/>
                        <a:pt x="71" y="38"/>
                      </a:cubicBezTo>
                      <a:cubicBezTo>
                        <a:pt x="71" y="33"/>
                        <a:pt x="70" y="28"/>
                        <a:pt x="70" y="22"/>
                      </a:cubicBezTo>
                      <a:cubicBezTo>
                        <a:pt x="63" y="26"/>
                        <a:pt x="56" y="28"/>
                        <a:pt x="53" y="36"/>
                      </a:cubicBezTo>
                      <a:cubicBezTo>
                        <a:pt x="53" y="38"/>
                        <a:pt x="51" y="43"/>
                        <a:pt x="48" y="42"/>
                      </a:cubicBezTo>
                      <a:cubicBezTo>
                        <a:pt x="46" y="40"/>
                        <a:pt x="47" y="37"/>
                        <a:pt x="48" y="36"/>
                      </a:cubicBezTo>
                      <a:cubicBezTo>
                        <a:pt x="51" y="32"/>
                        <a:pt x="54" y="30"/>
                        <a:pt x="54" y="25"/>
                      </a:cubicBezTo>
                      <a:cubicBezTo>
                        <a:pt x="54" y="21"/>
                        <a:pt x="51" y="18"/>
                        <a:pt x="49" y="15"/>
                      </a:cubicBezTo>
                      <a:cubicBezTo>
                        <a:pt x="45" y="10"/>
                        <a:pt x="40" y="6"/>
                        <a:pt x="36" y="0"/>
                      </a:cubicBezTo>
                      <a:cubicBezTo>
                        <a:pt x="36" y="0"/>
                        <a:pt x="36" y="0"/>
                        <a:pt x="36" y="0"/>
                      </a:cubicBezTo>
                      <a:cubicBezTo>
                        <a:pt x="36" y="0"/>
                        <a:pt x="36" y="0"/>
                        <a:pt x="36" y="0"/>
                      </a:cubicBezTo>
                      <a:cubicBezTo>
                        <a:pt x="36" y="0"/>
                        <a:pt x="36" y="0"/>
                        <a:pt x="36" y="0"/>
                      </a:cubicBezTo>
                      <a:cubicBezTo>
                        <a:pt x="36" y="0"/>
                        <a:pt x="36" y="0"/>
                        <a:pt x="36" y="0"/>
                      </a:cubicBezTo>
                      <a:cubicBezTo>
                        <a:pt x="32" y="6"/>
                        <a:pt x="27" y="10"/>
                        <a:pt x="23" y="15"/>
                      </a:cubicBezTo>
                      <a:cubicBezTo>
                        <a:pt x="20" y="18"/>
                        <a:pt x="18" y="21"/>
                        <a:pt x="18" y="25"/>
                      </a:cubicBezTo>
                      <a:cubicBezTo>
                        <a:pt x="18" y="30"/>
                        <a:pt x="21" y="32"/>
                        <a:pt x="23" y="36"/>
                      </a:cubicBezTo>
                      <a:cubicBezTo>
                        <a:pt x="24" y="37"/>
                        <a:pt x="26" y="40"/>
                        <a:pt x="24" y="42"/>
                      </a:cubicBezTo>
                      <a:cubicBezTo>
                        <a:pt x="21" y="43"/>
                        <a:pt x="19" y="38"/>
                        <a:pt x="18" y="36"/>
                      </a:cubicBezTo>
                      <a:cubicBezTo>
                        <a:pt x="16" y="28"/>
                        <a:pt x="9" y="26"/>
                        <a:pt x="2" y="22"/>
                      </a:cubicBezTo>
                      <a:cubicBezTo>
                        <a:pt x="2" y="28"/>
                        <a:pt x="1" y="33"/>
                        <a:pt x="0" y="38"/>
                      </a:cubicBezTo>
                      <a:cubicBezTo>
                        <a:pt x="0" y="42"/>
                        <a:pt x="0" y="45"/>
                        <a:pt x="1" y="48"/>
                      </a:cubicBezTo>
                      <a:cubicBezTo>
                        <a:pt x="3" y="49"/>
                        <a:pt x="5" y="49"/>
                        <a:pt x="7" y="50"/>
                      </a:cubicBezTo>
                      <a:cubicBezTo>
                        <a:pt x="9" y="51"/>
                        <a:pt x="11" y="51"/>
                        <a:pt x="12" y="53"/>
                      </a:cubicBezTo>
                      <a:cubicBezTo>
                        <a:pt x="14" y="54"/>
                        <a:pt x="14" y="57"/>
                        <a:pt x="11" y="56"/>
                      </a:cubicBezTo>
                      <a:cubicBezTo>
                        <a:pt x="8" y="56"/>
                        <a:pt x="4" y="52"/>
                        <a:pt x="0" y="53"/>
                      </a:cubicBezTo>
                      <a:cubicBezTo>
                        <a:pt x="2" y="62"/>
                        <a:pt x="7" y="71"/>
                        <a:pt x="16" y="75"/>
                      </a:cubicBezTo>
                      <a:cubicBezTo>
                        <a:pt x="20" y="77"/>
                        <a:pt x="21" y="76"/>
                        <a:pt x="24" y="74"/>
                      </a:cubicBezTo>
                      <a:cubicBezTo>
                        <a:pt x="27" y="72"/>
                        <a:pt x="28" y="70"/>
                        <a:pt x="31" y="69"/>
                      </a:cubicBezTo>
                      <a:cubicBezTo>
                        <a:pt x="33" y="69"/>
                        <a:pt x="34" y="70"/>
                        <a:pt x="34" y="68"/>
                      </a:cubicBezTo>
                      <a:cubicBezTo>
                        <a:pt x="34" y="67"/>
                        <a:pt x="34" y="66"/>
                        <a:pt x="34" y="65"/>
                      </a:cubicBezTo>
                      <a:cubicBezTo>
                        <a:pt x="35" y="53"/>
                        <a:pt x="35" y="46"/>
                        <a:pt x="36" y="34"/>
                      </a:cubicBezTo>
                      <a:cubicBezTo>
                        <a:pt x="36" y="46"/>
                        <a:pt x="37" y="53"/>
                        <a:pt x="38" y="65"/>
                      </a:cubicBezTo>
                      <a:cubicBezTo>
                        <a:pt x="38" y="66"/>
                        <a:pt x="38" y="67"/>
                        <a:pt x="38" y="68"/>
                      </a:cubicBezTo>
                      <a:cubicBezTo>
                        <a:pt x="38" y="70"/>
                        <a:pt x="39" y="69"/>
                        <a:pt x="40" y="69"/>
                      </a:cubicBezTo>
                      <a:cubicBezTo>
                        <a:pt x="43" y="70"/>
                        <a:pt x="45" y="72"/>
                        <a:pt x="47" y="74"/>
                      </a:cubicBezTo>
                      <a:cubicBezTo>
                        <a:pt x="50" y="76"/>
                        <a:pt x="52" y="77"/>
                        <a:pt x="55" y="75"/>
                      </a:cubicBezTo>
                      <a:cubicBezTo>
                        <a:pt x="65" y="71"/>
                        <a:pt x="70" y="62"/>
                        <a:pt x="71" y="53"/>
                      </a:cubicBezTo>
                      <a:cubicBezTo>
                        <a:pt x="68" y="52"/>
                        <a:pt x="64" y="56"/>
                        <a:pt x="60" y="56"/>
                      </a:cubicBezTo>
                      <a:cubicBezTo>
                        <a:pt x="58" y="57"/>
                        <a:pt x="58" y="54"/>
                        <a:pt x="59" y="53"/>
                      </a:cubicBezTo>
                      <a:close/>
                    </a:path>
                  </a:pathLst>
                </a:custGeom>
                <a:grpFill/>
                <a:ln>
                  <a:noFill/>
                </a:ln>
                <a:extLst>
                  <a:ext uri="{91240B29-F687-4f45-9708-019B960494DF}">
                    <a14:hiddenLine xmlns="" xmlns:lc="http://schemas.openxmlformats.org/drawingml/2006/lockedCanvas" xmlns:a14="http://schemas.microsoft.com/office/drawing/2010/main" xmlns:p14="http://schemas.microsoft.com/office/powerpoint/2010/main" xmlns:a16="http://schemas.microsoft.com/office/drawing/2014/main" w="9525">
                      <a:solidFill>
                        <a:srgbClr val="000000"/>
                      </a:solidFill>
                      <a:round/>
                      <a:headEnd/>
                      <a:tailEnd/>
                    </a14:hiddenLine>
                  </a:ext>
                </a:extLst>
              </p:spPr>
              <p:txBody>
                <a:bodyPr anchor="ctr"/>
                <a:lstStyle/>
                <a:p>
                  <a:pPr algn="ctr">
                    <a:lnSpc>
                      <a:spcPct val="120000"/>
                    </a:lnSpc>
                  </a:pPr>
                  <a:endParaRPr sz="3200">
                    <a:cs typeface="+mn-ea"/>
                    <a:sym typeface="+mn-lt"/>
                  </a:endParaRPr>
                </a:p>
              </p:txBody>
            </p:sp>
            <p:sp>
              <p:nvSpPr>
                <p:cNvPr id="222" name="iślîdê">
                  <a:extLst>
                    <a:ext uri="{FF2B5EF4-FFF2-40B4-BE49-F238E27FC236}">
                      <a16:creationId xmlns:a16="http://schemas.microsoft.com/office/drawing/2014/main" id="{4B1030EA-CC13-40D5-92FA-407ABC0F711C}"/>
                    </a:ext>
                  </a:extLst>
                </p:cNvPr>
                <p:cNvSpPr/>
                <p:nvPr/>
              </p:nvSpPr>
              <p:spPr bwMode="auto">
                <a:xfrm>
                  <a:off x="2878162" y="1966084"/>
                  <a:ext cx="22057" cy="105385"/>
                </a:xfrm>
                <a:prstGeom prst="rect">
                  <a:avLst/>
                </a:prstGeom>
                <a:grpFill/>
                <a:ln>
                  <a:noFill/>
                </a:ln>
                <a:extLst>
                  <a:ext uri="{91240B29-F687-4f45-9708-019B960494DF}">
                    <a14:hiddenLine xmlns="" xmlns:lc="http://schemas.openxmlformats.org/drawingml/2006/lockedCanvas" xmlns:a14="http://schemas.microsoft.com/office/drawing/2010/main" xmlns:p14="http://schemas.microsoft.com/office/powerpoint/2010/main" xmlns:a16="http://schemas.microsoft.com/office/drawing/2014/main" w="9525">
                      <a:solidFill>
                        <a:srgbClr val="000000"/>
                      </a:solidFill>
                      <a:miter lim="800000"/>
                      <a:headEnd/>
                      <a:tailEnd/>
                    </a14:hiddenLine>
                  </a:ext>
                </a:extLst>
              </p:spPr>
              <p:txBody>
                <a:bodyPr anchor="ctr"/>
                <a:lstStyle/>
                <a:p>
                  <a:pPr algn="ctr">
                    <a:lnSpc>
                      <a:spcPct val="120000"/>
                    </a:lnSpc>
                  </a:pPr>
                  <a:endParaRPr sz="3200">
                    <a:cs typeface="+mn-ea"/>
                    <a:sym typeface="+mn-lt"/>
                  </a:endParaRPr>
                </a:p>
              </p:txBody>
            </p:sp>
            <p:sp>
              <p:nvSpPr>
                <p:cNvPr id="223" name="işlïḑè">
                  <a:extLst>
                    <a:ext uri="{FF2B5EF4-FFF2-40B4-BE49-F238E27FC236}">
                      <a16:creationId xmlns:a16="http://schemas.microsoft.com/office/drawing/2014/main" id="{389DED00-3892-4B7D-9475-A84B1784A633}"/>
                    </a:ext>
                  </a:extLst>
                </p:cNvPr>
                <p:cNvSpPr/>
                <p:nvPr/>
              </p:nvSpPr>
              <p:spPr bwMode="auto">
                <a:xfrm>
                  <a:off x="5920861" y="1413423"/>
                  <a:ext cx="30635" cy="162980"/>
                </a:xfrm>
                <a:custGeom>
                  <a:avLst/>
                  <a:gdLst>
                    <a:gd name="T0" fmla="*/ 7 w 7"/>
                    <a:gd name="T1" fmla="*/ 1 h 37"/>
                    <a:gd name="T2" fmla="*/ 4 w 7"/>
                    <a:gd name="T3" fmla="*/ 0 h 37"/>
                    <a:gd name="T4" fmla="*/ 4 w 7"/>
                    <a:gd name="T5" fmla="*/ 0 h 37"/>
                    <a:gd name="T6" fmla="*/ 0 w 7"/>
                    <a:gd name="T7" fmla="*/ 1 h 37"/>
                    <a:gd name="T8" fmla="*/ 0 w 7"/>
                    <a:gd name="T9" fmla="*/ 37 h 37"/>
                    <a:gd name="T10" fmla="*/ 7 w 7"/>
                    <a:gd name="T11" fmla="*/ 37 h 37"/>
                    <a:gd name="T12" fmla="*/ 7 w 7"/>
                    <a:gd name="T13" fmla="*/ 1 h 37"/>
                  </a:gdLst>
                  <a:ahLst/>
                  <a:cxnLst>
                    <a:cxn ang="0">
                      <a:pos x="T0" y="T1"/>
                    </a:cxn>
                    <a:cxn ang="0">
                      <a:pos x="T2" y="T3"/>
                    </a:cxn>
                    <a:cxn ang="0">
                      <a:pos x="T4" y="T5"/>
                    </a:cxn>
                    <a:cxn ang="0">
                      <a:pos x="T6" y="T7"/>
                    </a:cxn>
                    <a:cxn ang="0">
                      <a:pos x="T8" y="T9"/>
                    </a:cxn>
                    <a:cxn ang="0">
                      <a:pos x="T10" y="T11"/>
                    </a:cxn>
                    <a:cxn ang="0">
                      <a:pos x="T12" y="T13"/>
                    </a:cxn>
                  </a:cxnLst>
                  <a:rect l="0" t="0" r="r" b="b"/>
                  <a:pathLst>
                    <a:path w="7" h="37">
                      <a:moveTo>
                        <a:pt x="7" y="1"/>
                      </a:moveTo>
                      <a:cubicBezTo>
                        <a:pt x="6" y="1"/>
                        <a:pt x="5" y="0"/>
                        <a:pt x="4" y="0"/>
                      </a:cubicBezTo>
                      <a:cubicBezTo>
                        <a:pt x="4" y="0"/>
                        <a:pt x="4" y="0"/>
                        <a:pt x="4" y="0"/>
                      </a:cubicBezTo>
                      <a:cubicBezTo>
                        <a:pt x="3" y="0"/>
                        <a:pt x="1" y="1"/>
                        <a:pt x="0" y="1"/>
                      </a:cubicBezTo>
                      <a:cubicBezTo>
                        <a:pt x="0" y="37"/>
                        <a:pt x="0" y="37"/>
                        <a:pt x="0" y="37"/>
                      </a:cubicBezTo>
                      <a:cubicBezTo>
                        <a:pt x="7" y="37"/>
                        <a:pt x="7" y="37"/>
                        <a:pt x="7" y="37"/>
                      </a:cubicBezTo>
                      <a:lnTo>
                        <a:pt x="7" y="1"/>
                      </a:lnTo>
                      <a:close/>
                    </a:path>
                  </a:pathLst>
                </a:custGeom>
                <a:grpFill/>
                <a:ln>
                  <a:noFill/>
                </a:ln>
                <a:extLst>
                  <a:ext uri="{91240B29-F687-4f45-9708-019B960494DF}">
                    <a14:hiddenLine xmlns="" xmlns:lc="http://schemas.openxmlformats.org/drawingml/2006/lockedCanvas" xmlns:a14="http://schemas.microsoft.com/office/drawing/2010/main" xmlns:p14="http://schemas.microsoft.com/office/powerpoint/2010/main" xmlns:a16="http://schemas.microsoft.com/office/drawing/2014/main" w="9525">
                      <a:solidFill>
                        <a:srgbClr val="000000"/>
                      </a:solidFill>
                      <a:round/>
                      <a:headEnd/>
                      <a:tailEnd/>
                    </a14:hiddenLine>
                  </a:ext>
                </a:extLst>
              </p:spPr>
              <p:txBody>
                <a:bodyPr anchor="ctr"/>
                <a:lstStyle/>
                <a:p>
                  <a:pPr algn="ctr">
                    <a:lnSpc>
                      <a:spcPct val="120000"/>
                    </a:lnSpc>
                  </a:pPr>
                  <a:endParaRPr sz="3200">
                    <a:cs typeface="+mn-ea"/>
                    <a:sym typeface="+mn-lt"/>
                  </a:endParaRPr>
                </a:p>
              </p:txBody>
            </p:sp>
            <p:sp>
              <p:nvSpPr>
                <p:cNvPr id="224" name="íşḻíḓê">
                  <a:extLst>
                    <a:ext uri="{FF2B5EF4-FFF2-40B4-BE49-F238E27FC236}">
                      <a16:creationId xmlns:a16="http://schemas.microsoft.com/office/drawing/2014/main" id="{33412550-D84A-4C9C-826C-8A26D71D4E4C}"/>
                    </a:ext>
                  </a:extLst>
                </p:cNvPr>
                <p:cNvSpPr/>
                <p:nvPr/>
              </p:nvSpPr>
              <p:spPr bwMode="auto">
                <a:xfrm>
                  <a:off x="5920861" y="1192849"/>
                  <a:ext cx="30635" cy="22057"/>
                </a:xfrm>
                <a:custGeom>
                  <a:avLst/>
                  <a:gdLst>
                    <a:gd name="T0" fmla="*/ 5 w 7"/>
                    <a:gd name="T1" fmla="*/ 5 h 5"/>
                    <a:gd name="T2" fmla="*/ 5 w 7"/>
                    <a:gd name="T3" fmla="*/ 5 h 5"/>
                    <a:gd name="T4" fmla="*/ 7 w 7"/>
                    <a:gd name="T5" fmla="*/ 5 h 5"/>
                    <a:gd name="T6" fmla="*/ 7 w 7"/>
                    <a:gd name="T7" fmla="*/ 0 h 5"/>
                    <a:gd name="T8" fmla="*/ 0 w 7"/>
                    <a:gd name="T9" fmla="*/ 0 h 5"/>
                    <a:gd name="T10" fmla="*/ 0 w 7"/>
                    <a:gd name="T11" fmla="*/ 5 h 5"/>
                    <a:gd name="T12" fmla="*/ 5 w 7"/>
                    <a:gd name="T13" fmla="*/ 5 h 5"/>
                  </a:gdLst>
                  <a:ahLst/>
                  <a:cxnLst>
                    <a:cxn ang="0">
                      <a:pos x="T0" y="T1"/>
                    </a:cxn>
                    <a:cxn ang="0">
                      <a:pos x="T2" y="T3"/>
                    </a:cxn>
                    <a:cxn ang="0">
                      <a:pos x="T4" y="T5"/>
                    </a:cxn>
                    <a:cxn ang="0">
                      <a:pos x="T6" y="T7"/>
                    </a:cxn>
                    <a:cxn ang="0">
                      <a:pos x="T8" y="T9"/>
                    </a:cxn>
                    <a:cxn ang="0">
                      <a:pos x="T10" y="T11"/>
                    </a:cxn>
                    <a:cxn ang="0">
                      <a:pos x="T12" y="T13"/>
                    </a:cxn>
                  </a:cxnLst>
                  <a:rect l="0" t="0" r="r" b="b"/>
                  <a:pathLst>
                    <a:path w="7" h="5">
                      <a:moveTo>
                        <a:pt x="5" y="5"/>
                      </a:moveTo>
                      <a:cubicBezTo>
                        <a:pt x="5" y="5"/>
                        <a:pt x="5" y="5"/>
                        <a:pt x="5" y="5"/>
                      </a:cubicBezTo>
                      <a:cubicBezTo>
                        <a:pt x="6" y="5"/>
                        <a:pt x="7" y="5"/>
                        <a:pt x="7" y="5"/>
                      </a:cubicBezTo>
                      <a:cubicBezTo>
                        <a:pt x="7" y="0"/>
                        <a:pt x="7" y="0"/>
                        <a:pt x="7" y="0"/>
                      </a:cubicBezTo>
                      <a:cubicBezTo>
                        <a:pt x="0" y="0"/>
                        <a:pt x="0" y="0"/>
                        <a:pt x="0" y="0"/>
                      </a:cubicBezTo>
                      <a:cubicBezTo>
                        <a:pt x="0" y="5"/>
                        <a:pt x="0" y="5"/>
                        <a:pt x="0" y="5"/>
                      </a:cubicBezTo>
                      <a:cubicBezTo>
                        <a:pt x="2" y="5"/>
                        <a:pt x="3" y="5"/>
                        <a:pt x="5" y="5"/>
                      </a:cubicBezTo>
                      <a:close/>
                    </a:path>
                  </a:pathLst>
                </a:custGeom>
                <a:grpFill/>
                <a:ln>
                  <a:noFill/>
                </a:ln>
                <a:extLst>
                  <a:ext uri="{91240B29-F687-4f45-9708-019B960494DF}">
                    <a14:hiddenLine xmlns="" xmlns:lc="http://schemas.openxmlformats.org/drawingml/2006/lockedCanvas" xmlns:a14="http://schemas.microsoft.com/office/drawing/2010/main" xmlns:p14="http://schemas.microsoft.com/office/powerpoint/2010/main" xmlns:a16="http://schemas.microsoft.com/office/drawing/2014/main" w="9525">
                      <a:solidFill>
                        <a:srgbClr val="000000"/>
                      </a:solidFill>
                      <a:round/>
                      <a:headEnd/>
                      <a:tailEnd/>
                    </a14:hiddenLine>
                  </a:ext>
                </a:extLst>
              </p:spPr>
              <p:txBody>
                <a:bodyPr anchor="ctr"/>
                <a:lstStyle/>
                <a:p>
                  <a:pPr algn="ctr">
                    <a:lnSpc>
                      <a:spcPct val="120000"/>
                    </a:lnSpc>
                  </a:pPr>
                  <a:endParaRPr sz="3200">
                    <a:cs typeface="+mn-ea"/>
                    <a:sym typeface="+mn-lt"/>
                  </a:endParaRPr>
                </a:p>
              </p:txBody>
            </p:sp>
            <p:sp>
              <p:nvSpPr>
                <p:cNvPr id="225" name="íś1idé">
                  <a:extLst>
                    <a:ext uri="{FF2B5EF4-FFF2-40B4-BE49-F238E27FC236}">
                      <a16:creationId xmlns:a16="http://schemas.microsoft.com/office/drawing/2014/main" id="{78C7123C-CB8E-4374-89F5-BF0FE4DC37A5}"/>
                    </a:ext>
                  </a:extLst>
                </p:cNvPr>
                <p:cNvSpPr/>
                <p:nvPr/>
              </p:nvSpPr>
              <p:spPr bwMode="auto">
                <a:xfrm>
                  <a:off x="5788517" y="1223484"/>
                  <a:ext cx="305128" cy="220574"/>
                </a:xfrm>
                <a:custGeom>
                  <a:avLst/>
                  <a:gdLst>
                    <a:gd name="T0" fmla="*/ 37 w 69"/>
                    <a:gd name="T1" fmla="*/ 0 h 50"/>
                    <a:gd name="T2" fmla="*/ 35 w 69"/>
                    <a:gd name="T3" fmla="*/ 0 h 50"/>
                    <a:gd name="T4" fmla="*/ 35 w 69"/>
                    <a:gd name="T5" fmla="*/ 0 h 50"/>
                    <a:gd name="T6" fmla="*/ 30 w 69"/>
                    <a:gd name="T7" fmla="*/ 0 h 50"/>
                    <a:gd name="T8" fmla="*/ 1 w 69"/>
                    <a:gd name="T9" fmla="*/ 33 h 50"/>
                    <a:gd name="T10" fmla="*/ 3 w 69"/>
                    <a:gd name="T11" fmla="*/ 46 h 50"/>
                    <a:gd name="T12" fmla="*/ 4 w 69"/>
                    <a:gd name="T13" fmla="*/ 48 h 50"/>
                    <a:gd name="T14" fmla="*/ 6 w 69"/>
                    <a:gd name="T15" fmla="*/ 46 h 50"/>
                    <a:gd name="T16" fmla="*/ 14 w 69"/>
                    <a:gd name="T17" fmla="*/ 40 h 50"/>
                    <a:gd name="T18" fmla="*/ 15 w 69"/>
                    <a:gd name="T19" fmla="*/ 40 h 50"/>
                    <a:gd name="T20" fmla="*/ 23 w 69"/>
                    <a:gd name="T21" fmla="*/ 46 h 50"/>
                    <a:gd name="T22" fmla="*/ 24 w 69"/>
                    <a:gd name="T23" fmla="*/ 48 h 50"/>
                    <a:gd name="T24" fmla="*/ 25 w 69"/>
                    <a:gd name="T25" fmla="*/ 46 h 50"/>
                    <a:gd name="T26" fmla="*/ 30 w 69"/>
                    <a:gd name="T27" fmla="*/ 42 h 50"/>
                    <a:gd name="T28" fmla="*/ 34 w 69"/>
                    <a:gd name="T29" fmla="*/ 41 h 50"/>
                    <a:gd name="T30" fmla="*/ 34 w 69"/>
                    <a:gd name="T31" fmla="*/ 41 h 50"/>
                    <a:gd name="T32" fmla="*/ 37 w 69"/>
                    <a:gd name="T33" fmla="*/ 42 h 50"/>
                    <a:gd name="T34" fmla="*/ 43 w 69"/>
                    <a:gd name="T35" fmla="*/ 47 h 50"/>
                    <a:gd name="T36" fmla="*/ 44 w 69"/>
                    <a:gd name="T37" fmla="*/ 48 h 50"/>
                    <a:gd name="T38" fmla="*/ 45 w 69"/>
                    <a:gd name="T39" fmla="*/ 47 h 50"/>
                    <a:gd name="T40" fmla="*/ 54 w 69"/>
                    <a:gd name="T41" fmla="*/ 41 h 50"/>
                    <a:gd name="T42" fmla="*/ 54 w 69"/>
                    <a:gd name="T43" fmla="*/ 41 h 50"/>
                    <a:gd name="T44" fmla="*/ 62 w 69"/>
                    <a:gd name="T45" fmla="*/ 47 h 50"/>
                    <a:gd name="T46" fmla="*/ 63 w 69"/>
                    <a:gd name="T47" fmla="*/ 49 h 50"/>
                    <a:gd name="T48" fmla="*/ 64 w 69"/>
                    <a:gd name="T49" fmla="*/ 50 h 50"/>
                    <a:gd name="T50" fmla="*/ 64 w 69"/>
                    <a:gd name="T51" fmla="*/ 49 h 50"/>
                    <a:gd name="T52" fmla="*/ 65 w 69"/>
                    <a:gd name="T53" fmla="*/ 47 h 50"/>
                    <a:gd name="T54" fmla="*/ 68 w 69"/>
                    <a:gd name="T55" fmla="*/ 35 h 50"/>
                    <a:gd name="T56" fmla="*/ 37 w 69"/>
                    <a:gd name="T57" fmla="*/ 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9" h="50">
                      <a:moveTo>
                        <a:pt x="37" y="0"/>
                      </a:moveTo>
                      <a:cubicBezTo>
                        <a:pt x="37" y="0"/>
                        <a:pt x="36" y="0"/>
                        <a:pt x="35" y="0"/>
                      </a:cubicBezTo>
                      <a:cubicBezTo>
                        <a:pt x="35" y="0"/>
                        <a:pt x="35" y="0"/>
                        <a:pt x="35" y="0"/>
                      </a:cubicBezTo>
                      <a:cubicBezTo>
                        <a:pt x="33" y="0"/>
                        <a:pt x="32" y="0"/>
                        <a:pt x="30" y="0"/>
                      </a:cubicBezTo>
                      <a:cubicBezTo>
                        <a:pt x="14" y="2"/>
                        <a:pt x="1" y="16"/>
                        <a:pt x="1" y="33"/>
                      </a:cubicBezTo>
                      <a:cubicBezTo>
                        <a:pt x="0" y="38"/>
                        <a:pt x="1" y="42"/>
                        <a:pt x="3" y="46"/>
                      </a:cubicBezTo>
                      <a:cubicBezTo>
                        <a:pt x="3" y="47"/>
                        <a:pt x="4" y="48"/>
                        <a:pt x="4" y="48"/>
                      </a:cubicBezTo>
                      <a:cubicBezTo>
                        <a:pt x="5" y="48"/>
                        <a:pt x="5" y="47"/>
                        <a:pt x="6" y="46"/>
                      </a:cubicBezTo>
                      <a:cubicBezTo>
                        <a:pt x="7" y="43"/>
                        <a:pt x="11" y="40"/>
                        <a:pt x="14" y="40"/>
                      </a:cubicBezTo>
                      <a:cubicBezTo>
                        <a:pt x="14" y="40"/>
                        <a:pt x="15" y="40"/>
                        <a:pt x="15" y="40"/>
                      </a:cubicBezTo>
                      <a:cubicBezTo>
                        <a:pt x="18" y="41"/>
                        <a:pt x="22" y="43"/>
                        <a:pt x="23" y="46"/>
                      </a:cubicBezTo>
                      <a:cubicBezTo>
                        <a:pt x="24" y="47"/>
                        <a:pt x="24" y="48"/>
                        <a:pt x="24" y="48"/>
                      </a:cubicBezTo>
                      <a:cubicBezTo>
                        <a:pt x="24" y="48"/>
                        <a:pt x="25" y="47"/>
                        <a:pt x="25" y="46"/>
                      </a:cubicBezTo>
                      <a:cubicBezTo>
                        <a:pt x="26" y="44"/>
                        <a:pt x="28" y="42"/>
                        <a:pt x="30" y="42"/>
                      </a:cubicBezTo>
                      <a:cubicBezTo>
                        <a:pt x="31" y="41"/>
                        <a:pt x="33" y="41"/>
                        <a:pt x="34" y="41"/>
                      </a:cubicBezTo>
                      <a:cubicBezTo>
                        <a:pt x="34" y="41"/>
                        <a:pt x="34" y="41"/>
                        <a:pt x="34" y="41"/>
                      </a:cubicBezTo>
                      <a:cubicBezTo>
                        <a:pt x="35" y="41"/>
                        <a:pt x="36" y="41"/>
                        <a:pt x="37" y="42"/>
                      </a:cubicBezTo>
                      <a:cubicBezTo>
                        <a:pt x="40" y="42"/>
                        <a:pt x="42" y="44"/>
                        <a:pt x="43" y="47"/>
                      </a:cubicBezTo>
                      <a:cubicBezTo>
                        <a:pt x="44" y="48"/>
                        <a:pt x="44" y="48"/>
                        <a:pt x="44" y="48"/>
                      </a:cubicBezTo>
                      <a:cubicBezTo>
                        <a:pt x="44" y="48"/>
                        <a:pt x="44" y="48"/>
                        <a:pt x="45" y="47"/>
                      </a:cubicBezTo>
                      <a:cubicBezTo>
                        <a:pt x="47" y="44"/>
                        <a:pt x="50" y="41"/>
                        <a:pt x="54" y="41"/>
                      </a:cubicBezTo>
                      <a:cubicBezTo>
                        <a:pt x="54" y="41"/>
                        <a:pt x="54" y="41"/>
                        <a:pt x="54" y="41"/>
                      </a:cubicBezTo>
                      <a:cubicBezTo>
                        <a:pt x="58" y="41"/>
                        <a:pt x="61" y="44"/>
                        <a:pt x="62" y="47"/>
                      </a:cubicBezTo>
                      <a:cubicBezTo>
                        <a:pt x="63" y="48"/>
                        <a:pt x="63" y="49"/>
                        <a:pt x="63" y="49"/>
                      </a:cubicBezTo>
                      <a:cubicBezTo>
                        <a:pt x="63" y="50"/>
                        <a:pt x="63" y="50"/>
                        <a:pt x="64" y="50"/>
                      </a:cubicBezTo>
                      <a:cubicBezTo>
                        <a:pt x="64" y="50"/>
                        <a:pt x="64" y="50"/>
                        <a:pt x="64" y="49"/>
                      </a:cubicBezTo>
                      <a:cubicBezTo>
                        <a:pt x="65" y="49"/>
                        <a:pt x="65" y="48"/>
                        <a:pt x="65" y="47"/>
                      </a:cubicBezTo>
                      <a:cubicBezTo>
                        <a:pt x="67" y="44"/>
                        <a:pt x="68" y="39"/>
                        <a:pt x="68" y="35"/>
                      </a:cubicBezTo>
                      <a:cubicBezTo>
                        <a:pt x="69" y="17"/>
                        <a:pt x="55" y="2"/>
                        <a:pt x="37" y="0"/>
                      </a:cubicBezTo>
                      <a:close/>
                    </a:path>
                  </a:pathLst>
                </a:custGeom>
                <a:grpFill/>
                <a:ln>
                  <a:noFill/>
                </a:ln>
                <a:extLst>
                  <a:ext uri="{91240B29-F687-4f45-9708-019B960494DF}">
                    <a14:hiddenLine xmlns="" xmlns:lc="http://schemas.openxmlformats.org/drawingml/2006/lockedCanvas" xmlns:a14="http://schemas.microsoft.com/office/drawing/2010/main" xmlns:p14="http://schemas.microsoft.com/office/powerpoint/2010/main" xmlns:a16="http://schemas.microsoft.com/office/drawing/2014/main" w="9525">
                      <a:solidFill>
                        <a:srgbClr val="000000"/>
                      </a:solidFill>
                      <a:round/>
                      <a:headEnd/>
                      <a:tailEnd/>
                    </a14:hiddenLine>
                  </a:ext>
                </a:extLst>
              </p:spPr>
              <p:txBody>
                <a:bodyPr anchor="ctr"/>
                <a:lstStyle/>
                <a:p>
                  <a:pPr algn="ctr">
                    <a:lnSpc>
                      <a:spcPct val="120000"/>
                    </a:lnSpc>
                  </a:pPr>
                  <a:endParaRPr sz="3200">
                    <a:cs typeface="+mn-ea"/>
                    <a:sym typeface="+mn-lt"/>
                  </a:endParaRPr>
                </a:p>
              </p:txBody>
            </p:sp>
            <p:sp>
              <p:nvSpPr>
                <p:cNvPr id="226" name="íşliḓe">
                  <a:extLst>
                    <a:ext uri="{FF2B5EF4-FFF2-40B4-BE49-F238E27FC236}">
                      <a16:creationId xmlns:a16="http://schemas.microsoft.com/office/drawing/2014/main" id="{9D1DEE1E-37F0-4188-B338-807FB1C2585E}"/>
                    </a:ext>
                  </a:extLst>
                </p:cNvPr>
                <p:cNvSpPr/>
                <p:nvPr/>
              </p:nvSpPr>
              <p:spPr bwMode="auto">
                <a:xfrm>
                  <a:off x="4601092" y="4491660"/>
                  <a:ext cx="118865" cy="84553"/>
                </a:xfrm>
                <a:custGeom>
                  <a:avLst/>
                  <a:gdLst>
                    <a:gd name="T0" fmla="*/ 17 w 27"/>
                    <a:gd name="T1" fmla="*/ 5 h 19"/>
                    <a:gd name="T2" fmla="*/ 24 w 27"/>
                    <a:gd name="T3" fmla="*/ 1 h 19"/>
                    <a:gd name="T4" fmla="*/ 27 w 27"/>
                    <a:gd name="T5" fmla="*/ 0 h 19"/>
                    <a:gd name="T6" fmla="*/ 16 w 27"/>
                    <a:gd name="T7" fmla="*/ 1 h 19"/>
                    <a:gd name="T8" fmla="*/ 9 w 27"/>
                    <a:gd name="T9" fmla="*/ 7 h 19"/>
                    <a:gd name="T10" fmla="*/ 5 w 27"/>
                    <a:gd name="T11" fmla="*/ 12 h 19"/>
                    <a:gd name="T12" fmla="*/ 0 w 27"/>
                    <a:gd name="T13" fmla="*/ 19 h 19"/>
                    <a:gd name="T14" fmla="*/ 9 w 27"/>
                    <a:gd name="T15" fmla="*/ 15 h 19"/>
                    <a:gd name="T16" fmla="*/ 17 w 27"/>
                    <a:gd name="T17" fmla="*/ 5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 h="19">
                      <a:moveTo>
                        <a:pt x="17" y="5"/>
                      </a:moveTo>
                      <a:cubicBezTo>
                        <a:pt x="19" y="4"/>
                        <a:pt x="21" y="2"/>
                        <a:pt x="24" y="1"/>
                      </a:cubicBezTo>
                      <a:cubicBezTo>
                        <a:pt x="24" y="1"/>
                        <a:pt x="26" y="0"/>
                        <a:pt x="27" y="0"/>
                      </a:cubicBezTo>
                      <a:cubicBezTo>
                        <a:pt x="23" y="0"/>
                        <a:pt x="19" y="0"/>
                        <a:pt x="16" y="1"/>
                      </a:cubicBezTo>
                      <a:cubicBezTo>
                        <a:pt x="13" y="2"/>
                        <a:pt x="10" y="4"/>
                        <a:pt x="9" y="7"/>
                      </a:cubicBezTo>
                      <a:cubicBezTo>
                        <a:pt x="7" y="9"/>
                        <a:pt x="6" y="11"/>
                        <a:pt x="5" y="12"/>
                      </a:cubicBezTo>
                      <a:cubicBezTo>
                        <a:pt x="4" y="15"/>
                        <a:pt x="3" y="18"/>
                        <a:pt x="0" y="19"/>
                      </a:cubicBezTo>
                      <a:cubicBezTo>
                        <a:pt x="3" y="19"/>
                        <a:pt x="7" y="17"/>
                        <a:pt x="9" y="15"/>
                      </a:cubicBezTo>
                      <a:cubicBezTo>
                        <a:pt x="13" y="12"/>
                        <a:pt x="15" y="9"/>
                        <a:pt x="17" y="5"/>
                      </a:cubicBezTo>
                      <a:close/>
                    </a:path>
                  </a:pathLst>
                </a:custGeom>
                <a:grpFill/>
                <a:ln>
                  <a:noFill/>
                </a:ln>
                <a:extLst>
                  <a:ext uri="{91240B29-F687-4f45-9708-019B960494DF}">
                    <a14:hiddenLine xmlns="" xmlns:lc="http://schemas.openxmlformats.org/drawingml/2006/lockedCanvas" xmlns:a14="http://schemas.microsoft.com/office/drawing/2010/main" xmlns:p14="http://schemas.microsoft.com/office/powerpoint/2010/main" xmlns:a16="http://schemas.microsoft.com/office/drawing/2014/main" w="9525">
                      <a:solidFill>
                        <a:srgbClr val="000000"/>
                      </a:solidFill>
                      <a:round/>
                      <a:headEnd/>
                      <a:tailEnd/>
                    </a14:hiddenLine>
                  </a:ext>
                </a:extLst>
              </p:spPr>
              <p:txBody>
                <a:bodyPr anchor="ctr"/>
                <a:lstStyle/>
                <a:p>
                  <a:pPr algn="ctr">
                    <a:lnSpc>
                      <a:spcPct val="120000"/>
                    </a:lnSpc>
                  </a:pPr>
                  <a:endParaRPr sz="3200">
                    <a:cs typeface="+mn-ea"/>
                    <a:sym typeface="+mn-lt"/>
                  </a:endParaRPr>
                </a:p>
              </p:txBody>
            </p:sp>
            <p:sp>
              <p:nvSpPr>
                <p:cNvPr id="227" name="íśļíḍè">
                  <a:extLst>
                    <a:ext uri="{FF2B5EF4-FFF2-40B4-BE49-F238E27FC236}">
                      <a16:creationId xmlns:a16="http://schemas.microsoft.com/office/drawing/2014/main" id="{49D69C2A-5F66-46CB-BA9E-A5C4078EACA4}"/>
                    </a:ext>
                  </a:extLst>
                </p:cNvPr>
                <p:cNvSpPr/>
                <p:nvPr/>
              </p:nvSpPr>
              <p:spPr bwMode="auto">
                <a:xfrm>
                  <a:off x="4609670" y="4491660"/>
                  <a:ext cx="154402" cy="106611"/>
                </a:xfrm>
                <a:custGeom>
                  <a:avLst/>
                  <a:gdLst>
                    <a:gd name="T0" fmla="*/ 23 w 35"/>
                    <a:gd name="T1" fmla="*/ 3 h 24"/>
                    <a:gd name="T2" fmla="*/ 14 w 35"/>
                    <a:gd name="T3" fmla="*/ 11 h 24"/>
                    <a:gd name="T4" fmla="*/ 8 w 35"/>
                    <a:gd name="T5" fmla="*/ 17 h 24"/>
                    <a:gd name="T6" fmla="*/ 0 w 35"/>
                    <a:gd name="T7" fmla="*/ 20 h 24"/>
                    <a:gd name="T8" fmla="*/ 19 w 35"/>
                    <a:gd name="T9" fmla="*/ 20 h 24"/>
                    <a:gd name="T10" fmla="*/ 30 w 35"/>
                    <a:gd name="T11" fmla="*/ 6 h 24"/>
                    <a:gd name="T12" fmla="*/ 33 w 35"/>
                    <a:gd name="T13" fmla="*/ 2 h 24"/>
                    <a:gd name="T14" fmla="*/ 35 w 35"/>
                    <a:gd name="T15" fmla="*/ 1 h 24"/>
                    <a:gd name="T16" fmla="*/ 23 w 35"/>
                    <a:gd name="T17" fmla="*/ 3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 h="24">
                      <a:moveTo>
                        <a:pt x="23" y="3"/>
                      </a:moveTo>
                      <a:cubicBezTo>
                        <a:pt x="19" y="5"/>
                        <a:pt x="17" y="7"/>
                        <a:pt x="14" y="11"/>
                      </a:cubicBezTo>
                      <a:cubicBezTo>
                        <a:pt x="12" y="13"/>
                        <a:pt x="10" y="16"/>
                        <a:pt x="8" y="17"/>
                      </a:cubicBezTo>
                      <a:cubicBezTo>
                        <a:pt x="5" y="19"/>
                        <a:pt x="3" y="20"/>
                        <a:pt x="0" y="20"/>
                      </a:cubicBezTo>
                      <a:cubicBezTo>
                        <a:pt x="6" y="24"/>
                        <a:pt x="13" y="24"/>
                        <a:pt x="19" y="20"/>
                      </a:cubicBezTo>
                      <a:cubicBezTo>
                        <a:pt x="25" y="17"/>
                        <a:pt x="27" y="12"/>
                        <a:pt x="30" y="6"/>
                      </a:cubicBezTo>
                      <a:cubicBezTo>
                        <a:pt x="31" y="5"/>
                        <a:pt x="32" y="3"/>
                        <a:pt x="33" y="2"/>
                      </a:cubicBezTo>
                      <a:cubicBezTo>
                        <a:pt x="34" y="2"/>
                        <a:pt x="35" y="1"/>
                        <a:pt x="35" y="1"/>
                      </a:cubicBezTo>
                      <a:cubicBezTo>
                        <a:pt x="31" y="0"/>
                        <a:pt x="27" y="1"/>
                        <a:pt x="23" y="3"/>
                      </a:cubicBezTo>
                      <a:close/>
                    </a:path>
                  </a:pathLst>
                </a:custGeom>
                <a:grpFill/>
                <a:ln>
                  <a:noFill/>
                </a:ln>
                <a:extLst>
                  <a:ext uri="{91240B29-F687-4f45-9708-019B960494DF}">
                    <a14:hiddenLine xmlns="" xmlns:lc="http://schemas.openxmlformats.org/drawingml/2006/lockedCanvas" xmlns:a14="http://schemas.microsoft.com/office/drawing/2010/main" xmlns:p14="http://schemas.microsoft.com/office/powerpoint/2010/main" xmlns:a16="http://schemas.microsoft.com/office/drawing/2014/main" w="9525">
                      <a:solidFill>
                        <a:srgbClr val="000000"/>
                      </a:solidFill>
                      <a:round/>
                      <a:headEnd/>
                      <a:tailEnd/>
                    </a14:hiddenLine>
                  </a:ext>
                </a:extLst>
              </p:spPr>
              <p:txBody>
                <a:bodyPr anchor="ctr"/>
                <a:lstStyle/>
                <a:p>
                  <a:pPr algn="ctr">
                    <a:lnSpc>
                      <a:spcPct val="120000"/>
                    </a:lnSpc>
                  </a:pPr>
                  <a:endParaRPr sz="3200">
                    <a:cs typeface="+mn-ea"/>
                    <a:sym typeface="+mn-lt"/>
                  </a:endParaRPr>
                </a:p>
              </p:txBody>
            </p:sp>
            <p:sp>
              <p:nvSpPr>
                <p:cNvPr id="228" name="îsḻiḋê">
                  <a:extLst>
                    <a:ext uri="{FF2B5EF4-FFF2-40B4-BE49-F238E27FC236}">
                      <a16:creationId xmlns:a16="http://schemas.microsoft.com/office/drawing/2014/main" id="{04FA79C1-4E87-486B-A925-B4E3D25901CE}"/>
                    </a:ext>
                  </a:extLst>
                </p:cNvPr>
                <p:cNvSpPr/>
                <p:nvPr/>
              </p:nvSpPr>
              <p:spPr bwMode="auto">
                <a:xfrm>
                  <a:off x="4601092" y="4403430"/>
                  <a:ext cx="101709" cy="71074"/>
                </a:xfrm>
                <a:custGeom>
                  <a:avLst/>
                  <a:gdLst>
                    <a:gd name="T0" fmla="*/ 8 w 23"/>
                    <a:gd name="T1" fmla="*/ 6 h 16"/>
                    <a:gd name="T2" fmla="*/ 5 w 23"/>
                    <a:gd name="T3" fmla="*/ 11 h 16"/>
                    <a:gd name="T4" fmla="*/ 0 w 23"/>
                    <a:gd name="T5" fmla="*/ 16 h 16"/>
                    <a:gd name="T6" fmla="*/ 8 w 23"/>
                    <a:gd name="T7" fmla="*/ 13 h 16"/>
                    <a:gd name="T8" fmla="*/ 15 w 23"/>
                    <a:gd name="T9" fmla="*/ 5 h 16"/>
                    <a:gd name="T10" fmla="*/ 20 w 23"/>
                    <a:gd name="T11" fmla="*/ 1 h 16"/>
                    <a:gd name="T12" fmla="*/ 23 w 23"/>
                    <a:gd name="T13" fmla="*/ 0 h 16"/>
                    <a:gd name="T14" fmla="*/ 14 w 23"/>
                    <a:gd name="T15" fmla="*/ 1 h 16"/>
                    <a:gd name="T16" fmla="*/ 8 w 23"/>
                    <a:gd name="T17" fmla="*/ 6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 h="16">
                      <a:moveTo>
                        <a:pt x="8" y="6"/>
                      </a:moveTo>
                      <a:cubicBezTo>
                        <a:pt x="6" y="8"/>
                        <a:pt x="6" y="9"/>
                        <a:pt x="5" y="11"/>
                      </a:cubicBezTo>
                      <a:cubicBezTo>
                        <a:pt x="4" y="13"/>
                        <a:pt x="2" y="15"/>
                        <a:pt x="0" y="16"/>
                      </a:cubicBezTo>
                      <a:cubicBezTo>
                        <a:pt x="3" y="16"/>
                        <a:pt x="6" y="15"/>
                        <a:pt x="8" y="13"/>
                      </a:cubicBezTo>
                      <a:cubicBezTo>
                        <a:pt x="11" y="11"/>
                        <a:pt x="13" y="7"/>
                        <a:pt x="15" y="5"/>
                      </a:cubicBezTo>
                      <a:cubicBezTo>
                        <a:pt x="17" y="3"/>
                        <a:pt x="18" y="2"/>
                        <a:pt x="20" y="1"/>
                      </a:cubicBezTo>
                      <a:cubicBezTo>
                        <a:pt x="21" y="1"/>
                        <a:pt x="22" y="0"/>
                        <a:pt x="23" y="0"/>
                      </a:cubicBezTo>
                      <a:cubicBezTo>
                        <a:pt x="20" y="0"/>
                        <a:pt x="17" y="0"/>
                        <a:pt x="14" y="1"/>
                      </a:cubicBezTo>
                      <a:cubicBezTo>
                        <a:pt x="11" y="2"/>
                        <a:pt x="9" y="4"/>
                        <a:pt x="8" y="6"/>
                      </a:cubicBezTo>
                      <a:close/>
                    </a:path>
                  </a:pathLst>
                </a:custGeom>
                <a:grpFill/>
                <a:ln>
                  <a:noFill/>
                </a:ln>
                <a:extLst>
                  <a:ext uri="{91240B29-F687-4f45-9708-019B960494DF}">
                    <a14:hiddenLine xmlns="" xmlns:lc="http://schemas.openxmlformats.org/drawingml/2006/lockedCanvas" xmlns:a14="http://schemas.microsoft.com/office/drawing/2010/main" xmlns:p14="http://schemas.microsoft.com/office/powerpoint/2010/main" xmlns:a16="http://schemas.microsoft.com/office/drawing/2014/main" w="9525">
                      <a:solidFill>
                        <a:srgbClr val="000000"/>
                      </a:solidFill>
                      <a:round/>
                      <a:headEnd/>
                      <a:tailEnd/>
                    </a14:hiddenLine>
                  </a:ext>
                </a:extLst>
              </p:spPr>
              <p:txBody>
                <a:bodyPr anchor="ctr"/>
                <a:lstStyle/>
                <a:p>
                  <a:pPr algn="ctr">
                    <a:lnSpc>
                      <a:spcPct val="120000"/>
                    </a:lnSpc>
                  </a:pPr>
                  <a:endParaRPr sz="3200">
                    <a:cs typeface="+mn-ea"/>
                    <a:sym typeface="+mn-lt"/>
                  </a:endParaRPr>
                </a:p>
              </p:txBody>
            </p:sp>
            <p:sp>
              <p:nvSpPr>
                <p:cNvPr id="229" name="ïŝḻîḓé">
                  <a:extLst>
                    <a:ext uri="{FF2B5EF4-FFF2-40B4-BE49-F238E27FC236}">
                      <a16:creationId xmlns:a16="http://schemas.microsoft.com/office/drawing/2014/main" id="{01D9C56E-D599-47FF-9BCA-AE45CAF62AAF}"/>
                    </a:ext>
                  </a:extLst>
                </p:cNvPr>
                <p:cNvSpPr/>
                <p:nvPr/>
              </p:nvSpPr>
              <p:spPr bwMode="auto">
                <a:xfrm>
                  <a:off x="4609670" y="4403430"/>
                  <a:ext cx="132345" cy="93131"/>
                </a:xfrm>
                <a:custGeom>
                  <a:avLst/>
                  <a:gdLst>
                    <a:gd name="T0" fmla="*/ 28 w 30"/>
                    <a:gd name="T1" fmla="*/ 2 h 21"/>
                    <a:gd name="T2" fmla="*/ 30 w 30"/>
                    <a:gd name="T3" fmla="*/ 1 h 21"/>
                    <a:gd name="T4" fmla="*/ 19 w 30"/>
                    <a:gd name="T5" fmla="*/ 2 h 21"/>
                    <a:gd name="T6" fmla="*/ 12 w 30"/>
                    <a:gd name="T7" fmla="*/ 9 h 21"/>
                    <a:gd name="T8" fmla="*/ 6 w 30"/>
                    <a:gd name="T9" fmla="*/ 15 h 21"/>
                    <a:gd name="T10" fmla="*/ 0 w 30"/>
                    <a:gd name="T11" fmla="*/ 18 h 21"/>
                    <a:gd name="T12" fmla="*/ 16 w 30"/>
                    <a:gd name="T13" fmla="*/ 17 h 21"/>
                    <a:gd name="T14" fmla="*/ 25 w 30"/>
                    <a:gd name="T15" fmla="*/ 6 h 21"/>
                    <a:gd name="T16" fmla="*/ 28 w 30"/>
                    <a:gd name="T17" fmla="*/ 2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 h="21">
                      <a:moveTo>
                        <a:pt x="28" y="2"/>
                      </a:moveTo>
                      <a:cubicBezTo>
                        <a:pt x="29" y="2"/>
                        <a:pt x="30" y="1"/>
                        <a:pt x="30" y="1"/>
                      </a:cubicBezTo>
                      <a:cubicBezTo>
                        <a:pt x="26" y="0"/>
                        <a:pt x="23" y="1"/>
                        <a:pt x="19" y="2"/>
                      </a:cubicBezTo>
                      <a:cubicBezTo>
                        <a:pt x="16" y="4"/>
                        <a:pt x="14" y="6"/>
                        <a:pt x="12" y="9"/>
                      </a:cubicBezTo>
                      <a:cubicBezTo>
                        <a:pt x="10" y="11"/>
                        <a:pt x="9" y="14"/>
                        <a:pt x="6" y="15"/>
                      </a:cubicBezTo>
                      <a:cubicBezTo>
                        <a:pt x="5" y="16"/>
                        <a:pt x="2" y="17"/>
                        <a:pt x="0" y="18"/>
                      </a:cubicBezTo>
                      <a:cubicBezTo>
                        <a:pt x="5" y="21"/>
                        <a:pt x="11" y="21"/>
                        <a:pt x="16" y="17"/>
                      </a:cubicBezTo>
                      <a:cubicBezTo>
                        <a:pt x="21" y="15"/>
                        <a:pt x="23" y="10"/>
                        <a:pt x="25" y="6"/>
                      </a:cubicBezTo>
                      <a:cubicBezTo>
                        <a:pt x="26" y="4"/>
                        <a:pt x="27" y="3"/>
                        <a:pt x="28" y="2"/>
                      </a:cubicBezTo>
                      <a:close/>
                    </a:path>
                  </a:pathLst>
                </a:custGeom>
                <a:grpFill/>
                <a:ln>
                  <a:noFill/>
                </a:ln>
                <a:extLst>
                  <a:ext uri="{91240B29-F687-4f45-9708-019B960494DF}">
                    <a14:hiddenLine xmlns="" xmlns:lc="http://schemas.openxmlformats.org/drawingml/2006/lockedCanvas" xmlns:a14="http://schemas.microsoft.com/office/drawing/2010/main" xmlns:p14="http://schemas.microsoft.com/office/powerpoint/2010/main" xmlns:a16="http://schemas.microsoft.com/office/drawing/2014/main" w="9525">
                      <a:solidFill>
                        <a:srgbClr val="000000"/>
                      </a:solidFill>
                      <a:round/>
                      <a:headEnd/>
                      <a:tailEnd/>
                    </a14:hiddenLine>
                  </a:ext>
                </a:extLst>
              </p:spPr>
              <p:txBody>
                <a:bodyPr anchor="ctr"/>
                <a:lstStyle/>
                <a:p>
                  <a:pPr algn="ctr">
                    <a:lnSpc>
                      <a:spcPct val="120000"/>
                    </a:lnSpc>
                  </a:pPr>
                  <a:endParaRPr sz="3200">
                    <a:cs typeface="+mn-ea"/>
                    <a:sym typeface="+mn-lt"/>
                  </a:endParaRPr>
                </a:p>
              </p:txBody>
            </p:sp>
            <p:sp>
              <p:nvSpPr>
                <p:cNvPr id="230" name="îṡlïḋè">
                  <a:extLst>
                    <a:ext uri="{FF2B5EF4-FFF2-40B4-BE49-F238E27FC236}">
                      <a16:creationId xmlns:a16="http://schemas.microsoft.com/office/drawing/2014/main" id="{A1D65498-59D5-4D1E-87D2-6504F751049C}"/>
                    </a:ext>
                  </a:extLst>
                </p:cNvPr>
                <p:cNvSpPr/>
                <p:nvPr/>
              </p:nvSpPr>
              <p:spPr bwMode="auto">
                <a:xfrm>
                  <a:off x="4472424" y="4491660"/>
                  <a:ext cx="115189" cy="84553"/>
                </a:xfrm>
                <a:custGeom>
                  <a:avLst/>
                  <a:gdLst>
                    <a:gd name="T0" fmla="*/ 9 w 26"/>
                    <a:gd name="T1" fmla="*/ 5 h 19"/>
                    <a:gd name="T2" fmla="*/ 17 w 26"/>
                    <a:gd name="T3" fmla="*/ 15 h 19"/>
                    <a:gd name="T4" fmla="*/ 26 w 26"/>
                    <a:gd name="T5" fmla="*/ 19 h 19"/>
                    <a:gd name="T6" fmla="*/ 21 w 26"/>
                    <a:gd name="T7" fmla="*/ 12 h 19"/>
                    <a:gd name="T8" fmla="*/ 18 w 26"/>
                    <a:gd name="T9" fmla="*/ 7 h 19"/>
                    <a:gd name="T10" fmla="*/ 11 w 26"/>
                    <a:gd name="T11" fmla="*/ 1 h 19"/>
                    <a:gd name="T12" fmla="*/ 0 w 26"/>
                    <a:gd name="T13" fmla="*/ 0 h 19"/>
                    <a:gd name="T14" fmla="*/ 3 w 26"/>
                    <a:gd name="T15" fmla="*/ 1 h 19"/>
                    <a:gd name="T16" fmla="*/ 9 w 26"/>
                    <a:gd name="T17" fmla="*/ 5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 h="19">
                      <a:moveTo>
                        <a:pt x="9" y="5"/>
                      </a:moveTo>
                      <a:cubicBezTo>
                        <a:pt x="12" y="9"/>
                        <a:pt x="14" y="12"/>
                        <a:pt x="17" y="15"/>
                      </a:cubicBezTo>
                      <a:cubicBezTo>
                        <a:pt x="20" y="17"/>
                        <a:pt x="23" y="19"/>
                        <a:pt x="26" y="19"/>
                      </a:cubicBezTo>
                      <a:cubicBezTo>
                        <a:pt x="24" y="18"/>
                        <a:pt x="22" y="15"/>
                        <a:pt x="21" y="12"/>
                      </a:cubicBezTo>
                      <a:cubicBezTo>
                        <a:pt x="20" y="11"/>
                        <a:pt x="19" y="9"/>
                        <a:pt x="18" y="7"/>
                      </a:cubicBezTo>
                      <a:cubicBezTo>
                        <a:pt x="16" y="4"/>
                        <a:pt x="14" y="2"/>
                        <a:pt x="11" y="1"/>
                      </a:cubicBezTo>
                      <a:cubicBezTo>
                        <a:pt x="7" y="0"/>
                        <a:pt x="3" y="0"/>
                        <a:pt x="0" y="0"/>
                      </a:cubicBezTo>
                      <a:cubicBezTo>
                        <a:pt x="1" y="0"/>
                        <a:pt x="2" y="1"/>
                        <a:pt x="3" y="1"/>
                      </a:cubicBezTo>
                      <a:cubicBezTo>
                        <a:pt x="5" y="2"/>
                        <a:pt x="7" y="4"/>
                        <a:pt x="9" y="5"/>
                      </a:cubicBezTo>
                      <a:close/>
                    </a:path>
                  </a:pathLst>
                </a:custGeom>
                <a:grpFill/>
                <a:ln>
                  <a:noFill/>
                </a:ln>
                <a:extLst>
                  <a:ext uri="{91240B29-F687-4f45-9708-019B960494DF}">
                    <a14:hiddenLine xmlns="" xmlns:lc="http://schemas.openxmlformats.org/drawingml/2006/lockedCanvas" xmlns:a14="http://schemas.microsoft.com/office/drawing/2010/main" xmlns:p14="http://schemas.microsoft.com/office/powerpoint/2010/main" xmlns:a16="http://schemas.microsoft.com/office/drawing/2014/main" w="9525">
                      <a:solidFill>
                        <a:srgbClr val="000000"/>
                      </a:solidFill>
                      <a:round/>
                      <a:headEnd/>
                      <a:tailEnd/>
                    </a14:hiddenLine>
                  </a:ext>
                </a:extLst>
              </p:spPr>
              <p:txBody>
                <a:bodyPr anchor="ctr"/>
                <a:lstStyle/>
                <a:p>
                  <a:pPr algn="ctr">
                    <a:lnSpc>
                      <a:spcPct val="120000"/>
                    </a:lnSpc>
                  </a:pPr>
                  <a:endParaRPr sz="3200">
                    <a:cs typeface="+mn-ea"/>
                    <a:sym typeface="+mn-lt"/>
                  </a:endParaRPr>
                </a:p>
              </p:txBody>
            </p:sp>
            <p:sp>
              <p:nvSpPr>
                <p:cNvPr id="231" name="îṥḻïḓè">
                  <a:extLst>
                    <a:ext uri="{FF2B5EF4-FFF2-40B4-BE49-F238E27FC236}">
                      <a16:creationId xmlns:a16="http://schemas.microsoft.com/office/drawing/2014/main" id="{7F1B00E7-AD1E-4D5B-AD9E-515763FC59A6}"/>
                    </a:ext>
                  </a:extLst>
                </p:cNvPr>
                <p:cNvSpPr/>
                <p:nvPr/>
              </p:nvSpPr>
              <p:spPr bwMode="auto">
                <a:xfrm>
                  <a:off x="4424633" y="4491660"/>
                  <a:ext cx="154402" cy="106611"/>
                </a:xfrm>
                <a:custGeom>
                  <a:avLst/>
                  <a:gdLst>
                    <a:gd name="T0" fmla="*/ 6 w 35"/>
                    <a:gd name="T1" fmla="*/ 6 h 24"/>
                    <a:gd name="T2" fmla="*/ 16 w 35"/>
                    <a:gd name="T3" fmla="*/ 20 h 24"/>
                    <a:gd name="T4" fmla="*/ 35 w 35"/>
                    <a:gd name="T5" fmla="*/ 20 h 24"/>
                    <a:gd name="T6" fmla="*/ 28 w 35"/>
                    <a:gd name="T7" fmla="*/ 17 h 24"/>
                    <a:gd name="T8" fmla="*/ 21 w 35"/>
                    <a:gd name="T9" fmla="*/ 11 h 24"/>
                    <a:gd name="T10" fmla="*/ 13 w 35"/>
                    <a:gd name="T11" fmla="*/ 3 h 24"/>
                    <a:gd name="T12" fmla="*/ 0 w 35"/>
                    <a:gd name="T13" fmla="*/ 1 h 24"/>
                    <a:gd name="T14" fmla="*/ 2 w 35"/>
                    <a:gd name="T15" fmla="*/ 2 h 24"/>
                    <a:gd name="T16" fmla="*/ 6 w 35"/>
                    <a:gd name="T17" fmla="*/ 6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 h="24">
                      <a:moveTo>
                        <a:pt x="6" y="6"/>
                      </a:moveTo>
                      <a:cubicBezTo>
                        <a:pt x="9" y="12"/>
                        <a:pt x="11" y="17"/>
                        <a:pt x="16" y="20"/>
                      </a:cubicBezTo>
                      <a:cubicBezTo>
                        <a:pt x="22" y="24"/>
                        <a:pt x="30" y="24"/>
                        <a:pt x="35" y="20"/>
                      </a:cubicBezTo>
                      <a:cubicBezTo>
                        <a:pt x="33" y="20"/>
                        <a:pt x="30" y="19"/>
                        <a:pt x="28" y="17"/>
                      </a:cubicBezTo>
                      <a:cubicBezTo>
                        <a:pt x="25" y="16"/>
                        <a:pt x="23" y="13"/>
                        <a:pt x="21" y="11"/>
                      </a:cubicBezTo>
                      <a:cubicBezTo>
                        <a:pt x="19" y="7"/>
                        <a:pt x="16" y="5"/>
                        <a:pt x="13" y="3"/>
                      </a:cubicBezTo>
                      <a:cubicBezTo>
                        <a:pt x="9" y="1"/>
                        <a:pt x="4" y="0"/>
                        <a:pt x="0" y="1"/>
                      </a:cubicBezTo>
                      <a:cubicBezTo>
                        <a:pt x="1" y="1"/>
                        <a:pt x="2" y="2"/>
                        <a:pt x="2" y="2"/>
                      </a:cubicBezTo>
                      <a:cubicBezTo>
                        <a:pt x="4" y="3"/>
                        <a:pt x="5" y="5"/>
                        <a:pt x="6" y="6"/>
                      </a:cubicBezTo>
                      <a:close/>
                    </a:path>
                  </a:pathLst>
                </a:custGeom>
                <a:grpFill/>
                <a:ln>
                  <a:noFill/>
                </a:ln>
                <a:extLst>
                  <a:ext uri="{91240B29-F687-4f45-9708-019B960494DF}">
                    <a14:hiddenLine xmlns="" xmlns:lc="http://schemas.openxmlformats.org/drawingml/2006/lockedCanvas" xmlns:a14="http://schemas.microsoft.com/office/drawing/2010/main" xmlns:p14="http://schemas.microsoft.com/office/powerpoint/2010/main" xmlns:a16="http://schemas.microsoft.com/office/drawing/2014/main" w="9525">
                      <a:solidFill>
                        <a:srgbClr val="000000"/>
                      </a:solidFill>
                      <a:round/>
                      <a:headEnd/>
                      <a:tailEnd/>
                    </a14:hiddenLine>
                  </a:ext>
                </a:extLst>
              </p:spPr>
              <p:txBody>
                <a:bodyPr anchor="ctr"/>
                <a:lstStyle/>
                <a:p>
                  <a:pPr algn="ctr">
                    <a:lnSpc>
                      <a:spcPct val="120000"/>
                    </a:lnSpc>
                  </a:pPr>
                  <a:endParaRPr sz="3200">
                    <a:cs typeface="+mn-ea"/>
                    <a:sym typeface="+mn-lt"/>
                  </a:endParaRPr>
                </a:p>
              </p:txBody>
            </p:sp>
            <p:sp>
              <p:nvSpPr>
                <p:cNvPr id="232" name="íślïḑé">
                  <a:extLst>
                    <a:ext uri="{FF2B5EF4-FFF2-40B4-BE49-F238E27FC236}">
                      <a16:creationId xmlns:a16="http://schemas.microsoft.com/office/drawing/2014/main" id="{E9D073E0-208B-4657-95A7-6F58DD493DFE}"/>
                    </a:ext>
                  </a:extLst>
                </p:cNvPr>
                <p:cNvSpPr/>
                <p:nvPr/>
              </p:nvSpPr>
              <p:spPr bwMode="auto">
                <a:xfrm>
                  <a:off x="4485903" y="4403430"/>
                  <a:ext cx="101709" cy="71074"/>
                </a:xfrm>
                <a:custGeom>
                  <a:avLst/>
                  <a:gdLst>
                    <a:gd name="T0" fmla="*/ 10 w 23"/>
                    <a:gd name="T1" fmla="*/ 1 h 16"/>
                    <a:gd name="T2" fmla="*/ 0 w 23"/>
                    <a:gd name="T3" fmla="*/ 0 h 16"/>
                    <a:gd name="T4" fmla="*/ 3 w 23"/>
                    <a:gd name="T5" fmla="*/ 1 h 16"/>
                    <a:gd name="T6" fmla="*/ 8 w 23"/>
                    <a:gd name="T7" fmla="*/ 5 h 16"/>
                    <a:gd name="T8" fmla="*/ 15 w 23"/>
                    <a:gd name="T9" fmla="*/ 13 h 16"/>
                    <a:gd name="T10" fmla="*/ 23 w 23"/>
                    <a:gd name="T11" fmla="*/ 16 h 16"/>
                    <a:gd name="T12" fmla="*/ 19 w 23"/>
                    <a:gd name="T13" fmla="*/ 11 h 16"/>
                    <a:gd name="T14" fmla="*/ 16 w 23"/>
                    <a:gd name="T15" fmla="*/ 6 h 16"/>
                    <a:gd name="T16" fmla="*/ 10 w 23"/>
                    <a:gd name="T17" fmla="*/ 1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 h="16">
                      <a:moveTo>
                        <a:pt x="10" y="1"/>
                      </a:moveTo>
                      <a:cubicBezTo>
                        <a:pt x="7" y="0"/>
                        <a:pt x="3" y="0"/>
                        <a:pt x="0" y="0"/>
                      </a:cubicBezTo>
                      <a:cubicBezTo>
                        <a:pt x="1" y="0"/>
                        <a:pt x="2" y="1"/>
                        <a:pt x="3" y="1"/>
                      </a:cubicBezTo>
                      <a:cubicBezTo>
                        <a:pt x="5" y="2"/>
                        <a:pt x="7" y="3"/>
                        <a:pt x="8" y="5"/>
                      </a:cubicBezTo>
                      <a:cubicBezTo>
                        <a:pt x="11" y="7"/>
                        <a:pt x="13" y="11"/>
                        <a:pt x="15" y="13"/>
                      </a:cubicBezTo>
                      <a:cubicBezTo>
                        <a:pt x="18" y="15"/>
                        <a:pt x="20" y="16"/>
                        <a:pt x="23" y="16"/>
                      </a:cubicBezTo>
                      <a:cubicBezTo>
                        <a:pt x="21" y="15"/>
                        <a:pt x="20" y="13"/>
                        <a:pt x="19" y="11"/>
                      </a:cubicBezTo>
                      <a:cubicBezTo>
                        <a:pt x="18" y="9"/>
                        <a:pt x="17" y="8"/>
                        <a:pt x="16" y="6"/>
                      </a:cubicBezTo>
                      <a:cubicBezTo>
                        <a:pt x="14" y="4"/>
                        <a:pt x="12" y="2"/>
                        <a:pt x="10" y="1"/>
                      </a:cubicBezTo>
                      <a:close/>
                    </a:path>
                  </a:pathLst>
                </a:custGeom>
                <a:grpFill/>
                <a:ln>
                  <a:noFill/>
                </a:ln>
                <a:extLst>
                  <a:ext uri="{91240B29-F687-4f45-9708-019B960494DF}">
                    <a14:hiddenLine xmlns="" xmlns:lc="http://schemas.openxmlformats.org/drawingml/2006/lockedCanvas" xmlns:a14="http://schemas.microsoft.com/office/drawing/2010/main" xmlns:p14="http://schemas.microsoft.com/office/powerpoint/2010/main" xmlns:a16="http://schemas.microsoft.com/office/drawing/2014/main" w="9525">
                      <a:solidFill>
                        <a:srgbClr val="000000"/>
                      </a:solidFill>
                      <a:round/>
                      <a:headEnd/>
                      <a:tailEnd/>
                    </a14:hiddenLine>
                  </a:ext>
                </a:extLst>
              </p:spPr>
              <p:txBody>
                <a:bodyPr anchor="ctr"/>
                <a:lstStyle/>
                <a:p>
                  <a:pPr algn="ctr">
                    <a:lnSpc>
                      <a:spcPct val="120000"/>
                    </a:lnSpc>
                  </a:pPr>
                  <a:endParaRPr sz="3200">
                    <a:cs typeface="+mn-ea"/>
                    <a:sym typeface="+mn-lt"/>
                  </a:endParaRPr>
                </a:p>
              </p:txBody>
            </p:sp>
            <p:sp>
              <p:nvSpPr>
                <p:cNvPr id="233" name="iślîḍè">
                  <a:extLst>
                    <a:ext uri="{FF2B5EF4-FFF2-40B4-BE49-F238E27FC236}">
                      <a16:creationId xmlns:a16="http://schemas.microsoft.com/office/drawing/2014/main" id="{BA8CB53D-0E92-4376-97D4-43D56B192079}"/>
                    </a:ext>
                  </a:extLst>
                </p:cNvPr>
                <p:cNvSpPr/>
                <p:nvPr/>
              </p:nvSpPr>
              <p:spPr bwMode="auto">
                <a:xfrm>
                  <a:off x="4446690" y="4403430"/>
                  <a:ext cx="132345" cy="93131"/>
                </a:xfrm>
                <a:custGeom>
                  <a:avLst/>
                  <a:gdLst>
                    <a:gd name="T0" fmla="*/ 0 w 30"/>
                    <a:gd name="T1" fmla="*/ 1 h 21"/>
                    <a:gd name="T2" fmla="*/ 2 w 30"/>
                    <a:gd name="T3" fmla="*/ 2 h 21"/>
                    <a:gd name="T4" fmla="*/ 5 w 30"/>
                    <a:gd name="T5" fmla="*/ 6 h 21"/>
                    <a:gd name="T6" fmla="*/ 14 w 30"/>
                    <a:gd name="T7" fmla="*/ 17 h 21"/>
                    <a:gd name="T8" fmla="*/ 30 w 30"/>
                    <a:gd name="T9" fmla="*/ 18 h 21"/>
                    <a:gd name="T10" fmla="*/ 24 w 30"/>
                    <a:gd name="T11" fmla="*/ 15 h 21"/>
                    <a:gd name="T12" fmla="*/ 18 w 30"/>
                    <a:gd name="T13" fmla="*/ 9 h 21"/>
                    <a:gd name="T14" fmla="*/ 11 w 30"/>
                    <a:gd name="T15" fmla="*/ 2 h 21"/>
                    <a:gd name="T16" fmla="*/ 0 w 30"/>
                    <a:gd name="T17" fmla="*/ 1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 h="21">
                      <a:moveTo>
                        <a:pt x="0" y="1"/>
                      </a:moveTo>
                      <a:cubicBezTo>
                        <a:pt x="1" y="1"/>
                        <a:pt x="2" y="2"/>
                        <a:pt x="2" y="2"/>
                      </a:cubicBezTo>
                      <a:cubicBezTo>
                        <a:pt x="3" y="3"/>
                        <a:pt x="4" y="4"/>
                        <a:pt x="5" y="6"/>
                      </a:cubicBezTo>
                      <a:cubicBezTo>
                        <a:pt x="8" y="10"/>
                        <a:pt x="9" y="15"/>
                        <a:pt x="14" y="17"/>
                      </a:cubicBezTo>
                      <a:cubicBezTo>
                        <a:pt x="19" y="21"/>
                        <a:pt x="25" y="21"/>
                        <a:pt x="30" y="18"/>
                      </a:cubicBezTo>
                      <a:cubicBezTo>
                        <a:pt x="28" y="17"/>
                        <a:pt x="26" y="16"/>
                        <a:pt x="24" y="15"/>
                      </a:cubicBezTo>
                      <a:cubicBezTo>
                        <a:pt x="22" y="14"/>
                        <a:pt x="20" y="11"/>
                        <a:pt x="18" y="9"/>
                      </a:cubicBezTo>
                      <a:cubicBezTo>
                        <a:pt x="16" y="6"/>
                        <a:pt x="14" y="4"/>
                        <a:pt x="11" y="2"/>
                      </a:cubicBezTo>
                      <a:cubicBezTo>
                        <a:pt x="8" y="1"/>
                        <a:pt x="4" y="0"/>
                        <a:pt x="0" y="1"/>
                      </a:cubicBezTo>
                      <a:close/>
                    </a:path>
                  </a:pathLst>
                </a:custGeom>
                <a:grpFill/>
                <a:ln>
                  <a:noFill/>
                </a:ln>
                <a:extLst>
                  <a:ext uri="{91240B29-F687-4f45-9708-019B960494DF}">
                    <a14:hiddenLine xmlns="" xmlns:lc="http://schemas.openxmlformats.org/drawingml/2006/lockedCanvas" xmlns:a14="http://schemas.microsoft.com/office/drawing/2010/main" xmlns:p14="http://schemas.microsoft.com/office/powerpoint/2010/main" xmlns:a16="http://schemas.microsoft.com/office/drawing/2014/main" w="9525">
                      <a:solidFill>
                        <a:srgbClr val="000000"/>
                      </a:solidFill>
                      <a:round/>
                      <a:headEnd/>
                      <a:tailEnd/>
                    </a14:hiddenLine>
                  </a:ext>
                </a:extLst>
              </p:spPr>
              <p:txBody>
                <a:bodyPr anchor="ctr"/>
                <a:lstStyle/>
                <a:p>
                  <a:pPr algn="ctr">
                    <a:lnSpc>
                      <a:spcPct val="120000"/>
                    </a:lnSpc>
                  </a:pPr>
                  <a:endParaRPr sz="3200">
                    <a:cs typeface="+mn-ea"/>
                    <a:sym typeface="+mn-lt"/>
                  </a:endParaRPr>
                </a:p>
              </p:txBody>
            </p:sp>
            <p:sp>
              <p:nvSpPr>
                <p:cNvPr id="234" name="îṧlîḓè">
                  <a:extLst>
                    <a:ext uri="{FF2B5EF4-FFF2-40B4-BE49-F238E27FC236}">
                      <a16:creationId xmlns:a16="http://schemas.microsoft.com/office/drawing/2014/main" id="{FE107FB0-3425-4FBB-8A3E-DA870D9A5EA1}"/>
                    </a:ext>
                  </a:extLst>
                </p:cNvPr>
                <p:cNvSpPr/>
                <p:nvPr/>
              </p:nvSpPr>
              <p:spPr bwMode="auto">
                <a:xfrm>
                  <a:off x="4592514" y="4342160"/>
                  <a:ext cx="56369" cy="113963"/>
                </a:xfrm>
                <a:custGeom>
                  <a:avLst/>
                  <a:gdLst>
                    <a:gd name="T0" fmla="*/ 9 w 13"/>
                    <a:gd name="T1" fmla="*/ 8 h 26"/>
                    <a:gd name="T2" fmla="*/ 2 w 13"/>
                    <a:gd name="T3" fmla="*/ 17 h 26"/>
                    <a:gd name="T4" fmla="*/ 1 w 13"/>
                    <a:gd name="T5" fmla="*/ 26 h 26"/>
                    <a:gd name="T6" fmla="*/ 5 w 13"/>
                    <a:gd name="T7" fmla="*/ 20 h 26"/>
                    <a:gd name="T8" fmla="*/ 9 w 13"/>
                    <a:gd name="T9" fmla="*/ 16 h 26"/>
                    <a:gd name="T10" fmla="*/ 12 w 13"/>
                    <a:gd name="T11" fmla="*/ 9 h 26"/>
                    <a:gd name="T12" fmla="*/ 11 w 13"/>
                    <a:gd name="T13" fmla="*/ 0 h 26"/>
                    <a:gd name="T14" fmla="*/ 11 w 13"/>
                    <a:gd name="T15" fmla="*/ 3 h 26"/>
                    <a:gd name="T16" fmla="*/ 9 w 13"/>
                    <a:gd name="T17" fmla="*/ 8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26">
                      <a:moveTo>
                        <a:pt x="9" y="8"/>
                      </a:moveTo>
                      <a:cubicBezTo>
                        <a:pt x="6" y="11"/>
                        <a:pt x="4" y="14"/>
                        <a:pt x="2" y="17"/>
                      </a:cubicBezTo>
                      <a:cubicBezTo>
                        <a:pt x="1" y="20"/>
                        <a:pt x="0" y="23"/>
                        <a:pt x="1" y="26"/>
                      </a:cubicBezTo>
                      <a:cubicBezTo>
                        <a:pt x="1" y="23"/>
                        <a:pt x="3" y="21"/>
                        <a:pt x="5" y="20"/>
                      </a:cubicBezTo>
                      <a:cubicBezTo>
                        <a:pt x="6" y="19"/>
                        <a:pt x="8" y="18"/>
                        <a:pt x="9" y="16"/>
                      </a:cubicBezTo>
                      <a:cubicBezTo>
                        <a:pt x="11" y="14"/>
                        <a:pt x="12" y="12"/>
                        <a:pt x="12" y="9"/>
                      </a:cubicBezTo>
                      <a:cubicBezTo>
                        <a:pt x="13" y="6"/>
                        <a:pt x="12" y="3"/>
                        <a:pt x="11" y="0"/>
                      </a:cubicBezTo>
                      <a:cubicBezTo>
                        <a:pt x="11" y="0"/>
                        <a:pt x="11" y="2"/>
                        <a:pt x="11" y="3"/>
                      </a:cubicBezTo>
                      <a:cubicBezTo>
                        <a:pt x="10" y="5"/>
                        <a:pt x="10" y="7"/>
                        <a:pt x="9" y="8"/>
                      </a:cubicBezTo>
                      <a:close/>
                    </a:path>
                  </a:pathLst>
                </a:custGeom>
                <a:grpFill/>
                <a:ln>
                  <a:noFill/>
                </a:ln>
                <a:extLst>
                  <a:ext uri="{91240B29-F687-4f45-9708-019B960494DF}">
                    <a14:hiddenLine xmlns="" xmlns:lc="http://schemas.openxmlformats.org/drawingml/2006/lockedCanvas" xmlns:a14="http://schemas.microsoft.com/office/drawing/2010/main" xmlns:p14="http://schemas.microsoft.com/office/powerpoint/2010/main" xmlns:a16="http://schemas.microsoft.com/office/drawing/2014/main" w="9525">
                      <a:solidFill>
                        <a:srgbClr val="000000"/>
                      </a:solidFill>
                      <a:round/>
                      <a:headEnd/>
                      <a:tailEnd/>
                    </a14:hiddenLine>
                  </a:ext>
                </a:extLst>
              </p:spPr>
              <p:txBody>
                <a:bodyPr anchor="ctr"/>
                <a:lstStyle/>
                <a:p>
                  <a:pPr algn="ctr">
                    <a:lnSpc>
                      <a:spcPct val="120000"/>
                    </a:lnSpc>
                  </a:pPr>
                  <a:endParaRPr sz="3200">
                    <a:cs typeface="+mn-ea"/>
                    <a:sym typeface="+mn-lt"/>
                  </a:endParaRPr>
                </a:p>
              </p:txBody>
            </p:sp>
            <p:sp>
              <p:nvSpPr>
                <p:cNvPr id="235" name="iṧļîdé">
                  <a:extLst>
                    <a:ext uri="{FF2B5EF4-FFF2-40B4-BE49-F238E27FC236}">
                      <a16:creationId xmlns:a16="http://schemas.microsoft.com/office/drawing/2014/main" id="{8D61ED13-B63D-475C-AE20-25F95ADFC8C8}"/>
                    </a:ext>
                  </a:extLst>
                </p:cNvPr>
                <p:cNvSpPr/>
                <p:nvPr/>
              </p:nvSpPr>
              <p:spPr bwMode="auto">
                <a:xfrm>
                  <a:off x="4560653" y="4301721"/>
                  <a:ext cx="75976" cy="145824"/>
                </a:xfrm>
                <a:custGeom>
                  <a:avLst/>
                  <a:gdLst>
                    <a:gd name="T0" fmla="*/ 6 w 17"/>
                    <a:gd name="T1" fmla="*/ 33 h 33"/>
                    <a:gd name="T2" fmla="*/ 7 w 17"/>
                    <a:gd name="T3" fmla="*/ 27 h 33"/>
                    <a:gd name="T4" fmla="*/ 11 w 17"/>
                    <a:gd name="T5" fmla="*/ 20 h 33"/>
                    <a:gd name="T6" fmla="*/ 16 w 17"/>
                    <a:gd name="T7" fmla="*/ 11 h 33"/>
                    <a:gd name="T8" fmla="*/ 16 w 17"/>
                    <a:gd name="T9" fmla="*/ 0 h 33"/>
                    <a:gd name="T10" fmla="*/ 15 w 17"/>
                    <a:gd name="T11" fmla="*/ 2 h 33"/>
                    <a:gd name="T12" fmla="*/ 12 w 17"/>
                    <a:gd name="T13" fmla="*/ 6 h 33"/>
                    <a:gd name="T14" fmla="*/ 2 w 17"/>
                    <a:gd name="T15" fmla="*/ 17 h 33"/>
                    <a:gd name="T16" fmla="*/ 6 w 17"/>
                    <a:gd name="T17"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33">
                      <a:moveTo>
                        <a:pt x="6" y="33"/>
                      </a:moveTo>
                      <a:cubicBezTo>
                        <a:pt x="5" y="31"/>
                        <a:pt x="6" y="29"/>
                        <a:pt x="7" y="27"/>
                      </a:cubicBezTo>
                      <a:cubicBezTo>
                        <a:pt x="8" y="24"/>
                        <a:pt x="9" y="22"/>
                        <a:pt x="11" y="20"/>
                      </a:cubicBezTo>
                      <a:cubicBezTo>
                        <a:pt x="13" y="17"/>
                        <a:pt x="15" y="15"/>
                        <a:pt x="16" y="11"/>
                      </a:cubicBezTo>
                      <a:cubicBezTo>
                        <a:pt x="17" y="8"/>
                        <a:pt x="17" y="4"/>
                        <a:pt x="16" y="0"/>
                      </a:cubicBezTo>
                      <a:cubicBezTo>
                        <a:pt x="16" y="1"/>
                        <a:pt x="15" y="2"/>
                        <a:pt x="15" y="2"/>
                      </a:cubicBezTo>
                      <a:cubicBezTo>
                        <a:pt x="14" y="4"/>
                        <a:pt x="13" y="5"/>
                        <a:pt x="12" y="6"/>
                      </a:cubicBezTo>
                      <a:cubicBezTo>
                        <a:pt x="8" y="10"/>
                        <a:pt x="4" y="12"/>
                        <a:pt x="2" y="17"/>
                      </a:cubicBezTo>
                      <a:cubicBezTo>
                        <a:pt x="0" y="23"/>
                        <a:pt x="1" y="29"/>
                        <a:pt x="6" y="33"/>
                      </a:cubicBezTo>
                      <a:close/>
                    </a:path>
                  </a:pathLst>
                </a:custGeom>
                <a:grpFill/>
                <a:ln>
                  <a:noFill/>
                </a:ln>
                <a:extLst>
                  <a:ext uri="{91240B29-F687-4f45-9708-019B960494DF}">
                    <a14:hiddenLine xmlns="" xmlns:lc="http://schemas.openxmlformats.org/drawingml/2006/lockedCanvas" xmlns:a14="http://schemas.microsoft.com/office/drawing/2010/main" xmlns:p14="http://schemas.microsoft.com/office/powerpoint/2010/main" xmlns:a16="http://schemas.microsoft.com/office/drawing/2014/main" w="9525">
                      <a:solidFill>
                        <a:srgbClr val="000000"/>
                      </a:solidFill>
                      <a:round/>
                      <a:headEnd/>
                      <a:tailEnd/>
                    </a14:hiddenLine>
                  </a:ext>
                </a:extLst>
              </p:spPr>
              <p:txBody>
                <a:bodyPr anchor="ctr"/>
                <a:lstStyle/>
                <a:p>
                  <a:pPr algn="ctr">
                    <a:lnSpc>
                      <a:spcPct val="120000"/>
                    </a:lnSpc>
                  </a:pPr>
                  <a:endParaRPr sz="3200">
                    <a:cs typeface="+mn-ea"/>
                    <a:sym typeface="+mn-lt"/>
                  </a:endParaRPr>
                </a:p>
              </p:txBody>
            </p:sp>
            <p:sp>
              <p:nvSpPr>
                <p:cNvPr id="236" name="ïSļîḓé">
                  <a:extLst>
                    <a:ext uri="{FF2B5EF4-FFF2-40B4-BE49-F238E27FC236}">
                      <a16:creationId xmlns:a16="http://schemas.microsoft.com/office/drawing/2014/main" id="{3CE68AD6-B7BF-4316-8A8D-29637DD547FD}"/>
                    </a:ext>
                  </a:extLst>
                </p:cNvPr>
                <p:cNvSpPr/>
                <p:nvPr/>
              </p:nvSpPr>
              <p:spPr bwMode="auto">
                <a:xfrm>
                  <a:off x="5727246" y="1033545"/>
                  <a:ext cx="140922" cy="140922"/>
                </a:xfrm>
                <a:custGeom>
                  <a:avLst/>
                  <a:gdLst>
                    <a:gd name="T0" fmla="*/ 7 w 32"/>
                    <a:gd name="T1" fmla="*/ 30 h 32"/>
                    <a:gd name="T2" fmla="*/ 16 w 32"/>
                    <a:gd name="T3" fmla="*/ 32 h 32"/>
                    <a:gd name="T4" fmla="*/ 32 w 32"/>
                    <a:gd name="T5" fmla="*/ 16 h 32"/>
                    <a:gd name="T6" fmla="*/ 16 w 32"/>
                    <a:gd name="T7" fmla="*/ 0 h 32"/>
                    <a:gd name="T8" fmla="*/ 0 w 32"/>
                    <a:gd name="T9" fmla="*/ 14 h 32"/>
                    <a:gd name="T10" fmla="*/ 16 w 32"/>
                    <a:gd name="T11" fmla="*/ 14 h 32"/>
                    <a:gd name="T12" fmla="*/ 21 w 32"/>
                    <a:gd name="T13" fmla="*/ 14 h 32"/>
                    <a:gd name="T14" fmla="*/ 18 w 32"/>
                    <a:gd name="T15" fmla="*/ 18 h 32"/>
                    <a:gd name="T16" fmla="*/ 7 w 32"/>
                    <a:gd name="T17" fmla="*/ 3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32">
                      <a:moveTo>
                        <a:pt x="7" y="30"/>
                      </a:moveTo>
                      <a:cubicBezTo>
                        <a:pt x="10" y="31"/>
                        <a:pt x="13" y="32"/>
                        <a:pt x="16" y="32"/>
                      </a:cubicBezTo>
                      <a:cubicBezTo>
                        <a:pt x="25" y="32"/>
                        <a:pt x="32" y="25"/>
                        <a:pt x="32" y="16"/>
                      </a:cubicBezTo>
                      <a:cubicBezTo>
                        <a:pt x="32" y="7"/>
                        <a:pt x="25" y="0"/>
                        <a:pt x="16" y="0"/>
                      </a:cubicBezTo>
                      <a:cubicBezTo>
                        <a:pt x="8" y="0"/>
                        <a:pt x="1" y="6"/>
                        <a:pt x="0" y="14"/>
                      </a:cubicBezTo>
                      <a:cubicBezTo>
                        <a:pt x="16" y="14"/>
                        <a:pt x="16" y="14"/>
                        <a:pt x="16" y="14"/>
                      </a:cubicBezTo>
                      <a:cubicBezTo>
                        <a:pt x="21" y="14"/>
                        <a:pt x="21" y="14"/>
                        <a:pt x="21" y="14"/>
                      </a:cubicBezTo>
                      <a:cubicBezTo>
                        <a:pt x="18" y="18"/>
                        <a:pt x="18" y="18"/>
                        <a:pt x="18" y="18"/>
                      </a:cubicBezTo>
                      <a:lnTo>
                        <a:pt x="7" y="30"/>
                      </a:lnTo>
                      <a:close/>
                    </a:path>
                  </a:pathLst>
                </a:custGeom>
                <a:grpFill/>
                <a:ln>
                  <a:noFill/>
                </a:ln>
                <a:extLst>
                  <a:ext uri="{91240B29-F687-4f45-9708-019B960494DF}">
                    <a14:hiddenLine xmlns="" xmlns:lc="http://schemas.openxmlformats.org/drawingml/2006/lockedCanvas" xmlns:a14="http://schemas.microsoft.com/office/drawing/2010/main" xmlns:p14="http://schemas.microsoft.com/office/powerpoint/2010/main" xmlns:a16="http://schemas.microsoft.com/office/drawing/2014/main" w="9525">
                      <a:solidFill>
                        <a:srgbClr val="000000"/>
                      </a:solidFill>
                      <a:round/>
                      <a:headEnd/>
                      <a:tailEnd/>
                    </a14:hiddenLine>
                  </a:ext>
                </a:extLst>
              </p:spPr>
              <p:txBody>
                <a:bodyPr anchor="ctr"/>
                <a:lstStyle/>
                <a:p>
                  <a:pPr algn="ctr">
                    <a:lnSpc>
                      <a:spcPct val="120000"/>
                    </a:lnSpc>
                  </a:pPr>
                  <a:endParaRPr sz="3200">
                    <a:cs typeface="+mn-ea"/>
                    <a:sym typeface="+mn-lt"/>
                  </a:endParaRPr>
                </a:p>
              </p:txBody>
            </p:sp>
            <p:sp>
              <p:nvSpPr>
                <p:cNvPr id="237" name="ïşľíḓe">
                  <a:extLst>
                    <a:ext uri="{FF2B5EF4-FFF2-40B4-BE49-F238E27FC236}">
                      <a16:creationId xmlns:a16="http://schemas.microsoft.com/office/drawing/2014/main" id="{EB60DDAB-9758-4CB3-9BB1-A4552C8A03B4}"/>
                    </a:ext>
                  </a:extLst>
                </p:cNvPr>
                <p:cNvSpPr/>
                <p:nvPr/>
              </p:nvSpPr>
              <p:spPr bwMode="auto">
                <a:xfrm>
                  <a:off x="5501770" y="1104619"/>
                  <a:ext cx="295324" cy="278169"/>
                </a:xfrm>
                <a:custGeom>
                  <a:avLst/>
                  <a:gdLst>
                    <a:gd name="T0" fmla="*/ 30 w 67"/>
                    <a:gd name="T1" fmla="*/ 34 h 63"/>
                    <a:gd name="T2" fmla="*/ 30 w 67"/>
                    <a:gd name="T3" fmla="*/ 36 h 63"/>
                    <a:gd name="T4" fmla="*/ 30 w 67"/>
                    <a:gd name="T5" fmla="*/ 37 h 63"/>
                    <a:gd name="T6" fmla="*/ 30 w 67"/>
                    <a:gd name="T7" fmla="*/ 58 h 63"/>
                    <a:gd name="T8" fmla="*/ 22 w 67"/>
                    <a:gd name="T9" fmla="*/ 63 h 63"/>
                    <a:gd name="T10" fmla="*/ 44 w 67"/>
                    <a:gd name="T11" fmla="*/ 63 h 63"/>
                    <a:gd name="T12" fmla="*/ 37 w 67"/>
                    <a:gd name="T13" fmla="*/ 58 h 63"/>
                    <a:gd name="T14" fmla="*/ 37 w 67"/>
                    <a:gd name="T15" fmla="*/ 37 h 63"/>
                    <a:gd name="T16" fmla="*/ 37 w 67"/>
                    <a:gd name="T17" fmla="*/ 36 h 63"/>
                    <a:gd name="T18" fmla="*/ 37 w 67"/>
                    <a:gd name="T19" fmla="*/ 34 h 63"/>
                    <a:gd name="T20" fmla="*/ 56 w 67"/>
                    <a:gd name="T21" fmla="*/ 12 h 63"/>
                    <a:gd name="T22" fmla="*/ 67 w 67"/>
                    <a:gd name="T23" fmla="*/ 0 h 63"/>
                    <a:gd name="T24" fmla="*/ 51 w 67"/>
                    <a:gd name="T25" fmla="*/ 0 h 63"/>
                    <a:gd name="T26" fmla="*/ 0 w 67"/>
                    <a:gd name="T27" fmla="*/ 0 h 63"/>
                    <a:gd name="T28" fmla="*/ 30 w 67"/>
                    <a:gd name="T29" fmla="*/ 34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7" h="63">
                      <a:moveTo>
                        <a:pt x="30" y="34"/>
                      </a:moveTo>
                      <a:cubicBezTo>
                        <a:pt x="30" y="36"/>
                        <a:pt x="30" y="36"/>
                        <a:pt x="30" y="36"/>
                      </a:cubicBezTo>
                      <a:cubicBezTo>
                        <a:pt x="30" y="37"/>
                        <a:pt x="30" y="37"/>
                        <a:pt x="30" y="37"/>
                      </a:cubicBezTo>
                      <a:cubicBezTo>
                        <a:pt x="30" y="58"/>
                        <a:pt x="30" y="58"/>
                        <a:pt x="30" y="58"/>
                      </a:cubicBezTo>
                      <a:cubicBezTo>
                        <a:pt x="25" y="58"/>
                        <a:pt x="22" y="61"/>
                        <a:pt x="22" y="63"/>
                      </a:cubicBezTo>
                      <a:cubicBezTo>
                        <a:pt x="44" y="63"/>
                        <a:pt x="44" y="63"/>
                        <a:pt x="44" y="63"/>
                      </a:cubicBezTo>
                      <a:cubicBezTo>
                        <a:pt x="44" y="61"/>
                        <a:pt x="41" y="59"/>
                        <a:pt x="37" y="58"/>
                      </a:cubicBezTo>
                      <a:cubicBezTo>
                        <a:pt x="37" y="37"/>
                        <a:pt x="37" y="37"/>
                        <a:pt x="37" y="37"/>
                      </a:cubicBezTo>
                      <a:cubicBezTo>
                        <a:pt x="37" y="36"/>
                        <a:pt x="37" y="36"/>
                        <a:pt x="37" y="36"/>
                      </a:cubicBezTo>
                      <a:cubicBezTo>
                        <a:pt x="37" y="34"/>
                        <a:pt x="37" y="34"/>
                        <a:pt x="37" y="34"/>
                      </a:cubicBezTo>
                      <a:cubicBezTo>
                        <a:pt x="56" y="12"/>
                        <a:pt x="56" y="12"/>
                        <a:pt x="56" y="12"/>
                      </a:cubicBezTo>
                      <a:cubicBezTo>
                        <a:pt x="67" y="0"/>
                        <a:pt x="67" y="0"/>
                        <a:pt x="67" y="0"/>
                      </a:cubicBezTo>
                      <a:cubicBezTo>
                        <a:pt x="51" y="0"/>
                        <a:pt x="51" y="0"/>
                        <a:pt x="51" y="0"/>
                      </a:cubicBezTo>
                      <a:cubicBezTo>
                        <a:pt x="0" y="0"/>
                        <a:pt x="0" y="0"/>
                        <a:pt x="0" y="0"/>
                      </a:cubicBezTo>
                      <a:lnTo>
                        <a:pt x="30" y="34"/>
                      </a:lnTo>
                      <a:close/>
                    </a:path>
                  </a:pathLst>
                </a:custGeom>
                <a:grpFill/>
                <a:ln>
                  <a:noFill/>
                </a:ln>
                <a:extLst>
                  <a:ext uri="{91240B29-F687-4f45-9708-019B960494DF}">
                    <a14:hiddenLine xmlns="" xmlns:lc="http://schemas.openxmlformats.org/drawingml/2006/lockedCanvas" xmlns:a14="http://schemas.microsoft.com/office/drawing/2010/main" xmlns:p14="http://schemas.microsoft.com/office/powerpoint/2010/main" xmlns:a16="http://schemas.microsoft.com/office/drawing/2014/main" w="9525">
                      <a:solidFill>
                        <a:srgbClr val="000000"/>
                      </a:solidFill>
                      <a:round/>
                      <a:headEnd/>
                      <a:tailEnd/>
                    </a14:hiddenLine>
                  </a:ext>
                </a:extLst>
              </p:spPr>
              <p:txBody>
                <a:bodyPr anchor="ctr"/>
                <a:lstStyle/>
                <a:p>
                  <a:pPr algn="ctr">
                    <a:lnSpc>
                      <a:spcPct val="120000"/>
                    </a:lnSpc>
                  </a:pPr>
                  <a:endParaRPr sz="3200">
                    <a:cs typeface="+mn-ea"/>
                    <a:sym typeface="+mn-lt"/>
                  </a:endParaRPr>
                </a:p>
              </p:txBody>
            </p:sp>
            <p:sp>
              <p:nvSpPr>
                <p:cNvPr id="238" name="ïṣľídê">
                  <a:extLst>
                    <a:ext uri="{FF2B5EF4-FFF2-40B4-BE49-F238E27FC236}">
                      <a16:creationId xmlns:a16="http://schemas.microsoft.com/office/drawing/2014/main" id="{B3098E70-3B45-4E37-B526-CEC99DFBDC06}"/>
                    </a:ext>
                  </a:extLst>
                </p:cNvPr>
                <p:cNvSpPr/>
                <p:nvPr/>
              </p:nvSpPr>
              <p:spPr bwMode="auto">
                <a:xfrm>
                  <a:off x="5364524" y="795815"/>
                  <a:ext cx="220574" cy="136021"/>
                </a:xfrm>
                <a:custGeom>
                  <a:avLst/>
                  <a:gdLst>
                    <a:gd name="T0" fmla="*/ 141 w 180"/>
                    <a:gd name="T1" fmla="*/ 61 h 111"/>
                    <a:gd name="T2" fmla="*/ 180 w 180"/>
                    <a:gd name="T3" fmla="*/ 61 h 111"/>
                    <a:gd name="T4" fmla="*/ 180 w 180"/>
                    <a:gd name="T5" fmla="*/ 111 h 111"/>
                    <a:gd name="T6" fmla="*/ 141 w 180"/>
                    <a:gd name="T7" fmla="*/ 111 h 111"/>
                    <a:gd name="T8" fmla="*/ 141 w 180"/>
                    <a:gd name="T9" fmla="*/ 100 h 111"/>
                    <a:gd name="T10" fmla="*/ 155 w 180"/>
                    <a:gd name="T11" fmla="*/ 100 h 111"/>
                    <a:gd name="T12" fmla="*/ 155 w 180"/>
                    <a:gd name="T13" fmla="*/ 79 h 111"/>
                    <a:gd name="T14" fmla="*/ 141 w 180"/>
                    <a:gd name="T15" fmla="*/ 79 h 111"/>
                    <a:gd name="T16" fmla="*/ 141 w 180"/>
                    <a:gd name="T17" fmla="*/ 61 h 111"/>
                    <a:gd name="T18" fmla="*/ 90 w 180"/>
                    <a:gd name="T19" fmla="*/ 61 h 111"/>
                    <a:gd name="T20" fmla="*/ 141 w 180"/>
                    <a:gd name="T21" fmla="*/ 61 h 111"/>
                    <a:gd name="T22" fmla="*/ 141 w 180"/>
                    <a:gd name="T23" fmla="*/ 79 h 111"/>
                    <a:gd name="T24" fmla="*/ 126 w 180"/>
                    <a:gd name="T25" fmla="*/ 79 h 111"/>
                    <a:gd name="T26" fmla="*/ 126 w 180"/>
                    <a:gd name="T27" fmla="*/ 100 h 111"/>
                    <a:gd name="T28" fmla="*/ 126 w 180"/>
                    <a:gd name="T29" fmla="*/ 100 h 111"/>
                    <a:gd name="T30" fmla="*/ 141 w 180"/>
                    <a:gd name="T31" fmla="*/ 100 h 111"/>
                    <a:gd name="T32" fmla="*/ 141 w 180"/>
                    <a:gd name="T33" fmla="*/ 111 h 111"/>
                    <a:gd name="T34" fmla="*/ 90 w 180"/>
                    <a:gd name="T35" fmla="*/ 111 h 111"/>
                    <a:gd name="T36" fmla="*/ 90 w 180"/>
                    <a:gd name="T37" fmla="*/ 100 h 111"/>
                    <a:gd name="T38" fmla="*/ 105 w 180"/>
                    <a:gd name="T39" fmla="*/ 100 h 111"/>
                    <a:gd name="T40" fmla="*/ 105 w 180"/>
                    <a:gd name="T41" fmla="*/ 79 h 111"/>
                    <a:gd name="T42" fmla="*/ 90 w 180"/>
                    <a:gd name="T43" fmla="*/ 79 h 111"/>
                    <a:gd name="T44" fmla="*/ 90 w 180"/>
                    <a:gd name="T45" fmla="*/ 61 h 111"/>
                    <a:gd name="T46" fmla="*/ 65 w 180"/>
                    <a:gd name="T47" fmla="*/ 0 h 111"/>
                    <a:gd name="T48" fmla="*/ 65 w 180"/>
                    <a:gd name="T49" fmla="*/ 61 h 111"/>
                    <a:gd name="T50" fmla="*/ 90 w 180"/>
                    <a:gd name="T51" fmla="*/ 61 h 111"/>
                    <a:gd name="T52" fmla="*/ 90 w 180"/>
                    <a:gd name="T53" fmla="*/ 79 h 111"/>
                    <a:gd name="T54" fmla="*/ 76 w 180"/>
                    <a:gd name="T55" fmla="*/ 79 h 111"/>
                    <a:gd name="T56" fmla="*/ 76 w 180"/>
                    <a:gd name="T57" fmla="*/ 100 h 111"/>
                    <a:gd name="T58" fmla="*/ 76 w 180"/>
                    <a:gd name="T59" fmla="*/ 100 h 111"/>
                    <a:gd name="T60" fmla="*/ 90 w 180"/>
                    <a:gd name="T61" fmla="*/ 100 h 111"/>
                    <a:gd name="T62" fmla="*/ 90 w 180"/>
                    <a:gd name="T63" fmla="*/ 111 h 111"/>
                    <a:gd name="T64" fmla="*/ 40 w 180"/>
                    <a:gd name="T65" fmla="*/ 111 h 111"/>
                    <a:gd name="T66" fmla="*/ 40 w 180"/>
                    <a:gd name="T67" fmla="*/ 100 h 111"/>
                    <a:gd name="T68" fmla="*/ 54 w 180"/>
                    <a:gd name="T69" fmla="*/ 100 h 111"/>
                    <a:gd name="T70" fmla="*/ 54 w 180"/>
                    <a:gd name="T71" fmla="*/ 79 h 111"/>
                    <a:gd name="T72" fmla="*/ 40 w 180"/>
                    <a:gd name="T73" fmla="*/ 79 h 111"/>
                    <a:gd name="T74" fmla="*/ 40 w 180"/>
                    <a:gd name="T75" fmla="*/ 0 h 111"/>
                    <a:gd name="T76" fmla="*/ 65 w 180"/>
                    <a:gd name="T77" fmla="*/ 0 h 111"/>
                    <a:gd name="T78" fmla="*/ 40 w 180"/>
                    <a:gd name="T79" fmla="*/ 111 h 111"/>
                    <a:gd name="T80" fmla="*/ 0 w 180"/>
                    <a:gd name="T81" fmla="*/ 111 h 111"/>
                    <a:gd name="T82" fmla="*/ 0 w 180"/>
                    <a:gd name="T83" fmla="*/ 61 h 111"/>
                    <a:gd name="T84" fmla="*/ 22 w 180"/>
                    <a:gd name="T85" fmla="*/ 61 h 111"/>
                    <a:gd name="T86" fmla="*/ 22 w 180"/>
                    <a:gd name="T87" fmla="*/ 0 h 111"/>
                    <a:gd name="T88" fmla="*/ 40 w 180"/>
                    <a:gd name="T89" fmla="*/ 0 h 111"/>
                    <a:gd name="T90" fmla="*/ 40 w 180"/>
                    <a:gd name="T91" fmla="*/ 79 h 111"/>
                    <a:gd name="T92" fmla="*/ 25 w 180"/>
                    <a:gd name="T93" fmla="*/ 79 h 111"/>
                    <a:gd name="T94" fmla="*/ 25 w 180"/>
                    <a:gd name="T95" fmla="*/ 100 h 111"/>
                    <a:gd name="T96" fmla="*/ 25 w 180"/>
                    <a:gd name="T97" fmla="*/ 100 h 111"/>
                    <a:gd name="T98" fmla="*/ 40 w 180"/>
                    <a:gd name="T99" fmla="*/ 100 h 111"/>
                    <a:gd name="T100" fmla="*/ 40 w 180"/>
                    <a:gd name="T101" fmla="*/ 111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80" h="111">
                      <a:moveTo>
                        <a:pt x="141" y="61"/>
                      </a:moveTo>
                      <a:lnTo>
                        <a:pt x="180" y="61"/>
                      </a:lnTo>
                      <a:lnTo>
                        <a:pt x="180" y="111"/>
                      </a:lnTo>
                      <a:lnTo>
                        <a:pt x="141" y="111"/>
                      </a:lnTo>
                      <a:lnTo>
                        <a:pt x="141" y="100"/>
                      </a:lnTo>
                      <a:lnTo>
                        <a:pt x="155" y="100"/>
                      </a:lnTo>
                      <a:lnTo>
                        <a:pt x="155" y="79"/>
                      </a:lnTo>
                      <a:lnTo>
                        <a:pt x="141" y="79"/>
                      </a:lnTo>
                      <a:lnTo>
                        <a:pt x="141" y="61"/>
                      </a:lnTo>
                      <a:close/>
                      <a:moveTo>
                        <a:pt x="90" y="61"/>
                      </a:moveTo>
                      <a:lnTo>
                        <a:pt x="141" y="61"/>
                      </a:lnTo>
                      <a:lnTo>
                        <a:pt x="141" y="79"/>
                      </a:lnTo>
                      <a:lnTo>
                        <a:pt x="126" y="79"/>
                      </a:lnTo>
                      <a:lnTo>
                        <a:pt x="126" y="100"/>
                      </a:lnTo>
                      <a:lnTo>
                        <a:pt x="126" y="100"/>
                      </a:lnTo>
                      <a:lnTo>
                        <a:pt x="141" y="100"/>
                      </a:lnTo>
                      <a:lnTo>
                        <a:pt x="141" y="111"/>
                      </a:lnTo>
                      <a:lnTo>
                        <a:pt x="90" y="111"/>
                      </a:lnTo>
                      <a:lnTo>
                        <a:pt x="90" y="100"/>
                      </a:lnTo>
                      <a:lnTo>
                        <a:pt x="105" y="100"/>
                      </a:lnTo>
                      <a:lnTo>
                        <a:pt x="105" y="79"/>
                      </a:lnTo>
                      <a:lnTo>
                        <a:pt x="90" y="79"/>
                      </a:lnTo>
                      <a:lnTo>
                        <a:pt x="90" y="61"/>
                      </a:lnTo>
                      <a:close/>
                      <a:moveTo>
                        <a:pt x="65" y="0"/>
                      </a:moveTo>
                      <a:lnTo>
                        <a:pt x="65" y="61"/>
                      </a:lnTo>
                      <a:lnTo>
                        <a:pt x="90" y="61"/>
                      </a:lnTo>
                      <a:lnTo>
                        <a:pt x="90" y="79"/>
                      </a:lnTo>
                      <a:lnTo>
                        <a:pt x="76" y="79"/>
                      </a:lnTo>
                      <a:lnTo>
                        <a:pt x="76" y="100"/>
                      </a:lnTo>
                      <a:lnTo>
                        <a:pt x="76" y="100"/>
                      </a:lnTo>
                      <a:lnTo>
                        <a:pt x="90" y="100"/>
                      </a:lnTo>
                      <a:lnTo>
                        <a:pt x="90" y="111"/>
                      </a:lnTo>
                      <a:lnTo>
                        <a:pt x="40" y="111"/>
                      </a:lnTo>
                      <a:lnTo>
                        <a:pt x="40" y="100"/>
                      </a:lnTo>
                      <a:lnTo>
                        <a:pt x="54" y="100"/>
                      </a:lnTo>
                      <a:lnTo>
                        <a:pt x="54" y="79"/>
                      </a:lnTo>
                      <a:lnTo>
                        <a:pt x="40" y="79"/>
                      </a:lnTo>
                      <a:lnTo>
                        <a:pt x="40" y="0"/>
                      </a:lnTo>
                      <a:lnTo>
                        <a:pt x="65" y="0"/>
                      </a:lnTo>
                      <a:close/>
                      <a:moveTo>
                        <a:pt x="40" y="111"/>
                      </a:moveTo>
                      <a:lnTo>
                        <a:pt x="0" y="111"/>
                      </a:lnTo>
                      <a:lnTo>
                        <a:pt x="0" y="61"/>
                      </a:lnTo>
                      <a:lnTo>
                        <a:pt x="22" y="61"/>
                      </a:lnTo>
                      <a:lnTo>
                        <a:pt x="22" y="0"/>
                      </a:lnTo>
                      <a:lnTo>
                        <a:pt x="40" y="0"/>
                      </a:lnTo>
                      <a:lnTo>
                        <a:pt x="40" y="79"/>
                      </a:lnTo>
                      <a:lnTo>
                        <a:pt x="25" y="79"/>
                      </a:lnTo>
                      <a:lnTo>
                        <a:pt x="25" y="100"/>
                      </a:lnTo>
                      <a:lnTo>
                        <a:pt x="25" y="100"/>
                      </a:lnTo>
                      <a:lnTo>
                        <a:pt x="40" y="100"/>
                      </a:lnTo>
                      <a:lnTo>
                        <a:pt x="40" y="111"/>
                      </a:lnTo>
                      <a:close/>
                    </a:path>
                  </a:pathLst>
                </a:custGeom>
                <a:grpFill/>
                <a:ln>
                  <a:noFill/>
                </a:ln>
                <a:extLst>
                  <a:ext uri="{91240B29-F687-4f45-9708-019B960494DF}">
                    <a14:hiddenLine xmlns="" xmlns:lc="http://schemas.openxmlformats.org/drawingml/2006/lockedCanvas" xmlns:a14="http://schemas.microsoft.com/office/drawing/2010/main" xmlns:p14="http://schemas.microsoft.com/office/powerpoint/2010/main" xmlns:a16="http://schemas.microsoft.com/office/drawing/2014/main" w="9525">
                      <a:solidFill>
                        <a:srgbClr val="000000"/>
                      </a:solidFill>
                      <a:round/>
                      <a:headEnd/>
                      <a:tailEnd/>
                    </a14:hiddenLine>
                  </a:ext>
                </a:extLst>
              </p:spPr>
              <p:txBody>
                <a:bodyPr anchor="ctr"/>
                <a:lstStyle/>
                <a:p>
                  <a:pPr algn="ctr">
                    <a:lnSpc>
                      <a:spcPct val="120000"/>
                    </a:lnSpc>
                  </a:pPr>
                  <a:endParaRPr sz="3200">
                    <a:cs typeface="+mn-ea"/>
                    <a:sym typeface="+mn-lt"/>
                  </a:endParaRPr>
                </a:p>
              </p:txBody>
            </p:sp>
            <p:sp>
              <p:nvSpPr>
                <p:cNvPr id="239" name="ïş1ïḑe">
                  <a:extLst>
                    <a:ext uri="{FF2B5EF4-FFF2-40B4-BE49-F238E27FC236}">
                      <a16:creationId xmlns:a16="http://schemas.microsoft.com/office/drawing/2014/main" id="{7EEA452B-764E-4072-8CE1-0618C3ED44D1}"/>
                    </a:ext>
                  </a:extLst>
                </p:cNvPr>
                <p:cNvSpPr/>
                <p:nvPr/>
              </p:nvSpPr>
              <p:spPr bwMode="auto">
                <a:xfrm>
                  <a:off x="5342467" y="940414"/>
                  <a:ext cx="296550" cy="93131"/>
                </a:xfrm>
                <a:custGeom>
                  <a:avLst/>
                  <a:gdLst>
                    <a:gd name="T0" fmla="*/ 7 w 242"/>
                    <a:gd name="T1" fmla="*/ 76 h 76"/>
                    <a:gd name="T2" fmla="*/ 0 w 242"/>
                    <a:gd name="T3" fmla="*/ 0 h 76"/>
                    <a:gd name="T4" fmla="*/ 242 w 242"/>
                    <a:gd name="T5" fmla="*/ 0 h 76"/>
                    <a:gd name="T6" fmla="*/ 213 w 242"/>
                    <a:gd name="T7" fmla="*/ 76 h 76"/>
                    <a:gd name="T8" fmla="*/ 7 w 242"/>
                    <a:gd name="T9" fmla="*/ 76 h 76"/>
                  </a:gdLst>
                  <a:ahLst/>
                  <a:cxnLst>
                    <a:cxn ang="0">
                      <a:pos x="T0" y="T1"/>
                    </a:cxn>
                    <a:cxn ang="0">
                      <a:pos x="T2" y="T3"/>
                    </a:cxn>
                    <a:cxn ang="0">
                      <a:pos x="T4" y="T5"/>
                    </a:cxn>
                    <a:cxn ang="0">
                      <a:pos x="T6" y="T7"/>
                    </a:cxn>
                    <a:cxn ang="0">
                      <a:pos x="T8" y="T9"/>
                    </a:cxn>
                  </a:cxnLst>
                  <a:rect l="0" t="0" r="r" b="b"/>
                  <a:pathLst>
                    <a:path w="242" h="76">
                      <a:moveTo>
                        <a:pt x="7" y="76"/>
                      </a:moveTo>
                      <a:lnTo>
                        <a:pt x="0" y="0"/>
                      </a:lnTo>
                      <a:lnTo>
                        <a:pt x="242" y="0"/>
                      </a:lnTo>
                      <a:lnTo>
                        <a:pt x="213" y="76"/>
                      </a:lnTo>
                      <a:lnTo>
                        <a:pt x="7" y="76"/>
                      </a:lnTo>
                      <a:close/>
                    </a:path>
                  </a:pathLst>
                </a:custGeom>
                <a:grpFill/>
                <a:ln>
                  <a:noFill/>
                </a:ln>
                <a:extLst>
                  <a:ext uri="{91240B29-F687-4f45-9708-019B960494DF}">
                    <a14:hiddenLine xmlns="" xmlns:lc="http://schemas.openxmlformats.org/drawingml/2006/lockedCanvas" xmlns:a14="http://schemas.microsoft.com/office/drawing/2010/main" xmlns:p14="http://schemas.microsoft.com/office/powerpoint/2010/main" xmlns:a16="http://schemas.microsoft.com/office/drawing/2014/main" w="9525">
                      <a:solidFill>
                        <a:srgbClr val="000000"/>
                      </a:solidFill>
                      <a:round/>
                      <a:headEnd/>
                      <a:tailEnd/>
                    </a14:hiddenLine>
                  </a:ext>
                </a:extLst>
              </p:spPr>
              <p:txBody>
                <a:bodyPr anchor="ctr"/>
                <a:lstStyle/>
                <a:p>
                  <a:pPr algn="ctr">
                    <a:lnSpc>
                      <a:spcPct val="120000"/>
                    </a:lnSpc>
                  </a:pPr>
                  <a:endParaRPr sz="3200">
                    <a:cs typeface="+mn-ea"/>
                    <a:sym typeface="+mn-lt"/>
                  </a:endParaRPr>
                </a:p>
              </p:txBody>
            </p:sp>
            <p:sp>
              <p:nvSpPr>
                <p:cNvPr id="240" name="íSḻîḑè">
                  <a:extLst>
                    <a:ext uri="{FF2B5EF4-FFF2-40B4-BE49-F238E27FC236}">
                      <a16:creationId xmlns:a16="http://schemas.microsoft.com/office/drawing/2014/main" id="{C97DAB8D-CB63-47E8-B050-D669C7A1D7A8}"/>
                    </a:ext>
                  </a:extLst>
                </p:cNvPr>
                <p:cNvSpPr/>
                <p:nvPr/>
              </p:nvSpPr>
              <p:spPr bwMode="auto">
                <a:xfrm>
                  <a:off x="3664877" y="4235549"/>
                  <a:ext cx="198517" cy="198517"/>
                </a:xfrm>
                <a:custGeom>
                  <a:avLst/>
                  <a:gdLst>
                    <a:gd name="T0" fmla="*/ 22 w 45"/>
                    <a:gd name="T1" fmla="*/ 42 h 45"/>
                    <a:gd name="T2" fmla="*/ 26 w 45"/>
                    <a:gd name="T3" fmla="*/ 42 h 45"/>
                    <a:gd name="T4" fmla="*/ 27 w 45"/>
                    <a:gd name="T5" fmla="*/ 45 h 45"/>
                    <a:gd name="T6" fmla="*/ 35 w 45"/>
                    <a:gd name="T7" fmla="*/ 41 h 45"/>
                    <a:gd name="T8" fmla="*/ 34 w 45"/>
                    <a:gd name="T9" fmla="*/ 38 h 45"/>
                    <a:gd name="T10" fmla="*/ 38 w 45"/>
                    <a:gd name="T11" fmla="*/ 33 h 45"/>
                    <a:gd name="T12" fmla="*/ 42 w 45"/>
                    <a:gd name="T13" fmla="*/ 35 h 45"/>
                    <a:gd name="T14" fmla="*/ 45 w 45"/>
                    <a:gd name="T15" fmla="*/ 27 h 45"/>
                    <a:gd name="T16" fmla="*/ 42 w 45"/>
                    <a:gd name="T17" fmla="*/ 26 h 45"/>
                    <a:gd name="T18" fmla="*/ 41 w 45"/>
                    <a:gd name="T19" fmla="*/ 19 h 45"/>
                    <a:gd name="T20" fmla="*/ 45 w 45"/>
                    <a:gd name="T21" fmla="*/ 17 h 45"/>
                    <a:gd name="T22" fmla="*/ 41 w 45"/>
                    <a:gd name="T23" fmla="*/ 10 h 45"/>
                    <a:gd name="T24" fmla="*/ 38 w 45"/>
                    <a:gd name="T25" fmla="*/ 11 h 45"/>
                    <a:gd name="T26" fmla="*/ 33 w 45"/>
                    <a:gd name="T27" fmla="*/ 6 h 45"/>
                    <a:gd name="T28" fmla="*/ 35 w 45"/>
                    <a:gd name="T29" fmla="*/ 3 h 45"/>
                    <a:gd name="T30" fmla="*/ 27 w 45"/>
                    <a:gd name="T31" fmla="*/ 0 h 45"/>
                    <a:gd name="T32" fmla="*/ 26 w 45"/>
                    <a:gd name="T33" fmla="*/ 3 h 45"/>
                    <a:gd name="T34" fmla="*/ 22 w 45"/>
                    <a:gd name="T35" fmla="*/ 3 h 45"/>
                    <a:gd name="T36" fmla="*/ 22 w 45"/>
                    <a:gd name="T37" fmla="*/ 9 h 45"/>
                    <a:gd name="T38" fmla="*/ 34 w 45"/>
                    <a:gd name="T39" fmla="*/ 17 h 45"/>
                    <a:gd name="T40" fmla="*/ 27 w 45"/>
                    <a:gd name="T41" fmla="*/ 34 h 45"/>
                    <a:gd name="T42" fmla="*/ 22 w 45"/>
                    <a:gd name="T43" fmla="*/ 35 h 45"/>
                    <a:gd name="T44" fmla="*/ 22 w 45"/>
                    <a:gd name="T45" fmla="*/ 35 h 45"/>
                    <a:gd name="T46" fmla="*/ 22 w 45"/>
                    <a:gd name="T47" fmla="*/ 42 h 45"/>
                    <a:gd name="T48" fmla="*/ 3 w 45"/>
                    <a:gd name="T49" fmla="*/ 26 h 45"/>
                    <a:gd name="T50" fmla="*/ 0 w 45"/>
                    <a:gd name="T51" fmla="*/ 27 h 45"/>
                    <a:gd name="T52" fmla="*/ 3 w 45"/>
                    <a:gd name="T53" fmla="*/ 35 h 45"/>
                    <a:gd name="T54" fmla="*/ 6 w 45"/>
                    <a:gd name="T55" fmla="*/ 34 h 45"/>
                    <a:gd name="T56" fmla="*/ 11 w 45"/>
                    <a:gd name="T57" fmla="*/ 38 h 45"/>
                    <a:gd name="T58" fmla="*/ 10 w 45"/>
                    <a:gd name="T59" fmla="*/ 42 h 45"/>
                    <a:gd name="T60" fmla="*/ 18 w 45"/>
                    <a:gd name="T61" fmla="*/ 45 h 45"/>
                    <a:gd name="T62" fmla="*/ 19 w 45"/>
                    <a:gd name="T63" fmla="*/ 42 h 45"/>
                    <a:gd name="T64" fmla="*/ 22 w 45"/>
                    <a:gd name="T65" fmla="*/ 42 h 45"/>
                    <a:gd name="T66" fmla="*/ 22 w 45"/>
                    <a:gd name="T67" fmla="*/ 35 h 45"/>
                    <a:gd name="T68" fmla="*/ 10 w 45"/>
                    <a:gd name="T69" fmla="*/ 28 h 45"/>
                    <a:gd name="T70" fmla="*/ 17 w 45"/>
                    <a:gd name="T71" fmla="*/ 10 h 45"/>
                    <a:gd name="T72" fmla="*/ 17 w 45"/>
                    <a:gd name="T73" fmla="*/ 10 h 45"/>
                    <a:gd name="T74" fmla="*/ 22 w 45"/>
                    <a:gd name="T75" fmla="*/ 9 h 45"/>
                    <a:gd name="T76" fmla="*/ 22 w 45"/>
                    <a:gd name="T77" fmla="*/ 9 h 45"/>
                    <a:gd name="T78" fmla="*/ 22 w 45"/>
                    <a:gd name="T79" fmla="*/ 3 h 45"/>
                    <a:gd name="T80" fmla="*/ 19 w 45"/>
                    <a:gd name="T81" fmla="*/ 3 h 45"/>
                    <a:gd name="T82" fmla="*/ 17 w 45"/>
                    <a:gd name="T83" fmla="*/ 0 h 45"/>
                    <a:gd name="T84" fmla="*/ 10 w 45"/>
                    <a:gd name="T85" fmla="*/ 3 h 45"/>
                    <a:gd name="T86" fmla="*/ 11 w 45"/>
                    <a:gd name="T87" fmla="*/ 7 h 45"/>
                    <a:gd name="T88" fmla="*/ 6 w 45"/>
                    <a:gd name="T89" fmla="*/ 11 h 45"/>
                    <a:gd name="T90" fmla="*/ 3 w 45"/>
                    <a:gd name="T91" fmla="*/ 10 h 45"/>
                    <a:gd name="T92" fmla="*/ 0 w 45"/>
                    <a:gd name="T93" fmla="*/ 18 h 45"/>
                    <a:gd name="T94" fmla="*/ 3 w 45"/>
                    <a:gd name="T95" fmla="*/ 19 h 45"/>
                    <a:gd name="T96" fmla="*/ 3 w 45"/>
                    <a:gd name="T97" fmla="*/ 26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5" h="45">
                      <a:moveTo>
                        <a:pt x="22" y="42"/>
                      </a:moveTo>
                      <a:cubicBezTo>
                        <a:pt x="24" y="42"/>
                        <a:pt x="25" y="42"/>
                        <a:pt x="26" y="42"/>
                      </a:cubicBezTo>
                      <a:cubicBezTo>
                        <a:pt x="27" y="45"/>
                        <a:pt x="27" y="45"/>
                        <a:pt x="27" y="45"/>
                      </a:cubicBezTo>
                      <a:cubicBezTo>
                        <a:pt x="35" y="41"/>
                        <a:pt x="35" y="41"/>
                        <a:pt x="35" y="41"/>
                      </a:cubicBezTo>
                      <a:cubicBezTo>
                        <a:pt x="34" y="38"/>
                        <a:pt x="34" y="38"/>
                        <a:pt x="34" y="38"/>
                      </a:cubicBezTo>
                      <a:cubicBezTo>
                        <a:pt x="36" y="37"/>
                        <a:pt x="37" y="35"/>
                        <a:pt x="38" y="33"/>
                      </a:cubicBezTo>
                      <a:cubicBezTo>
                        <a:pt x="42" y="35"/>
                        <a:pt x="42" y="35"/>
                        <a:pt x="42" y="35"/>
                      </a:cubicBezTo>
                      <a:cubicBezTo>
                        <a:pt x="45" y="27"/>
                        <a:pt x="45" y="27"/>
                        <a:pt x="45" y="27"/>
                      </a:cubicBezTo>
                      <a:cubicBezTo>
                        <a:pt x="42" y="26"/>
                        <a:pt x="42" y="26"/>
                        <a:pt x="42" y="26"/>
                      </a:cubicBezTo>
                      <a:cubicBezTo>
                        <a:pt x="42" y="23"/>
                        <a:pt x="42" y="21"/>
                        <a:pt x="41" y="19"/>
                      </a:cubicBezTo>
                      <a:cubicBezTo>
                        <a:pt x="45" y="17"/>
                        <a:pt x="45" y="17"/>
                        <a:pt x="45" y="17"/>
                      </a:cubicBezTo>
                      <a:cubicBezTo>
                        <a:pt x="41" y="10"/>
                        <a:pt x="41" y="10"/>
                        <a:pt x="41" y="10"/>
                      </a:cubicBezTo>
                      <a:cubicBezTo>
                        <a:pt x="38" y="11"/>
                        <a:pt x="38" y="11"/>
                        <a:pt x="38" y="11"/>
                      </a:cubicBezTo>
                      <a:cubicBezTo>
                        <a:pt x="37" y="9"/>
                        <a:pt x="35" y="8"/>
                        <a:pt x="33" y="6"/>
                      </a:cubicBezTo>
                      <a:cubicBezTo>
                        <a:pt x="35" y="3"/>
                        <a:pt x="35" y="3"/>
                        <a:pt x="35" y="3"/>
                      </a:cubicBezTo>
                      <a:cubicBezTo>
                        <a:pt x="27" y="0"/>
                        <a:pt x="27" y="0"/>
                        <a:pt x="27" y="0"/>
                      </a:cubicBezTo>
                      <a:cubicBezTo>
                        <a:pt x="26" y="3"/>
                        <a:pt x="26" y="3"/>
                        <a:pt x="26" y="3"/>
                      </a:cubicBezTo>
                      <a:cubicBezTo>
                        <a:pt x="24" y="3"/>
                        <a:pt x="23" y="3"/>
                        <a:pt x="22" y="3"/>
                      </a:cubicBezTo>
                      <a:cubicBezTo>
                        <a:pt x="22" y="9"/>
                        <a:pt x="22" y="9"/>
                        <a:pt x="22" y="9"/>
                      </a:cubicBezTo>
                      <a:cubicBezTo>
                        <a:pt x="28" y="9"/>
                        <a:pt x="32" y="12"/>
                        <a:pt x="34" y="17"/>
                      </a:cubicBezTo>
                      <a:cubicBezTo>
                        <a:pt x="37" y="24"/>
                        <a:pt x="34" y="32"/>
                        <a:pt x="27" y="34"/>
                      </a:cubicBezTo>
                      <a:cubicBezTo>
                        <a:pt x="26" y="35"/>
                        <a:pt x="24" y="35"/>
                        <a:pt x="22" y="35"/>
                      </a:cubicBezTo>
                      <a:cubicBezTo>
                        <a:pt x="22" y="35"/>
                        <a:pt x="22" y="35"/>
                        <a:pt x="22" y="35"/>
                      </a:cubicBezTo>
                      <a:lnTo>
                        <a:pt x="22" y="42"/>
                      </a:lnTo>
                      <a:close/>
                      <a:moveTo>
                        <a:pt x="3" y="26"/>
                      </a:moveTo>
                      <a:cubicBezTo>
                        <a:pt x="0" y="27"/>
                        <a:pt x="0" y="27"/>
                        <a:pt x="0" y="27"/>
                      </a:cubicBezTo>
                      <a:cubicBezTo>
                        <a:pt x="3" y="35"/>
                        <a:pt x="3" y="35"/>
                        <a:pt x="3" y="35"/>
                      </a:cubicBezTo>
                      <a:cubicBezTo>
                        <a:pt x="6" y="34"/>
                        <a:pt x="6" y="34"/>
                        <a:pt x="6" y="34"/>
                      </a:cubicBezTo>
                      <a:cubicBezTo>
                        <a:pt x="8" y="36"/>
                        <a:pt x="9" y="37"/>
                        <a:pt x="11" y="38"/>
                      </a:cubicBezTo>
                      <a:cubicBezTo>
                        <a:pt x="10" y="42"/>
                        <a:pt x="10" y="42"/>
                        <a:pt x="10" y="42"/>
                      </a:cubicBezTo>
                      <a:cubicBezTo>
                        <a:pt x="18" y="45"/>
                        <a:pt x="18" y="45"/>
                        <a:pt x="18" y="45"/>
                      </a:cubicBezTo>
                      <a:cubicBezTo>
                        <a:pt x="19" y="42"/>
                        <a:pt x="19" y="42"/>
                        <a:pt x="19" y="42"/>
                      </a:cubicBezTo>
                      <a:cubicBezTo>
                        <a:pt x="20" y="42"/>
                        <a:pt x="21" y="42"/>
                        <a:pt x="22" y="42"/>
                      </a:cubicBezTo>
                      <a:cubicBezTo>
                        <a:pt x="22" y="35"/>
                        <a:pt x="22" y="35"/>
                        <a:pt x="22" y="35"/>
                      </a:cubicBezTo>
                      <a:cubicBezTo>
                        <a:pt x="17" y="35"/>
                        <a:pt x="12" y="32"/>
                        <a:pt x="10" y="28"/>
                      </a:cubicBezTo>
                      <a:cubicBezTo>
                        <a:pt x="7" y="21"/>
                        <a:pt x="11" y="13"/>
                        <a:pt x="17" y="10"/>
                      </a:cubicBezTo>
                      <a:cubicBezTo>
                        <a:pt x="17" y="10"/>
                        <a:pt x="17" y="10"/>
                        <a:pt x="17" y="10"/>
                      </a:cubicBezTo>
                      <a:cubicBezTo>
                        <a:pt x="19" y="10"/>
                        <a:pt x="21" y="9"/>
                        <a:pt x="22" y="9"/>
                      </a:cubicBezTo>
                      <a:cubicBezTo>
                        <a:pt x="22" y="9"/>
                        <a:pt x="22" y="9"/>
                        <a:pt x="22" y="9"/>
                      </a:cubicBezTo>
                      <a:cubicBezTo>
                        <a:pt x="22" y="3"/>
                        <a:pt x="22" y="3"/>
                        <a:pt x="22" y="3"/>
                      </a:cubicBezTo>
                      <a:cubicBezTo>
                        <a:pt x="21" y="3"/>
                        <a:pt x="20" y="3"/>
                        <a:pt x="19" y="3"/>
                      </a:cubicBezTo>
                      <a:cubicBezTo>
                        <a:pt x="17" y="0"/>
                        <a:pt x="17" y="0"/>
                        <a:pt x="17" y="0"/>
                      </a:cubicBezTo>
                      <a:cubicBezTo>
                        <a:pt x="10" y="3"/>
                        <a:pt x="10" y="3"/>
                        <a:pt x="10" y="3"/>
                      </a:cubicBezTo>
                      <a:cubicBezTo>
                        <a:pt x="11" y="7"/>
                        <a:pt x="11" y="7"/>
                        <a:pt x="11" y="7"/>
                      </a:cubicBezTo>
                      <a:cubicBezTo>
                        <a:pt x="9" y="8"/>
                        <a:pt x="8" y="9"/>
                        <a:pt x="6" y="11"/>
                      </a:cubicBezTo>
                      <a:cubicBezTo>
                        <a:pt x="3" y="10"/>
                        <a:pt x="3" y="10"/>
                        <a:pt x="3" y="10"/>
                      </a:cubicBezTo>
                      <a:cubicBezTo>
                        <a:pt x="0" y="18"/>
                        <a:pt x="0" y="18"/>
                        <a:pt x="0" y="18"/>
                      </a:cubicBezTo>
                      <a:cubicBezTo>
                        <a:pt x="3" y="19"/>
                        <a:pt x="3" y="19"/>
                        <a:pt x="3" y="19"/>
                      </a:cubicBezTo>
                      <a:cubicBezTo>
                        <a:pt x="3" y="21"/>
                        <a:pt x="3" y="24"/>
                        <a:pt x="3" y="26"/>
                      </a:cubicBezTo>
                      <a:close/>
                    </a:path>
                  </a:pathLst>
                </a:custGeom>
                <a:grpFill/>
                <a:ln>
                  <a:noFill/>
                </a:ln>
                <a:extLst>
                  <a:ext uri="{91240B29-F687-4f45-9708-019B960494DF}">
                    <a14:hiddenLine xmlns="" xmlns:lc="http://schemas.openxmlformats.org/drawingml/2006/lockedCanvas" xmlns:a14="http://schemas.microsoft.com/office/drawing/2010/main" xmlns:p14="http://schemas.microsoft.com/office/powerpoint/2010/main" xmlns:a16="http://schemas.microsoft.com/office/drawing/2014/main" w="9525">
                      <a:solidFill>
                        <a:srgbClr val="000000"/>
                      </a:solidFill>
                      <a:round/>
                      <a:headEnd/>
                      <a:tailEnd/>
                    </a14:hiddenLine>
                  </a:ext>
                </a:extLst>
              </p:spPr>
              <p:txBody>
                <a:bodyPr anchor="ctr"/>
                <a:lstStyle/>
                <a:p>
                  <a:pPr algn="ctr">
                    <a:lnSpc>
                      <a:spcPct val="120000"/>
                    </a:lnSpc>
                  </a:pPr>
                  <a:endParaRPr sz="3200">
                    <a:cs typeface="+mn-ea"/>
                    <a:sym typeface="+mn-lt"/>
                  </a:endParaRPr>
                </a:p>
              </p:txBody>
            </p:sp>
            <p:sp>
              <p:nvSpPr>
                <p:cNvPr id="241" name="îsḻîdè">
                  <a:extLst>
                    <a:ext uri="{FF2B5EF4-FFF2-40B4-BE49-F238E27FC236}">
                      <a16:creationId xmlns:a16="http://schemas.microsoft.com/office/drawing/2014/main" id="{2ADA4B6F-83D6-438A-B164-1E59DF73E823}"/>
                    </a:ext>
                  </a:extLst>
                </p:cNvPr>
                <p:cNvSpPr/>
                <p:nvPr/>
              </p:nvSpPr>
              <p:spPr bwMode="auto">
                <a:xfrm>
                  <a:off x="6380391" y="3029743"/>
                  <a:ext cx="110287" cy="106611"/>
                </a:xfrm>
                <a:custGeom>
                  <a:avLst/>
                  <a:gdLst>
                    <a:gd name="T0" fmla="*/ 4 w 25"/>
                    <a:gd name="T1" fmla="*/ 24 h 24"/>
                    <a:gd name="T2" fmla="*/ 8 w 25"/>
                    <a:gd name="T3" fmla="*/ 20 h 24"/>
                    <a:gd name="T4" fmla="*/ 8 w 25"/>
                    <a:gd name="T5" fmla="*/ 20 h 24"/>
                    <a:gd name="T6" fmla="*/ 8 w 25"/>
                    <a:gd name="T7" fmla="*/ 6 h 24"/>
                    <a:gd name="T8" fmla="*/ 23 w 25"/>
                    <a:gd name="T9" fmla="*/ 6 h 24"/>
                    <a:gd name="T10" fmla="*/ 23 w 25"/>
                    <a:gd name="T11" fmla="*/ 16 h 24"/>
                    <a:gd name="T12" fmla="*/ 21 w 25"/>
                    <a:gd name="T13" fmla="*/ 15 h 24"/>
                    <a:gd name="T14" fmla="*/ 17 w 25"/>
                    <a:gd name="T15" fmla="*/ 20 h 24"/>
                    <a:gd name="T16" fmla="*/ 21 w 25"/>
                    <a:gd name="T17" fmla="*/ 24 h 24"/>
                    <a:gd name="T18" fmla="*/ 25 w 25"/>
                    <a:gd name="T19" fmla="*/ 20 h 24"/>
                    <a:gd name="T20" fmla="*/ 25 w 25"/>
                    <a:gd name="T21" fmla="*/ 20 h 24"/>
                    <a:gd name="T22" fmla="*/ 25 w 25"/>
                    <a:gd name="T23" fmla="*/ 20 h 24"/>
                    <a:gd name="T24" fmla="*/ 25 w 25"/>
                    <a:gd name="T25" fmla="*/ 6 h 24"/>
                    <a:gd name="T26" fmla="*/ 25 w 25"/>
                    <a:gd name="T27" fmla="*/ 0 h 24"/>
                    <a:gd name="T28" fmla="*/ 23 w 25"/>
                    <a:gd name="T29" fmla="*/ 0 h 24"/>
                    <a:gd name="T30" fmla="*/ 8 w 25"/>
                    <a:gd name="T31" fmla="*/ 0 h 24"/>
                    <a:gd name="T32" fmla="*/ 6 w 25"/>
                    <a:gd name="T33" fmla="*/ 0 h 24"/>
                    <a:gd name="T34" fmla="*/ 6 w 25"/>
                    <a:gd name="T35" fmla="*/ 6 h 24"/>
                    <a:gd name="T36" fmla="*/ 6 w 25"/>
                    <a:gd name="T37" fmla="*/ 16 h 24"/>
                    <a:gd name="T38" fmla="*/ 4 w 25"/>
                    <a:gd name="T39" fmla="*/ 15 h 24"/>
                    <a:gd name="T40" fmla="*/ 0 w 25"/>
                    <a:gd name="T41" fmla="*/ 20 h 24"/>
                    <a:gd name="T42" fmla="*/ 4 w 25"/>
                    <a:gd name="T43" fmla="*/ 2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 h="24">
                      <a:moveTo>
                        <a:pt x="4" y="24"/>
                      </a:moveTo>
                      <a:cubicBezTo>
                        <a:pt x="7" y="24"/>
                        <a:pt x="8" y="22"/>
                        <a:pt x="8" y="20"/>
                      </a:cubicBezTo>
                      <a:cubicBezTo>
                        <a:pt x="8" y="20"/>
                        <a:pt x="8" y="20"/>
                        <a:pt x="8" y="20"/>
                      </a:cubicBezTo>
                      <a:cubicBezTo>
                        <a:pt x="8" y="6"/>
                        <a:pt x="8" y="6"/>
                        <a:pt x="8" y="6"/>
                      </a:cubicBezTo>
                      <a:cubicBezTo>
                        <a:pt x="23" y="6"/>
                        <a:pt x="23" y="6"/>
                        <a:pt x="23" y="6"/>
                      </a:cubicBezTo>
                      <a:cubicBezTo>
                        <a:pt x="23" y="16"/>
                        <a:pt x="23" y="16"/>
                        <a:pt x="23" y="16"/>
                      </a:cubicBezTo>
                      <a:cubicBezTo>
                        <a:pt x="22" y="15"/>
                        <a:pt x="21" y="15"/>
                        <a:pt x="21" y="15"/>
                      </a:cubicBezTo>
                      <a:cubicBezTo>
                        <a:pt x="18" y="15"/>
                        <a:pt x="17" y="17"/>
                        <a:pt x="17" y="20"/>
                      </a:cubicBezTo>
                      <a:cubicBezTo>
                        <a:pt x="17" y="22"/>
                        <a:pt x="18" y="24"/>
                        <a:pt x="21" y="24"/>
                      </a:cubicBezTo>
                      <a:cubicBezTo>
                        <a:pt x="23" y="24"/>
                        <a:pt x="25" y="22"/>
                        <a:pt x="25" y="20"/>
                      </a:cubicBezTo>
                      <a:cubicBezTo>
                        <a:pt x="25" y="20"/>
                        <a:pt x="25" y="20"/>
                        <a:pt x="25" y="20"/>
                      </a:cubicBezTo>
                      <a:cubicBezTo>
                        <a:pt x="25" y="20"/>
                        <a:pt x="25" y="20"/>
                        <a:pt x="25" y="20"/>
                      </a:cubicBezTo>
                      <a:cubicBezTo>
                        <a:pt x="25" y="6"/>
                        <a:pt x="25" y="6"/>
                        <a:pt x="25" y="6"/>
                      </a:cubicBezTo>
                      <a:cubicBezTo>
                        <a:pt x="25" y="0"/>
                        <a:pt x="25" y="0"/>
                        <a:pt x="25" y="0"/>
                      </a:cubicBezTo>
                      <a:cubicBezTo>
                        <a:pt x="23" y="0"/>
                        <a:pt x="23" y="0"/>
                        <a:pt x="23" y="0"/>
                      </a:cubicBezTo>
                      <a:cubicBezTo>
                        <a:pt x="8" y="0"/>
                        <a:pt x="8" y="0"/>
                        <a:pt x="8" y="0"/>
                      </a:cubicBezTo>
                      <a:cubicBezTo>
                        <a:pt x="6" y="0"/>
                        <a:pt x="6" y="0"/>
                        <a:pt x="6" y="0"/>
                      </a:cubicBezTo>
                      <a:cubicBezTo>
                        <a:pt x="6" y="6"/>
                        <a:pt x="6" y="6"/>
                        <a:pt x="6" y="6"/>
                      </a:cubicBezTo>
                      <a:cubicBezTo>
                        <a:pt x="6" y="16"/>
                        <a:pt x="6" y="16"/>
                        <a:pt x="6" y="16"/>
                      </a:cubicBezTo>
                      <a:cubicBezTo>
                        <a:pt x="5" y="15"/>
                        <a:pt x="5" y="15"/>
                        <a:pt x="4" y="15"/>
                      </a:cubicBezTo>
                      <a:cubicBezTo>
                        <a:pt x="2" y="15"/>
                        <a:pt x="0" y="17"/>
                        <a:pt x="0" y="20"/>
                      </a:cubicBezTo>
                      <a:cubicBezTo>
                        <a:pt x="0" y="22"/>
                        <a:pt x="2" y="24"/>
                        <a:pt x="4" y="24"/>
                      </a:cubicBezTo>
                      <a:close/>
                    </a:path>
                  </a:pathLst>
                </a:custGeom>
                <a:grpFill/>
                <a:ln>
                  <a:noFill/>
                </a:ln>
                <a:extLst>
                  <a:ext uri="{91240B29-F687-4f45-9708-019B960494DF}">
                    <a14:hiddenLine xmlns="" xmlns:lc="http://schemas.openxmlformats.org/drawingml/2006/lockedCanvas" xmlns:a14="http://schemas.microsoft.com/office/drawing/2010/main" xmlns:p14="http://schemas.microsoft.com/office/powerpoint/2010/main" xmlns:a16="http://schemas.microsoft.com/office/drawing/2014/main" w="9525">
                      <a:solidFill>
                        <a:srgbClr val="000000"/>
                      </a:solidFill>
                      <a:round/>
                      <a:headEnd/>
                      <a:tailEnd/>
                    </a14:hiddenLine>
                  </a:ext>
                </a:extLst>
              </p:spPr>
              <p:txBody>
                <a:bodyPr anchor="ctr"/>
                <a:lstStyle/>
                <a:p>
                  <a:pPr algn="ctr">
                    <a:lnSpc>
                      <a:spcPct val="120000"/>
                    </a:lnSpc>
                  </a:pPr>
                  <a:endParaRPr sz="3200">
                    <a:cs typeface="+mn-ea"/>
                    <a:sym typeface="+mn-lt"/>
                  </a:endParaRPr>
                </a:p>
              </p:txBody>
            </p:sp>
            <p:sp>
              <p:nvSpPr>
                <p:cNvPr id="242" name="ïṥḻïḓé">
                  <a:extLst>
                    <a:ext uri="{FF2B5EF4-FFF2-40B4-BE49-F238E27FC236}">
                      <a16:creationId xmlns:a16="http://schemas.microsoft.com/office/drawing/2014/main" id="{D12A67E1-368F-4D40-BB24-245219926B48}"/>
                    </a:ext>
                  </a:extLst>
                </p:cNvPr>
                <p:cNvSpPr/>
                <p:nvPr/>
              </p:nvSpPr>
              <p:spPr bwMode="auto">
                <a:xfrm>
                  <a:off x="6124280" y="1466116"/>
                  <a:ext cx="115189" cy="106611"/>
                </a:xfrm>
                <a:custGeom>
                  <a:avLst/>
                  <a:gdLst>
                    <a:gd name="T0" fmla="*/ 5 w 26"/>
                    <a:gd name="T1" fmla="*/ 24 h 24"/>
                    <a:gd name="T2" fmla="*/ 9 w 26"/>
                    <a:gd name="T3" fmla="*/ 20 h 24"/>
                    <a:gd name="T4" fmla="*/ 9 w 26"/>
                    <a:gd name="T5" fmla="*/ 20 h 24"/>
                    <a:gd name="T6" fmla="*/ 9 w 26"/>
                    <a:gd name="T7" fmla="*/ 6 h 24"/>
                    <a:gd name="T8" fmla="*/ 23 w 26"/>
                    <a:gd name="T9" fmla="*/ 6 h 24"/>
                    <a:gd name="T10" fmla="*/ 23 w 26"/>
                    <a:gd name="T11" fmla="*/ 16 h 24"/>
                    <a:gd name="T12" fmla="*/ 21 w 26"/>
                    <a:gd name="T13" fmla="*/ 15 h 24"/>
                    <a:gd name="T14" fmla="*/ 17 w 26"/>
                    <a:gd name="T15" fmla="*/ 20 h 24"/>
                    <a:gd name="T16" fmla="*/ 21 w 26"/>
                    <a:gd name="T17" fmla="*/ 24 h 24"/>
                    <a:gd name="T18" fmla="*/ 26 w 26"/>
                    <a:gd name="T19" fmla="*/ 20 h 24"/>
                    <a:gd name="T20" fmla="*/ 26 w 26"/>
                    <a:gd name="T21" fmla="*/ 20 h 24"/>
                    <a:gd name="T22" fmla="*/ 26 w 26"/>
                    <a:gd name="T23" fmla="*/ 20 h 24"/>
                    <a:gd name="T24" fmla="*/ 26 w 26"/>
                    <a:gd name="T25" fmla="*/ 6 h 24"/>
                    <a:gd name="T26" fmla="*/ 26 w 26"/>
                    <a:gd name="T27" fmla="*/ 0 h 24"/>
                    <a:gd name="T28" fmla="*/ 23 w 26"/>
                    <a:gd name="T29" fmla="*/ 0 h 24"/>
                    <a:gd name="T30" fmla="*/ 9 w 26"/>
                    <a:gd name="T31" fmla="*/ 0 h 24"/>
                    <a:gd name="T32" fmla="*/ 6 w 26"/>
                    <a:gd name="T33" fmla="*/ 0 h 24"/>
                    <a:gd name="T34" fmla="*/ 6 w 26"/>
                    <a:gd name="T35" fmla="*/ 6 h 24"/>
                    <a:gd name="T36" fmla="*/ 6 w 26"/>
                    <a:gd name="T37" fmla="*/ 16 h 24"/>
                    <a:gd name="T38" fmla="*/ 5 w 26"/>
                    <a:gd name="T39" fmla="*/ 15 h 24"/>
                    <a:gd name="T40" fmla="*/ 0 w 26"/>
                    <a:gd name="T41" fmla="*/ 20 h 24"/>
                    <a:gd name="T42" fmla="*/ 5 w 26"/>
                    <a:gd name="T43" fmla="*/ 2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6" h="24">
                      <a:moveTo>
                        <a:pt x="5" y="24"/>
                      </a:moveTo>
                      <a:cubicBezTo>
                        <a:pt x="7" y="24"/>
                        <a:pt x="9" y="22"/>
                        <a:pt x="9" y="20"/>
                      </a:cubicBezTo>
                      <a:cubicBezTo>
                        <a:pt x="9" y="20"/>
                        <a:pt x="9" y="20"/>
                        <a:pt x="9" y="20"/>
                      </a:cubicBezTo>
                      <a:cubicBezTo>
                        <a:pt x="9" y="6"/>
                        <a:pt x="9" y="6"/>
                        <a:pt x="9" y="6"/>
                      </a:cubicBezTo>
                      <a:cubicBezTo>
                        <a:pt x="23" y="6"/>
                        <a:pt x="23" y="6"/>
                        <a:pt x="23" y="6"/>
                      </a:cubicBezTo>
                      <a:cubicBezTo>
                        <a:pt x="23" y="16"/>
                        <a:pt x="23" y="16"/>
                        <a:pt x="23" y="16"/>
                      </a:cubicBezTo>
                      <a:cubicBezTo>
                        <a:pt x="23" y="16"/>
                        <a:pt x="22" y="15"/>
                        <a:pt x="21" y="15"/>
                      </a:cubicBezTo>
                      <a:cubicBezTo>
                        <a:pt x="19" y="15"/>
                        <a:pt x="17" y="17"/>
                        <a:pt x="17" y="20"/>
                      </a:cubicBezTo>
                      <a:cubicBezTo>
                        <a:pt x="17" y="22"/>
                        <a:pt x="19" y="24"/>
                        <a:pt x="21" y="24"/>
                      </a:cubicBezTo>
                      <a:cubicBezTo>
                        <a:pt x="24" y="24"/>
                        <a:pt x="26" y="22"/>
                        <a:pt x="26" y="20"/>
                      </a:cubicBezTo>
                      <a:cubicBezTo>
                        <a:pt x="26" y="20"/>
                        <a:pt x="26" y="20"/>
                        <a:pt x="26" y="20"/>
                      </a:cubicBezTo>
                      <a:cubicBezTo>
                        <a:pt x="26" y="20"/>
                        <a:pt x="26" y="20"/>
                        <a:pt x="26" y="20"/>
                      </a:cubicBezTo>
                      <a:cubicBezTo>
                        <a:pt x="26" y="6"/>
                        <a:pt x="26" y="6"/>
                        <a:pt x="26" y="6"/>
                      </a:cubicBezTo>
                      <a:cubicBezTo>
                        <a:pt x="26" y="0"/>
                        <a:pt x="26" y="0"/>
                        <a:pt x="26" y="0"/>
                      </a:cubicBezTo>
                      <a:cubicBezTo>
                        <a:pt x="23" y="0"/>
                        <a:pt x="23" y="0"/>
                        <a:pt x="23" y="0"/>
                      </a:cubicBezTo>
                      <a:cubicBezTo>
                        <a:pt x="9" y="0"/>
                        <a:pt x="9" y="0"/>
                        <a:pt x="9" y="0"/>
                      </a:cubicBezTo>
                      <a:cubicBezTo>
                        <a:pt x="6" y="0"/>
                        <a:pt x="6" y="0"/>
                        <a:pt x="6" y="0"/>
                      </a:cubicBezTo>
                      <a:cubicBezTo>
                        <a:pt x="6" y="6"/>
                        <a:pt x="6" y="6"/>
                        <a:pt x="6" y="6"/>
                      </a:cubicBezTo>
                      <a:cubicBezTo>
                        <a:pt x="6" y="16"/>
                        <a:pt x="6" y="16"/>
                        <a:pt x="6" y="16"/>
                      </a:cubicBezTo>
                      <a:cubicBezTo>
                        <a:pt x="6" y="16"/>
                        <a:pt x="5" y="15"/>
                        <a:pt x="5" y="15"/>
                      </a:cubicBezTo>
                      <a:cubicBezTo>
                        <a:pt x="2" y="15"/>
                        <a:pt x="0" y="17"/>
                        <a:pt x="0" y="20"/>
                      </a:cubicBezTo>
                      <a:cubicBezTo>
                        <a:pt x="0" y="22"/>
                        <a:pt x="2" y="24"/>
                        <a:pt x="5" y="24"/>
                      </a:cubicBezTo>
                      <a:close/>
                    </a:path>
                  </a:pathLst>
                </a:custGeom>
                <a:grpFill/>
                <a:ln>
                  <a:noFill/>
                </a:ln>
                <a:extLst>
                  <a:ext uri="{91240B29-F687-4f45-9708-019B960494DF}">
                    <a14:hiddenLine xmlns="" xmlns:lc="http://schemas.openxmlformats.org/drawingml/2006/lockedCanvas" xmlns:a14="http://schemas.microsoft.com/office/drawing/2010/main" xmlns:p14="http://schemas.microsoft.com/office/powerpoint/2010/main" xmlns:a16="http://schemas.microsoft.com/office/drawing/2014/main" w="9525">
                      <a:solidFill>
                        <a:srgbClr val="000000"/>
                      </a:solidFill>
                      <a:round/>
                      <a:headEnd/>
                      <a:tailEnd/>
                    </a14:hiddenLine>
                  </a:ext>
                </a:extLst>
              </p:spPr>
              <p:txBody>
                <a:bodyPr anchor="ctr"/>
                <a:lstStyle/>
                <a:p>
                  <a:pPr algn="ctr">
                    <a:lnSpc>
                      <a:spcPct val="120000"/>
                    </a:lnSpc>
                  </a:pPr>
                  <a:endParaRPr sz="3200">
                    <a:cs typeface="+mn-ea"/>
                    <a:sym typeface="+mn-lt"/>
                  </a:endParaRPr>
                </a:p>
              </p:txBody>
            </p:sp>
            <p:sp>
              <p:nvSpPr>
                <p:cNvPr id="243" name="ïṡ1iḑe">
                  <a:extLst>
                    <a:ext uri="{FF2B5EF4-FFF2-40B4-BE49-F238E27FC236}">
                      <a16:creationId xmlns:a16="http://schemas.microsoft.com/office/drawing/2014/main" id="{DE537ECE-2669-4A50-82C1-D334A20FD5BD}"/>
                    </a:ext>
                  </a:extLst>
                </p:cNvPr>
                <p:cNvSpPr/>
                <p:nvPr/>
              </p:nvSpPr>
              <p:spPr bwMode="auto">
                <a:xfrm>
                  <a:off x="2652686" y="2010199"/>
                  <a:ext cx="133570" cy="123767"/>
                </a:xfrm>
                <a:custGeom>
                  <a:avLst/>
                  <a:gdLst>
                    <a:gd name="T0" fmla="*/ 5 w 30"/>
                    <a:gd name="T1" fmla="*/ 28 h 28"/>
                    <a:gd name="T2" fmla="*/ 10 w 30"/>
                    <a:gd name="T3" fmla="*/ 23 h 28"/>
                    <a:gd name="T4" fmla="*/ 10 w 30"/>
                    <a:gd name="T5" fmla="*/ 23 h 28"/>
                    <a:gd name="T6" fmla="*/ 10 w 30"/>
                    <a:gd name="T7" fmla="*/ 6 h 28"/>
                    <a:gd name="T8" fmla="*/ 27 w 30"/>
                    <a:gd name="T9" fmla="*/ 6 h 28"/>
                    <a:gd name="T10" fmla="*/ 27 w 30"/>
                    <a:gd name="T11" fmla="*/ 18 h 28"/>
                    <a:gd name="T12" fmla="*/ 25 w 30"/>
                    <a:gd name="T13" fmla="*/ 18 h 28"/>
                    <a:gd name="T14" fmla="*/ 20 w 30"/>
                    <a:gd name="T15" fmla="*/ 23 h 28"/>
                    <a:gd name="T16" fmla="*/ 25 w 30"/>
                    <a:gd name="T17" fmla="*/ 28 h 28"/>
                    <a:gd name="T18" fmla="*/ 30 w 30"/>
                    <a:gd name="T19" fmla="*/ 23 h 28"/>
                    <a:gd name="T20" fmla="*/ 30 w 30"/>
                    <a:gd name="T21" fmla="*/ 23 h 28"/>
                    <a:gd name="T22" fmla="*/ 30 w 30"/>
                    <a:gd name="T23" fmla="*/ 23 h 28"/>
                    <a:gd name="T24" fmla="*/ 30 w 30"/>
                    <a:gd name="T25" fmla="*/ 6 h 28"/>
                    <a:gd name="T26" fmla="*/ 30 w 30"/>
                    <a:gd name="T27" fmla="*/ 0 h 28"/>
                    <a:gd name="T28" fmla="*/ 27 w 30"/>
                    <a:gd name="T29" fmla="*/ 0 h 28"/>
                    <a:gd name="T30" fmla="*/ 10 w 30"/>
                    <a:gd name="T31" fmla="*/ 0 h 28"/>
                    <a:gd name="T32" fmla="*/ 7 w 30"/>
                    <a:gd name="T33" fmla="*/ 0 h 28"/>
                    <a:gd name="T34" fmla="*/ 7 w 30"/>
                    <a:gd name="T35" fmla="*/ 6 h 28"/>
                    <a:gd name="T36" fmla="*/ 7 w 30"/>
                    <a:gd name="T37" fmla="*/ 18 h 28"/>
                    <a:gd name="T38" fmla="*/ 5 w 30"/>
                    <a:gd name="T39" fmla="*/ 18 h 28"/>
                    <a:gd name="T40" fmla="*/ 0 w 30"/>
                    <a:gd name="T41" fmla="*/ 23 h 28"/>
                    <a:gd name="T42" fmla="*/ 5 w 30"/>
                    <a:gd name="T43" fmla="*/ 28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0" h="28">
                      <a:moveTo>
                        <a:pt x="5" y="28"/>
                      </a:moveTo>
                      <a:cubicBezTo>
                        <a:pt x="8" y="28"/>
                        <a:pt x="10" y="26"/>
                        <a:pt x="10" y="23"/>
                      </a:cubicBezTo>
                      <a:cubicBezTo>
                        <a:pt x="10" y="23"/>
                        <a:pt x="10" y="23"/>
                        <a:pt x="10" y="23"/>
                      </a:cubicBezTo>
                      <a:cubicBezTo>
                        <a:pt x="10" y="6"/>
                        <a:pt x="10" y="6"/>
                        <a:pt x="10" y="6"/>
                      </a:cubicBezTo>
                      <a:cubicBezTo>
                        <a:pt x="27" y="6"/>
                        <a:pt x="27" y="6"/>
                        <a:pt x="27" y="6"/>
                      </a:cubicBezTo>
                      <a:cubicBezTo>
                        <a:pt x="27" y="18"/>
                        <a:pt x="27" y="18"/>
                        <a:pt x="27" y="18"/>
                      </a:cubicBezTo>
                      <a:cubicBezTo>
                        <a:pt x="26" y="18"/>
                        <a:pt x="26" y="18"/>
                        <a:pt x="25" y="18"/>
                      </a:cubicBezTo>
                      <a:cubicBezTo>
                        <a:pt x="22" y="18"/>
                        <a:pt x="20" y="20"/>
                        <a:pt x="20" y="23"/>
                      </a:cubicBezTo>
                      <a:cubicBezTo>
                        <a:pt x="20" y="26"/>
                        <a:pt x="22" y="28"/>
                        <a:pt x="25" y="28"/>
                      </a:cubicBezTo>
                      <a:cubicBezTo>
                        <a:pt x="28" y="28"/>
                        <a:pt x="30" y="26"/>
                        <a:pt x="30" y="23"/>
                      </a:cubicBezTo>
                      <a:cubicBezTo>
                        <a:pt x="30" y="23"/>
                        <a:pt x="30" y="23"/>
                        <a:pt x="30" y="23"/>
                      </a:cubicBezTo>
                      <a:cubicBezTo>
                        <a:pt x="30" y="23"/>
                        <a:pt x="30" y="23"/>
                        <a:pt x="30" y="23"/>
                      </a:cubicBezTo>
                      <a:cubicBezTo>
                        <a:pt x="30" y="6"/>
                        <a:pt x="30" y="6"/>
                        <a:pt x="30" y="6"/>
                      </a:cubicBezTo>
                      <a:cubicBezTo>
                        <a:pt x="30" y="0"/>
                        <a:pt x="30" y="0"/>
                        <a:pt x="30" y="0"/>
                      </a:cubicBezTo>
                      <a:cubicBezTo>
                        <a:pt x="27" y="0"/>
                        <a:pt x="27" y="0"/>
                        <a:pt x="27" y="0"/>
                      </a:cubicBezTo>
                      <a:cubicBezTo>
                        <a:pt x="10" y="0"/>
                        <a:pt x="10" y="0"/>
                        <a:pt x="10" y="0"/>
                      </a:cubicBezTo>
                      <a:cubicBezTo>
                        <a:pt x="7" y="0"/>
                        <a:pt x="7" y="0"/>
                        <a:pt x="7" y="0"/>
                      </a:cubicBezTo>
                      <a:cubicBezTo>
                        <a:pt x="7" y="6"/>
                        <a:pt x="7" y="6"/>
                        <a:pt x="7" y="6"/>
                      </a:cubicBezTo>
                      <a:cubicBezTo>
                        <a:pt x="7" y="18"/>
                        <a:pt x="7" y="18"/>
                        <a:pt x="7" y="18"/>
                      </a:cubicBezTo>
                      <a:cubicBezTo>
                        <a:pt x="6" y="18"/>
                        <a:pt x="5" y="18"/>
                        <a:pt x="5" y="18"/>
                      </a:cubicBezTo>
                      <a:cubicBezTo>
                        <a:pt x="2" y="18"/>
                        <a:pt x="0" y="20"/>
                        <a:pt x="0" y="23"/>
                      </a:cubicBezTo>
                      <a:cubicBezTo>
                        <a:pt x="0" y="26"/>
                        <a:pt x="2" y="28"/>
                        <a:pt x="5" y="28"/>
                      </a:cubicBezTo>
                      <a:close/>
                    </a:path>
                  </a:pathLst>
                </a:custGeom>
                <a:grpFill/>
                <a:ln>
                  <a:noFill/>
                </a:ln>
                <a:extLst>
                  <a:ext uri="{91240B29-F687-4f45-9708-019B960494DF}">
                    <a14:hiddenLine xmlns="" xmlns:lc="http://schemas.openxmlformats.org/drawingml/2006/lockedCanvas" xmlns:a14="http://schemas.microsoft.com/office/drawing/2010/main" xmlns:p14="http://schemas.microsoft.com/office/powerpoint/2010/main" xmlns:a16="http://schemas.microsoft.com/office/drawing/2014/main" w="9525">
                      <a:solidFill>
                        <a:srgbClr val="000000"/>
                      </a:solidFill>
                      <a:round/>
                      <a:headEnd/>
                      <a:tailEnd/>
                    </a14:hiddenLine>
                  </a:ext>
                </a:extLst>
              </p:spPr>
              <p:txBody>
                <a:bodyPr anchor="ctr"/>
                <a:lstStyle/>
                <a:p>
                  <a:pPr algn="ctr">
                    <a:lnSpc>
                      <a:spcPct val="120000"/>
                    </a:lnSpc>
                  </a:pPr>
                  <a:endParaRPr sz="3200">
                    <a:cs typeface="+mn-ea"/>
                    <a:sym typeface="+mn-lt"/>
                  </a:endParaRPr>
                </a:p>
              </p:txBody>
            </p:sp>
            <p:sp>
              <p:nvSpPr>
                <p:cNvPr id="244" name="ïṥ1ïḑê">
                  <a:extLst>
                    <a:ext uri="{FF2B5EF4-FFF2-40B4-BE49-F238E27FC236}">
                      <a16:creationId xmlns:a16="http://schemas.microsoft.com/office/drawing/2014/main" id="{7DAF2A90-1A58-402F-A99E-EB405B5C5225}"/>
                    </a:ext>
                  </a:extLst>
                </p:cNvPr>
                <p:cNvSpPr/>
                <p:nvPr/>
              </p:nvSpPr>
              <p:spPr bwMode="auto">
                <a:xfrm>
                  <a:off x="3615860" y="4155897"/>
                  <a:ext cx="79652" cy="101709"/>
                </a:xfrm>
                <a:custGeom>
                  <a:avLst/>
                  <a:gdLst>
                    <a:gd name="T0" fmla="*/ 0 w 18"/>
                    <a:gd name="T1" fmla="*/ 0 h 23"/>
                    <a:gd name="T2" fmla="*/ 7 w 18"/>
                    <a:gd name="T3" fmla="*/ 23 h 23"/>
                    <a:gd name="T4" fmla="*/ 18 w 18"/>
                    <a:gd name="T5" fmla="*/ 0 h 23"/>
                    <a:gd name="T6" fmla="*/ 0 w 18"/>
                    <a:gd name="T7" fmla="*/ 0 h 23"/>
                  </a:gdLst>
                  <a:ahLst/>
                  <a:cxnLst>
                    <a:cxn ang="0">
                      <a:pos x="T0" y="T1"/>
                    </a:cxn>
                    <a:cxn ang="0">
                      <a:pos x="T2" y="T3"/>
                    </a:cxn>
                    <a:cxn ang="0">
                      <a:pos x="T4" y="T5"/>
                    </a:cxn>
                    <a:cxn ang="0">
                      <a:pos x="T6" y="T7"/>
                    </a:cxn>
                  </a:cxnLst>
                  <a:rect l="0" t="0" r="r" b="b"/>
                  <a:pathLst>
                    <a:path w="18" h="23">
                      <a:moveTo>
                        <a:pt x="0" y="0"/>
                      </a:moveTo>
                      <a:cubicBezTo>
                        <a:pt x="1" y="9"/>
                        <a:pt x="3" y="17"/>
                        <a:pt x="7" y="23"/>
                      </a:cubicBezTo>
                      <a:cubicBezTo>
                        <a:pt x="13" y="17"/>
                        <a:pt x="18" y="9"/>
                        <a:pt x="18" y="0"/>
                      </a:cubicBezTo>
                      <a:lnTo>
                        <a:pt x="0" y="0"/>
                      </a:lnTo>
                      <a:close/>
                    </a:path>
                  </a:pathLst>
                </a:custGeom>
                <a:grpFill/>
                <a:ln>
                  <a:noFill/>
                </a:ln>
                <a:extLst>
                  <a:ext uri="{91240B29-F687-4f45-9708-019B960494DF}">
                    <a14:hiddenLine xmlns="" xmlns:lc="http://schemas.openxmlformats.org/drawingml/2006/lockedCanvas" xmlns:a14="http://schemas.microsoft.com/office/drawing/2010/main" xmlns:p14="http://schemas.microsoft.com/office/powerpoint/2010/main" xmlns:a16="http://schemas.microsoft.com/office/drawing/2014/main" w="9525">
                      <a:solidFill>
                        <a:srgbClr val="000000"/>
                      </a:solidFill>
                      <a:round/>
                      <a:headEnd/>
                      <a:tailEnd/>
                    </a14:hiddenLine>
                  </a:ext>
                </a:extLst>
              </p:spPr>
              <p:txBody>
                <a:bodyPr anchor="ctr"/>
                <a:lstStyle/>
                <a:p>
                  <a:pPr algn="ctr">
                    <a:lnSpc>
                      <a:spcPct val="120000"/>
                    </a:lnSpc>
                  </a:pPr>
                  <a:endParaRPr sz="3200">
                    <a:cs typeface="+mn-ea"/>
                    <a:sym typeface="+mn-lt"/>
                  </a:endParaRPr>
                </a:p>
              </p:txBody>
            </p:sp>
            <p:sp>
              <p:nvSpPr>
                <p:cNvPr id="245" name="í$ḻîdè">
                  <a:extLst>
                    <a:ext uri="{FF2B5EF4-FFF2-40B4-BE49-F238E27FC236}">
                      <a16:creationId xmlns:a16="http://schemas.microsoft.com/office/drawing/2014/main" id="{5BD7BB50-1B54-4A4A-868A-5E3244A31F9B}"/>
                    </a:ext>
                  </a:extLst>
                </p:cNvPr>
                <p:cNvSpPr/>
                <p:nvPr/>
              </p:nvSpPr>
              <p:spPr bwMode="auto">
                <a:xfrm>
                  <a:off x="3615860" y="4028454"/>
                  <a:ext cx="79652" cy="101709"/>
                </a:xfrm>
                <a:custGeom>
                  <a:avLst/>
                  <a:gdLst>
                    <a:gd name="T0" fmla="*/ 7 w 18"/>
                    <a:gd name="T1" fmla="*/ 0 h 23"/>
                    <a:gd name="T2" fmla="*/ 0 w 18"/>
                    <a:gd name="T3" fmla="*/ 23 h 23"/>
                    <a:gd name="T4" fmla="*/ 18 w 18"/>
                    <a:gd name="T5" fmla="*/ 23 h 23"/>
                    <a:gd name="T6" fmla="*/ 7 w 18"/>
                    <a:gd name="T7" fmla="*/ 0 h 23"/>
                  </a:gdLst>
                  <a:ahLst/>
                  <a:cxnLst>
                    <a:cxn ang="0">
                      <a:pos x="T0" y="T1"/>
                    </a:cxn>
                    <a:cxn ang="0">
                      <a:pos x="T2" y="T3"/>
                    </a:cxn>
                    <a:cxn ang="0">
                      <a:pos x="T4" y="T5"/>
                    </a:cxn>
                    <a:cxn ang="0">
                      <a:pos x="T6" y="T7"/>
                    </a:cxn>
                  </a:cxnLst>
                  <a:rect l="0" t="0" r="r" b="b"/>
                  <a:pathLst>
                    <a:path w="18" h="23">
                      <a:moveTo>
                        <a:pt x="7" y="0"/>
                      </a:moveTo>
                      <a:cubicBezTo>
                        <a:pt x="3" y="6"/>
                        <a:pt x="1" y="14"/>
                        <a:pt x="0" y="23"/>
                      </a:cubicBezTo>
                      <a:cubicBezTo>
                        <a:pt x="18" y="23"/>
                        <a:pt x="18" y="23"/>
                        <a:pt x="18" y="23"/>
                      </a:cubicBezTo>
                      <a:cubicBezTo>
                        <a:pt x="18" y="14"/>
                        <a:pt x="13" y="6"/>
                        <a:pt x="7" y="0"/>
                      </a:cubicBezTo>
                      <a:close/>
                    </a:path>
                  </a:pathLst>
                </a:custGeom>
                <a:grpFill/>
                <a:ln>
                  <a:noFill/>
                </a:ln>
                <a:extLst>
                  <a:ext uri="{91240B29-F687-4f45-9708-019B960494DF}">
                    <a14:hiddenLine xmlns="" xmlns:lc="http://schemas.openxmlformats.org/drawingml/2006/lockedCanvas" xmlns:a14="http://schemas.microsoft.com/office/drawing/2010/main" xmlns:p14="http://schemas.microsoft.com/office/powerpoint/2010/main" xmlns:a16="http://schemas.microsoft.com/office/drawing/2014/main" w="9525">
                      <a:solidFill>
                        <a:srgbClr val="000000"/>
                      </a:solidFill>
                      <a:round/>
                      <a:headEnd/>
                      <a:tailEnd/>
                    </a14:hiddenLine>
                  </a:ext>
                </a:extLst>
              </p:spPr>
              <p:txBody>
                <a:bodyPr anchor="ctr"/>
                <a:lstStyle/>
                <a:p>
                  <a:pPr algn="ctr">
                    <a:lnSpc>
                      <a:spcPct val="120000"/>
                    </a:lnSpc>
                  </a:pPr>
                  <a:endParaRPr sz="3200">
                    <a:cs typeface="+mn-ea"/>
                    <a:sym typeface="+mn-lt"/>
                  </a:endParaRPr>
                </a:p>
              </p:txBody>
            </p:sp>
            <p:sp>
              <p:nvSpPr>
                <p:cNvPr id="246" name="íṧlíḍé">
                  <a:extLst>
                    <a:ext uri="{FF2B5EF4-FFF2-40B4-BE49-F238E27FC236}">
                      <a16:creationId xmlns:a16="http://schemas.microsoft.com/office/drawing/2014/main" id="{0FED0B2A-CB68-4E9E-A56F-0305FAD7EA27}"/>
                    </a:ext>
                  </a:extLst>
                </p:cNvPr>
                <p:cNvSpPr/>
                <p:nvPr/>
              </p:nvSpPr>
              <p:spPr bwMode="auto">
                <a:xfrm>
                  <a:off x="3554590" y="3988015"/>
                  <a:ext cx="69849" cy="142148"/>
                </a:xfrm>
                <a:custGeom>
                  <a:avLst/>
                  <a:gdLst>
                    <a:gd name="T0" fmla="*/ 0 w 16"/>
                    <a:gd name="T1" fmla="*/ 0 h 32"/>
                    <a:gd name="T2" fmla="*/ 0 w 16"/>
                    <a:gd name="T3" fmla="*/ 32 h 32"/>
                    <a:gd name="T4" fmla="*/ 8 w 16"/>
                    <a:gd name="T5" fmla="*/ 32 h 32"/>
                    <a:gd name="T6" fmla="*/ 16 w 16"/>
                    <a:gd name="T7" fmla="*/ 5 h 32"/>
                    <a:gd name="T8" fmla="*/ 0 w 16"/>
                    <a:gd name="T9" fmla="*/ 0 h 32"/>
                  </a:gdLst>
                  <a:ahLst/>
                  <a:cxnLst>
                    <a:cxn ang="0">
                      <a:pos x="T0" y="T1"/>
                    </a:cxn>
                    <a:cxn ang="0">
                      <a:pos x="T2" y="T3"/>
                    </a:cxn>
                    <a:cxn ang="0">
                      <a:pos x="T4" y="T5"/>
                    </a:cxn>
                    <a:cxn ang="0">
                      <a:pos x="T6" y="T7"/>
                    </a:cxn>
                    <a:cxn ang="0">
                      <a:pos x="T8" y="T9"/>
                    </a:cxn>
                  </a:cxnLst>
                  <a:rect l="0" t="0" r="r" b="b"/>
                  <a:pathLst>
                    <a:path w="16" h="32">
                      <a:moveTo>
                        <a:pt x="0" y="0"/>
                      </a:moveTo>
                      <a:cubicBezTo>
                        <a:pt x="0" y="32"/>
                        <a:pt x="0" y="32"/>
                        <a:pt x="0" y="32"/>
                      </a:cubicBezTo>
                      <a:cubicBezTo>
                        <a:pt x="8" y="32"/>
                        <a:pt x="8" y="32"/>
                        <a:pt x="8" y="32"/>
                      </a:cubicBezTo>
                      <a:cubicBezTo>
                        <a:pt x="9" y="21"/>
                        <a:pt x="12" y="12"/>
                        <a:pt x="16" y="5"/>
                      </a:cubicBezTo>
                      <a:cubicBezTo>
                        <a:pt x="12" y="2"/>
                        <a:pt x="6" y="0"/>
                        <a:pt x="0" y="0"/>
                      </a:cubicBezTo>
                      <a:close/>
                    </a:path>
                  </a:pathLst>
                </a:custGeom>
                <a:grpFill/>
                <a:ln>
                  <a:noFill/>
                </a:ln>
                <a:extLst>
                  <a:ext uri="{91240B29-F687-4f45-9708-019B960494DF}">
                    <a14:hiddenLine xmlns="" xmlns:lc="http://schemas.openxmlformats.org/drawingml/2006/lockedCanvas" xmlns:a14="http://schemas.microsoft.com/office/drawing/2010/main" xmlns:p14="http://schemas.microsoft.com/office/powerpoint/2010/main" xmlns:a16="http://schemas.microsoft.com/office/drawing/2014/main" w="9525">
                      <a:solidFill>
                        <a:srgbClr val="000000"/>
                      </a:solidFill>
                      <a:round/>
                      <a:headEnd/>
                      <a:tailEnd/>
                    </a14:hiddenLine>
                  </a:ext>
                </a:extLst>
              </p:spPr>
              <p:txBody>
                <a:bodyPr anchor="ctr"/>
                <a:lstStyle/>
                <a:p>
                  <a:pPr algn="ctr">
                    <a:lnSpc>
                      <a:spcPct val="120000"/>
                    </a:lnSpc>
                  </a:pPr>
                  <a:endParaRPr sz="3200">
                    <a:cs typeface="+mn-ea"/>
                    <a:sym typeface="+mn-lt"/>
                  </a:endParaRPr>
                </a:p>
              </p:txBody>
            </p:sp>
            <p:sp>
              <p:nvSpPr>
                <p:cNvPr id="247" name="iśļïḋe">
                  <a:extLst>
                    <a:ext uri="{FF2B5EF4-FFF2-40B4-BE49-F238E27FC236}">
                      <a16:creationId xmlns:a16="http://schemas.microsoft.com/office/drawing/2014/main" id="{CC3569A4-2B9F-454F-BEFE-084252571554}"/>
                    </a:ext>
                  </a:extLst>
                </p:cNvPr>
                <p:cNvSpPr/>
                <p:nvPr/>
              </p:nvSpPr>
              <p:spPr bwMode="auto">
                <a:xfrm>
                  <a:off x="3456557" y="4155897"/>
                  <a:ext cx="71074" cy="142148"/>
                </a:xfrm>
                <a:custGeom>
                  <a:avLst/>
                  <a:gdLst>
                    <a:gd name="T0" fmla="*/ 16 w 16"/>
                    <a:gd name="T1" fmla="*/ 32 h 32"/>
                    <a:gd name="T2" fmla="*/ 16 w 16"/>
                    <a:gd name="T3" fmla="*/ 0 h 32"/>
                    <a:gd name="T4" fmla="*/ 8 w 16"/>
                    <a:gd name="T5" fmla="*/ 0 h 32"/>
                    <a:gd name="T6" fmla="*/ 0 w 16"/>
                    <a:gd name="T7" fmla="*/ 27 h 32"/>
                    <a:gd name="T8" fmla="*/ 16 w 16"/>
                    <a:gd name="T9" fmla="*/ 32 h 32"/>
                  </a:gdLst>
                  <a:ahLst/>
                  <a:cxnLst>
                    <a:cxn ang="0">
                      <a:pos x="T0" y="T1"/>
                    </a:cxn>
                    <a:cxn ang="0">
                      <a:pos x="T2" y="T3"/>
                    </a:cxn>
                    <a:cxn ang="0">
                      <a:pos x="T4" y="T5"/>
                    </a:cxn>
                    <a:cxn ang="0">
                      <a:pos x="T6" y="T7"/>
                    </a:cxn>
                    <a:cxn ang="0">
                      <a:pos x="T8" y="T9"/>
                    </a:cxn>
                  </a:cxnLst>
                  <a:rect l="0" t="0" r="r" b="b"/>
                  <a:pathLst>
                    <a:path w="16" h="32">
                      <a:moveTo>
                        <a:pt x="16" y="32"/>
                      </a:moveTo>
                      <a:cubicBezTo>
                        <a:pt x="16" y="0"/>
                        <a:pt x="16" y="0"/>
                        <a:pt x="16" y="0"/>
                      </a:cubicBezTo>
                      <a:cubicBezTo>
                        <a:pt x="8" y="0"/>
                        <a:pt x="8" y="0"/>
                        <a:pt x="8" y="0"/>
                      </a:cubicBezTo>
                      <a:cubicBezTo>
                        <a:pt x="7" y="11"/>
                        <a:pt x="4" y="20"/>
                        <a:pt x="0" y="27"/>
                      </a:cubicBezTo>
                      <a:cubicBezTo>
                        <a:pt x="5" y="30"/>
                        <a:pt x="10" y="32"/>
                        <a:pt x="16" y="32"/>
                      </a:cubicBezTo>
                      <a:close/>
                    </a:path>
                  </a:pathLst>
                </a:custGeom>
                <a:grpFill/>
                <a:ln>
                  <a:noFill/>
                </a:ln>
                <a:extLst>
                  <a:ext uri="{91240B29-F687-4f45-9708-019B960494DF}">
                    <a14:hiddenLine xmlns="" xmlns:lc="http://schemas.openxmlformats.org/drawingml/2006/lockedCanvas" xmlns:a14="http://schemas.microsoft.com/office/drawing/2010/main" xmlns:p14="http://schemas.microsoft.com/office/powerpoint/2010/main" xmlns:a16="http://schemas.microsoft.com/office/drawing/2014/main" w="9525">
                      <a:solidFill>
                        <a:srgbClr val="000000"/>
                      </a:solidFill>
                      <a:round/>
                      <a:headEnd/>
                      <a:tailEnd/>
                    </a14:hiddenLine>
                  </a:ext>
                </a:extLst>
              </p:spPr>
              <p:txBody>
                <a:bodyPr anchor="ctr"/>
                <a:lstStyle/>
                <a:p>
                  <a:pPr algn="ctr">
                    <a:lnSpc>
                      <a:spcPct val="120000"/>
                    </a:lnSpc>
                  </a:pPr>
                  <a:endParaRPr sz="3200">
                    <a:cs typeface="+mn-ea"/>
                    <a:sym typeface="+mn-lt"/>
                  </a:endParaRPr>
                </a:p>
              </p:txBody>
            </p:sp>
            <p:sp>
              <p:nvSpPr>
                <p:cNvPr id="248" name="iṡļíḓé">
                  <a:extLst>
                    <a:ext uri="{FF2B5EF4-FFF2-40B4-BE49-F238E27FC236}">
                      <a16:creationId xmlns:a16="http://schemas.microsoft.com/office/drawing/2014/main" id="{580D9A73-26B3-43D6-ACEB-9C382C512E0B}"/>
                    </a:ext>
                  </a:extLst>
                </p:cNvPr>
                <p:cNvSpPr/>
                <p:nvPr/>
              </p:nvSpPr>
              <p:spPr bwMode="auto">
                <a:xfrm>
                  <a:off x="3456557" y="3988015"/>
                  <a:ext cx="71074" cy="142148"/>
                </a:xfrm>
                <a:custGeom>
                  <a:avLst/>
                  <a:gdLst>
                    <a:gd name="T0" fmla="*/ 8 w 16"/>
                    <a:gd name="T1" fmla="*/ 32 h 32"/>
                    <a:gd name="T2" fmla="*/ 16 w 16"/>
                    <a:gd name="T3" fmla="*/ 32 h 32"/>
                    <a:gd name="T4" fmla="*/ 16 w 16"/>
                    <a:gd name="T5" fmla="*/ 0 h 32"/>
                    <a:gd name="T6" fmla="*/ 0 w 16"/>
                    <a:gd name="T7" fmla="*/ 6 h 32"/>
                    <a:gd name="T8" fmla="*/ 8 w 16"/>
                    <a:gd name="T9" fmla="*/ 32 h 32"/>
                  </a:gdLst>
                  <a:ahLst/>
                  <a:cxnLst>
                    <a:cxn ang="0">
                      <a:pos x="T0" y="T1"/>
                    </a:cxn>
                    <a:cxn ang="0">
                      <a:pos x="T2" y="T3"/>
                    </a:cxn>
                    <a:cxn ang="0">
                      <a:pos x="T4" y="T5"/>
                    </a:cxn>
                    <a:cxn ang="0">
                      <a:pos x="T6" y="T7"/>
                    </a:cxn>
                    <a:cxn ang="0">
                      <a:pos x="T8" y="T9"/>
                    </a:cxn>
                  </a:cxnLst>
                  <a:rect l="0" t="0" r="r" b="b"/>
                  <a:pathLst>
                    <a:path w="16" h="32">
                      <a:moveTo>
                        <a:pt x="8" y="32"/>
                      </a:moveTo>
                      <a:cubicBezTo>
                        <a:pt x="16" y="32"/>
                        <a:pt x="16" y="32"/>
                        <a:pt x="16" y="32"/>
                      </a:cubicBezTo>
                      <a:cubicBezTo>
                        <a:pt x="16" y="0"/>
                        <a:pt x="16" y="0"/>
                        <a:pt x="16" y="0"/>
                      </a:cubicBezTo>
                      <a:cubicBezTo>
                        <a:pt x="10" y="0"/>
                        <a:pt x="5" y="2"/>
                        <a:pt x="0" y="6"/>
                      </a:cubicBezTo>
                      <a:cubicBezTo>
                        <a:pt x="4" y="12"/>
                        <a:pt x="7" y="21"/>
                        <a:pt x="8" y="32"/>
                      </a:cubicBezTo>
                      <a:close/>
                    </a:path>
                  </a:pathLst>
                </a:custGeom>
                <a:grpFill/>
                <a:ln>
                  <a:noFill/>
                </a:ln>
                <a:extLst>
                  <a:ext uri="{91240B29-F687-4f45-9708-019B960494DF}">
                    <a14:hiddenLine xmlns="" xmlns:lc="http://schemas.openxmlformats.org/drawingml/2006/lockedCanvas" xmlns:a14="http://schemas.microsoft.com/office/drawing/2010/main" xmlns:p14="http://schemas.microsoft.com/office/powerpoint/2010/main" xmlns:a16="http://schemas.microsoft.com/office/drawing/2014/main" w="9525">
                      <a:solidFill>
                        <a:srgbClr val="000000"/>
                      </a:solidFill>
                      <a:round/>
                      <a:headEnd/>
                      <a:tailEnd/>
                    </a14:hiddenLine>
                  </a:ext>
                </a:extLst>
              </p:spPr>
              <p:txBody>
                <a:bodyPr anchor="ctr"/>
                <a:lstStyle/>
                <a:p>
                  <a:pPr algn="ctr">
                    <a:lnSpc>
                      <a:spcPct val="120000"/>
                    </a:lnSpc>
                  </a:pPr>
                  <a:endParaRPr sz="3200">
                    <a:cs typeface="+mn-ea"/>
                    <a:sym typeface="+mn-lt"/>
                  </a:endParaRPr>
                </a:p>
              </p:txBody>
            </p:sp>
            <p:sp>
              <p:nvSpPr>
                <p:cNvPr id="249" name="íṩļiḋé">
                  <a:extLst>
                    <a:ext uri="{FF2B5EF4-FFF2-40B4-BE49-F238E27FC236}">
                      <a16:creationId xmlns:a16="http://schemas.microsoft.com/office/drawing/2014/main" id="{4221322E-E4A6-45F9-9268-5447BAB6B1CE}"/>
                    </a:ext>
                  </a:extLst>
                </p:cNvPr>
                <p:cNvSpPr/>
                <p:nvPr/>
              </p:nvSpPr>
              <p:spPr bwMode="auto">
                <a:xfrm>
                  <a:off x="3386708" y="4155897"/>
                  <a:ext cx="79652" cy="101709"/>
                </a:xfrm>
                <a:custGeom>
                  <a:avLst/>
                  <a:gdLst>
                    <a:gd name="T0" fmla="*/ 11 w 18"/>
                    <a:gd name="T1" fmla="*/ 23 h 23"/>
                    <a:gd name="T2" fmla="*/ 18 w 18"/>
                    <a:gd name="T3" fmla="*/ 0 h 23"/>
                    <a:gd name="T4" fmla="*/ 0 w 18"/>
                    <a:gd name="T5" fmla="*/ 0 h 23"/>
                    <a:gd name="T6" fmla="*/ 11 w 18"/>
                    <a:gd name="T7" fmla="*/ 23 h 23"/>
                  </a:gdLst>
                  <a:ahLst/>
                  <a:cxnLst>
                    <a:cxn ang="0">
                      <a:pos x="T0" y="T1"/>
                    </a:cxn>
                    <a:cxn ang="0">
                      <a:pos x="T2" y="T3"/>
                    </a:cxn>
                    <a:cxn ang="0">
                      <a:pos x="T4" y="T5"/>
                    </a:cxn>
                    <a:cxn ang="0">
                      <a:pos x="T6" y="T7"/>
                    </a:cxn>
                  </a:cxnLst>
                  <a:rect l="0" t="0" r="r" b="b"/>
                  <a:pathLst>
                    <a:path w="18" h="23">
                      <a:moveTo>
                        <a:pt x="11" y="23"/>
                      </a:moveTo>
                      <a:cubicBezTo>
                        <a:pt x="15" y="17"/>
                        <a:pt x="18" y="9"/>
                        <a:pt x="18" y="0"/>
                      </a:cubicBezTo>
                      <a:cubicBezTo>
                        <a:pt x="0" y="0"/>
                        <a:pt x="0" y="0"/>
                        <a:pt x="0" y="0"/>
                      </a:cubicBezTo>
                      <a:cubicBezTo>
                        <a:pt x="1" y="9"/>
                        <a:pt x="5" y="17"/>
                        <a:pt x="11" y="23"/>
                      </a:cubicBezTo>
                      <a:close/>
                    </a:path>
                  </a:pathLst>
                </a:custGeom>
                <a:grpFill/>
                <a:ln>
                  <a:noFill/>
                </a:ln>
                <a:extLst>
                  <a:ext uri="{91240B29-F687-4f45-9708-019B960494DF}">
                    <a14:hiddenLine xmlns="" xmlns:lc="http://schemas.openxmlformats.org/drawingml/2006/lockedCanvas" xmlns:a14="http://schemas.microsoft.com/office/drawing/2010/main" xmlns:p14="http://schemas.microsoft.com/office/powerpoint/2010/main" xmlns:a16="http://schemas.microsoft.com/office/drawing/2014/main" w="9525">
                      <a:solidFill>
                        <a:srgbClr val="000000"/>
                      </a:solidFill>
                      <a:round/>
                      <a:headEnd/>
                      <a:tailEnd/>
                    </a14:hiddenLine>
                  </a:ext>
                </a:extLst>
              </p:spPr>
              <p:txBody>
                <a:bodyPr anchor="ctr"/>
                <a:lstStyle/>
                <a:p>
                  <a:pPr algn="ctr">
                    <a:lnSpc>
                      <a:spcPct val="120000"/>
                    </a:lnSpc>
                  </a:pPr>
                  <a:endParaRPr sz="3200">
                    <a:cs typeface="+mn-ea"/>
                    <a:sym typeface="+mn-lt"/>
                  </a:endParaRPr>
                </a:p>
              </p:txBody>
            </p:sp>
            <p:sp>
              <p:nvSpPr>
                <p:cNvPr id="250" name="íşľiḋe">
                  <a:extLst>
                    <a:ext uri="{FF2B5EF4-FFF2-40B4-BE49-F238E27FC236}">
                      <a16:creationId xmlns:a16="http://schemas.microsoft.com/office/drawing/2014/main" id="{6C97B37F-E65B-4FA4-A996-C05497DC5F41}"/>
                    </a:ext>
                  </a:extLst>
                </p:cNvPr>
                <p:cNvSpPr/>
                <p:nvPr/>
              </p:nvSpPr>
              <p:spPr bwMode="auto">
                <a:xfrm>
                  <a:off x="3386708" y="4028454"/>
                  <a:ext cx="79652" cy="101709"/>
                </a:xfrm>
                <a:custGeom>
                  <a:avLst/>
                  <a:gdLst>
                    <a:gd name="T0" fmla="*/ 11 w 18"/>
                    <a:gd name="T1" fmla="*/ 0 h 23"/>
                    <a:gd name="T2" fmla="*/ 0 w 18"/>
                    <a:gd name="T3" fmla="*/ 23 h 23"/>
                    <a:gd name="T4" fmla="*/ 18 w 18"/>
                    <a:gd name="T5" fmla="*/ 23 h 23"/>
                    <a:gd name="T6" fmla="*/ 11 w 18"/>
                    <a:gd name="T7" fmla="*/ 0 h 23"/>
                  </a:gdLst>
                  <a:ahLst/>
                  <a:cxnLst>
                    <a:cxn ang="0">
                      <a:pos x="T0" y="T1"/>
                    </a:cxn>
                    <a:cxn ang="0">
                      <a:pos x="T2" y="T3"/>
                    </a:cxn>
                    <a:cxn ang="0">
                      <a:pos x="T4" y="T5"/>
                    </a:cxn>
                    <a:cxn ang="0">
                      <a:pos x="T6" y="T7"/>
                    </a:cxn>
                  </a:cxnLst>
                  <a:rect l="0" t="0" r="r" b="b"/>
                  <a:pathLst>
                    <a:path w="18" h="23">
                      <a:moveTo>
                        <a:pt x="11" y="0"/>
                      </a:moveTo>
                      <a:cubicBezTo>
                        <a:pt x="5" y="6"/>
                        <a:pt x="1" y="14"/>
                        <a:pt x="0" y="23"/>
                      </a:cubicBezTo>
                      <a:cubicBezTo>
                        <a:pt x="18" y="23"/>
                        <a:pt x="18" y="23"/>
                        <a:pt x="18" y="23"/>
                      </a:cubicBezTo>
                      <a:cubicBezTo>
                        <a:pt x="18" y="14"/>
                        <a:pt x="15" y="6"/>
                        <a:pt x="11" y="0"/>
                      </a:cubicBezTo>
                      <a:close/>
                    </a:path>
                  </a:pathLst>
                </a:custGeom>
                <a:grpFill/>
                <a:ln>
                  <a:noFill/>
                </a:ln>
                <a:extLst>
                  <a:ext uri="{91240B29-F687-4f45-9708-019B960494DF}">
                    <a14:hiddenLine xmlns="" xmlns:lc="http://schemas.openxmlformats.org/drawingml/2006/lockedCanvas" xmlns:a14="http://schemas.microsoft.com/office/drawing/2010/main" xmlns:p14="http://schemas.microsoft.com/office/powerpoint/2010/main" xmlns:a16="http://schemas.microsoft.com/office/drawing/2014/main" w="9525">
                      <a:solidFill>
                        <a:srgbClr val="000000"/>
                      </a:solidFill>
                      <a:round/>
                      <a:headEnd/>
                      <a:tailEnd/>
                    </a14:hiddenLine>
                  </a:ext>
                </a:extLst>
              </p:spPr>
              <p:txBody>
                <a:bodyPr anchor="ctr"/>
                <a:lstStyle/>
                <a:p>
                  <a:pPr algn="ctr">
                    <a:lnSpc>
                      <a:spcPct val="120000"/>
                    </a:lnSpc>
                  </a:pPr>
                  <a:endParaRPr sz="3200">
                    <a:cs typeface="+mn-ea"/>
                    <a:sym typeface="+mn-lt"/>
                  </a:endParaRPr>
                </a:p>
              </p:txBody>
            </p:sp>
            <p:sp>
              <p:nvSpPr>
                <p:cNvPr id="251" name="iśliḍé">
                  <a:extLst>
                    <a:ext uri="{FF2B5EF4-FFF2-40B4-BE49-F238E27FC236}">
                      <a16:creationId xmlns:a16="http://schemas.microsoft.com/office/drawing/2014/main" id="{EB81570C-F2CA-4F1F-9FAC-5296B82F90B1}"/>
                    </a:ext>
                  </a:extLst>
                </p:cNvPr>
                <p:cNvSpPr/>
                <p:nvPr/>
              </p:nvSpPr>
              <p:spPr bwMode="auto">
                <a:xfrm>
                  <a:off x="3554590" y="4155897"/>
                  <a:ext cx="69849" cy="142148"/>
                </a:xfrm>
                <a:custGeom>
                  <a:avLst/>
                  <a:gdLst>
                    <a:gd name="T0" fmla="*/ 0 w 16"/>
                    <a:gd name="T1" fmla="*/ 32 h 32"/>
                    <a:gd name="T2" fmla="*/ 16 w 16"/>
                    <a:gd name="T3" fmla="*/ 27 h 32"/>
                    <a:gd name="T4" fmla="*/ 8 w 16"/>
                    <a:gd name="T5" fmla="*/ 0 h 32"/>
                    <a:gd name="T6" fmla="*/ 0 w 16"/>
                    <a:gd name="T7" fmla="*/ 0 h 32"/>
                    <a:gd name="T8" fmla="*/ 0 w 16"/>
                    <a:gd name="T9" fmla="*/ 32 h 32"/>
                  </a:gdLst>
                  <a:ahLst/>
                  <a:cxnLst>
                    <a:cxn ang="0">
                      <a:pos x="T0" y="T1"/>
                    </a:cxn>
                    <a:cxn ang="0">
                      <a:pos x="T2" y="T3"/>
                    </a:cxn>
                    <a:cxn ang="0">
                      <a:pos x="T4" y="T5"/>
                    </a:cxn>
                    <a:cxn ang="0">
                      <a:pos x="T6" y="T7"/>
                    </a:cxn>
                    <a:cxn ang="0">
                      <a:pos x="T8" y="T9"/>
                    </a:cxn>
                  </a:cxnLst>
                  <a:rect l="0" t="0" r="r" b="b"/>
                  <a:pathLst>
                    <a:path w="16" h="32">
                      <a:moveTo>
                        <a:pt x="0" y="32"/>
                      </a:moveTo>
                      <a:cubicBezTo>
                        <a:pt x="6" y="32"/>
                        <a:pt x="12" y="30"/>
                        <a:pt x="16" y="27"/>
                      </a:cubicBezTo>
                      <a:cubicBezTo>
                        <a:pt x="12" y="20"/>
                        <a:pt x="9" y="11"/>
                        <a:pt x="8" y="0"/>
                      </a:cubicBezTo>
                      <a:cubicBezTo>
                        <a:pt x="0" y="0"/>
                        <a:pt x="0" y="0"/>
                        <a:pt x="0" y="0"/>
                      </a:cubicBezTo>
                      <a:lnTo>
                        <a:pt x="0" y="32"/>
                      </a:lnTo>
                      <a:close/>
                    </a:path>
                  </a:pathLst>
                </a:custGeom>
                <a:grpFill/>
                <a:ln>
                  <a:noFill/>
                </a:ln>
                <a:extLst>
                  <a:ext uri="{91240B29-F687-4f45-9708-019B960494DF}">
                    <a14:hiddenLine xmlns="" xmlns:lc="http://schemas.openxmlformats.org/drawingml/2006/lockedCanvas" xmlns:a14="http://schemas.microsoft.com/office/drawing/2010/main" xmlns:p14="http://schemas.microsoft.com/office/powerpoint/2010/main" xmlns:a16="http://schemas.microsoft.com/office/drawing/2014/main" w="9525">
                      <a:solidFill>
                        <a:srgbClr val="000000"/>
                      </a:solidFill>
                      <a:round/>
                      <a:headEnd/>
                      <a:tailEnd/>
                    </a14:hiddenLine>
                  </a:ext>
                </a:extLst>
              </p:spPr>
              <p:txBody>
                <a:bodyPr anchor="ctr"/>
                <a:lstStyle/>
                <a:p>
                  <a:pPr algn="ctr">
                    <a:lnSpc>
                      <a:spcPct val="120000"/>
                    </a:lnSpc>
                  </a:pPr>
                  <a:endParaRPr sz="3200">
                    <a:cs typeface="+mn-ea"/>
                    <a:sym typeface="+mn-lt"/>
                  </a:endParaRPr>
                </a:p>
              </p:txBody>
            </p:sp>
            <p:sp>
              <p:nvSpPr>
                <p:cNvPr id="252" name="ï$ļîďé">
                  <a:extLst>
                    <a:ext uri="{FF2B5EF4-FFF2-40B4-BE49-F238E27FC236}">
                      <a16:creationId xmlns:a16="http://schemas.microsoft.com/office/drawing/2014/main" id="{0FDBA8FF-0B23-4711-B1D0-56DB444D2D6A}"/>
                    </a:ext>
                  </a:extLst>
                </p:cNvPr>
                <p:cNvSpPr/>
                <p:nvPr/>
              </p:nvSpPr>
              <p:spPr bwMode="auto">
                <a:xfrm>
                  <a:off x="3152654" y="3882630"/>
                  <a:ext cx="207095" cy="198517"/>
                </a:xfrm>
                <a:custGeom>
                  <a:avLst/>
                  <a:gdLst>
                    <a:gd name="T0" fmla="*/ 34 w 47"/>
                    <a:gd name="T1" fmla="*/ 27 h 45"/>
                    <a:gd name="T2" fmla="*/ 32 w 47"/>
                    <a:gd name="T3" fmla="*/ 5 h 45"/>
                    <a:gd name="T4" fmla="*/ 19 w 47"/>
                    <a:gd name="T5" fmla="*/ 0 h 45"/>
                    <a:gd name="T6" fmla="*/ 19 w 47"/>
                    <a:gd name="T7" fmla="*/ 15 h 45"/>
                    <a:gd name="T8" fmla="*/ 30 w 47"/>
                    <a:gd name="T9" fmla="*/ 15 h 45"/>
                    <a:gd name="T10" fmla="*/ 30 w 47"/>
                    <a:gd name="T11" fmla="*/ 21 h 45"/>
                    <a:gd name="T12" fmla="*/ 30 w 47"/>
                    <a:gd name="T13" fmla="*/ 21 h 45"/>
                    <a:gd name="T14" fmla="*/ 30 w 47"/>
                    <a:gd name="T15" fmla="*/ 21 h 45"/>
                    <a:gd name="T16" fmla="*/ 19 w 47"/>
                    <a:gd name="T17" fmla="*/ 21 h 45"/>
                    <a:gd name="T18" fmla="*/ 19 w 47"/>
                    <a:gd name="T19" fmla="*/ 36 h 45"/>
                    <a:gd name="T20" fmla="*/ 28 w 47"/>
                    <a:gd name="T21" fmla="*/ 33 h 45"/>
                    <a:gd name="T22" fmla="*/ 41 w 47"/>
                    <a:gd name="T23" fmla="*/ 45 h 45"/>
                    <a:gd name="T24" fmla="*/ 47 w 47"/>
                    <a:gd name="T25" fmla="*/ 40 h 45"/>
                    <a:gd name="T26" fmla="*/ 34 w 47"/>
                    <a:gd name="T27" fmla="*/ 27 h 45"/>
                    <a:gd name="T28" fmla="*/ 19 w 47"/>
                    <a:gd name="T29" fmla="*/ 0 h 45"/>
                    <a:gd name="T30" fmla="*/ 7 w 47"/>
                    <a:gd name="T31" fmla="*/ 5 h 45"/>
                    <a:gd name="T32" fmla="*/ 7 w 47"/>
                    <a:gd name="T33" fmla="*/ 30 h 45"/>
                    <a:gd name="T34" fmla="*/ 19 w 47"/>
                    <a:gd name="T35" fmla="*/ 36 h 45"/>
                    <a:gd name="T36" fmla="*/ 19 w 47"/>
                    <a:gd name="T37" fmla="*/ 21 h 45"/>
                    <a:gd name="T38" fmla="*/ 8 w 47"/>
                    <a:gd name="T39" fmla="*/ 21 h 45"/>
                    <a:gd name="T40" fmla="*/ 8 w 47"/>
                    <a:gd name="T41" fmla="*/ 15 h 45"/>
                    <a:gd name="T42" fmla="*/ 19 w 47"/>
                    <a:gd name="T43" fmla="*/ 15 h 45"/>
                    <a:gd name="T44" fmla="*/ 19 w 47"/>
                    <a:gd name="T45" fmla="*/ 0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7" h="45">
                      <a:moveTo>
                        <a:pt x="34" y="27"/>
                      </a:moveTo>
                      <a:cubicBezTo>
                        <a:pt x="38" y="20"/>
                        <a:pt x="38" y="11"/>
                        <a:pt x="32" y="5"/>
                      </a:cubicBezTo>
                      <a:cubicBezTo>
                        <a:pt x="28" y="2"/>
                        <a:pt x="24" y="0"/>
                        <a:pt x="19" y="0"/>
                      </a:cubicBezTo>
                      <a:cubicBezTo>
                        <a:pt x="19" y="15"/>
                        <a:pt x="19" y="15"/>
                        <a:pt x="19" y="15"/>
                      </a:cubicBezTo>
                      <a:cubicBezTo>
                        <a:pt x="30" y="15"/>
                        <a:pt x="30" y="15"/>
                        <a:pt x="30" y="15"/>
                      </a:cubicBezTo>
                      <a:cubicBezTo>
                        <a:pt x="30" y="21"/>
                        <a:pt x="30" y="21"/>
                        <a:pt x="30" y="21"/>
                      </a:cubicBezTo>
                      <a:cubicBezTo>
                        <a:pt x="30" y="21"/>
                        <a:pt x="30" y="21"/>
                        <a:pt x="30" y="21"/>
                      </a:cubicBezTo>
                      <a:cubicBezTo>
                        <a:pt x="30" y="21"/>
                        <a:pt x="30" y="21"/>
                        <a:pt x="30" y="21"/>
                      </a:cubicBezTo>
                      <a:cubicBezTo>
                        <a:pt x="19" y="21"/>
                        <a:pt x="19" y="21"/>
                        <a:pt x="19" y="21"/>
                      </a:cubicBezTo>
                      <a:cubicBezTo>
                        <a:pt x="19" y="36"/>
                        <a:pt x="19" y="36"/>
                        <a:pt x="19" y="36"/>
                      </a:cubicBezTo>
                      <a:cubicBezTo>
                        <a:pt x="22" y="36"/>
                        <a:pt x="26" y="35"/>
                        <a:pt x="28" y="33"/>
                      </a:cubicBezTo>
                      <a:cubicBezTo>
                        <a:pt x="41" y="45"/>
                        <a:pt x="41" y="45"/>
                        <a:pt x="41" y="45"/>
                      </a:cubicBezTo>
                      <a:cubicBezTo>
                        <a:pt x="47" y="40"/>
                        <a:pt x="47" y="40"/>
                        <a:pt x="47" y="40"/>
                      </a:cubicBezTo>
                      <a:lnTo>
                        <a:pt x="34" y="27"/>
                      </a:lnTo>
                      <a:close/>
                      <a:moveTo>
                        <a:pt x="19" y="0"/>
                      </a:moveTo>
                      <a:cubicBezTo>
                        <a:pt x="15" y="0"/>
                        <a:pt x="10" y="2"/>
                        <a:pt x="7" y="5"/>
                      </a:cubicBezTo>
                      <a:cubicBezTo>
                        <a:pt x="0" y="12"/>
                        <a:pt x="0" y="23"/>
                        <a:pt x="7" y="30"/>
                      </a:cubicBezTo>
                      <a:cubicBezTo>
                        <a:pt x="10" y="34"/>
                        <a:pt x="15" y="36"/>
                        <a:pt x="19" y="36"/>
                      </a:cubicBezTo>
                      <a:cubicBezTo>
                        <a:pt x="19" y="21"/>
                        <a:pt x="19" y="21"/>
                        <a:pt x="19" y="21"/>
                      </a:cubicBezTo>
                      <a:cubicBezTo>
                        <a:pt x="8" y="21"/>
                        <a:pt x="8" y="21"/>
                        <a:pt x="8" y="21"/>
                      </a:cubicBezTo>
                      <a:cubicBezTo>
                        <a:pt x="8" y="15"/>
                        <a:pt x="8" y="15"/>
                        <a:pt x="8" y="15"/>
                      </a:cubicBezTo>
                      <a:cubicBezTo>
                        <a:pt x="19" y="15"/>
                        <a:pt x="19" y="15"/>
                        <a:pt x="19" y="15"/>
                      </a:cubicBezTo>
                      <a:lnTo>
                        <a:pt x="19" y="0"/>
                      </a:lnTo>
                      <a:close/>
                    </a:path>
                  </a:pathLst>
                </a:custGeom>
                <a:grpFill/>
                <a:ln>
                  <a:noFill/>
                </a:ln>
                <a:extLst>
                  <a:ext uri="{91240B29-F687-4f45-9708-019B960494DF}">
                    <a14:hiddenLine xmlns="" xmlns:lc="http://schemas.openxmlformats.org/drawingml/2006/lockedCanvas" xmlns:a14="http://schemas.microsoft.com/office/drawing/2010/main" xmlns:p14="http://schemas.microsoft.com/office/powerpoint/2010/main" xmlns:a16="http://schemas.microsoft.com/office/drawing/2014/main" w="9525">
                      <a:solidFill>
                        <a:srgbClr val="000000"/>
                      </a:solidFill>
                      <a:round/>
                      <a:headEnd/>
                      <a:tailEnd/>
                    </a14:hiddenLine>
                  </a:ext>
                </a:extLst>
              </p:spPr>
              <p:txBody>
                <a:bodyPr anchor="ctr"/>
                <a:lstStyle/>
                <a:p>
                  <a:pPr algn="ctr">
                    <a:lnSpc>
                      <a:spcPct val="120000"/>
                    </a:lnSpc>
                  </a:pPr>
                  <a:endParaRPr sz="3200">
                    <a:cs typeface="+mn-ea"/>
                    <a:sym typeface="+mn-lt"/>
                  </a:endParaRPr>
                </a:p>
              </p:txBody>
            </p:sp>
            <p:sp>
              <p:nvSpPr>
                <p:cNvPr id="253" name="îŝlïdè">
                  <a:extLst>
                    <a:ext uri="{FF2B5EF4-FFF2-40B4-BE49-F238E27FC236}">
                      <a16:creationId xmlns:a16="http://schemas.microsoft.com/office/drawing/2014/main" id="{4EAEEFE7-B73E-49E3-8788-5245785F285E}"/>
                    </a:ext>
                  </a:extLst>
                </p:cNvPr>
                <p:cNvSpPr/>
                <p:nvPr/>
              </p:nvSpPr>
              <p:spPr bwMode="auto">
                <a:xfrm>
                  <a:off x="4221214" y="4266184"/>
                  <a:ext cx="30635" cy="216898"/>
                </a:xfrm>
                <a:prstGeom prst="rect">
                  <a:avLst/>
                </a:prstGeom>
                <a:grpFill/>
                <a:ln>
                  <a:noFill/>
                </a:ln>
                <a:extLst>
                  <a:ext uri="{91240B29-F687-4f45-9708-019B960494DF}">
                    <a14:hiddenLine xmlns="" xmlns:lc="http://schemas.openxmlformats.org/drawingml/2006/lockedCanvas" xmlns:a14="http://schemas.microsoft.com/office/drawing/2010/main" xmlns:p14="http://schemas.microsoft.com/office/powerpoint/2010/main" xmlns:a16="http://schemas.microsoft.com/office/drawing/2014/main" w="9525">
                      <a:solidFill>
                        <a:srgbClr val="000000"/>
                      </a:solidFill>
                      <a:miter lim="800000"/>
                      <a:headEnd/>
                      <a:tailEnd/>
                    </a14:hiddenLine>
                  </a:ext>
                </a:extLst>
              </p:spPr>
              <p:txBody>
                <a:bodyPr anchor="ctr"/>
                <a:lstStyle/>
                <a:p>
                  <a:pPr algn="ctr">
                    <a:lnSpc>
                      <a:spcPct val="120000"/>
                    </a:lnSpc>
                  </a:pPr>
                  <a:endParaRPr sz="3200">
                    <a:cs typeface="+mn-ea"/>
                    <a:sym typeface="+mn-lt"/>
                  </a:endParaRPr>
                </a:p>
              </p:txBody>
            </p:sp>
            <p:sp>
              <p:nvSpPr>
                <p:cNvPr id="254" name="íSļïḋé">
                  <a:extLst>
                    <a:ext uri="{FF2B5EF4-FFF2-40B4-BE49-F238E27FC236}">
                      <a16:creationId xmlns:a16="http://schemas.microsoft.com/office/drawing/2014/main" id="{B419C54B-9ADD-44E3-951F-9B059F55232D}"/>
                    </a:ext>
                  </a:extLst>
                </p:cNvPr>
                <p:cNvSpPr/>
                <p:nvPr/>
              </p:nvSpPr>
              <p:spPr bwMode="auto">
                <a:xfrm>
                  <a:off x="4172198" y="4386274"/>
                  <a:ext cx="35537" cy="96808"/>
                </a:xfrm>
                <a:prstGeom prst="rect">
                  <a:avLst/>
                </a:prstGeom>
                <a:grpFill/>
                <a:ln>
                  <a:noFill/>
                </a:ln>
                <a:extLst>
                  <a:ext uri="{91240B29-F687-4f45-9708-019B960494DF}">
                    <a14:hiddenLine xmlns="" xmlns:lc="http://schemas.openxmlformats.org/drawingml/2006/lockedCanvas" xmlns:a14="http://schemas.microsoft.com/office/drawing/2010/main" xmlns:p14="http://schemas.microsoft.com/office/powerpoint/2010/main" xmlns:a16="http://schemas.microsoft.com/office/drawing/2014/main" w="9525">
                      <a:solidFill>
                        <a:srgbClr val="000000"/>
                      </a:solidFill>
                      <a:miter lim="800000"/>
                      <a:headEnd/>
                      <a:tailEnd/>
                    </a14:hiddenLine>
                  </a:ext>
                </a:extLst>
              </p:spPr>
              <p:txBody>
                <a:bodyPr anchor="ctr"/>
                <a:lstStyle/>
                <a:p>
                  <a:pPr algn="ctr">
                    <a:lnSpc>
                      <a:spcPct val="120000"/>
                    </a:lnSpc>
                  </a:pPr>
                  <a:endParaRPr sz="3200">
                    <a:cs typeface="+mn-ea"/>
                    <a:sym typeface="+mn-lt"/>
                  </a:endParaRPr>
                </a:p>
              </p:txBody>
            </p:sp>
            <p:sp>
              <p:nvSpPr>
                <p:cNvPr id="255" name="íSḷidê">
                  <a:extLst>
                    <a:ext uri="{FF2B5EF4-FFF2-40B4-BE49-F238E27FC236}">
                      <a16:creationId xmlns:a16="http://schemas.microsoft.com/office/drawing/2014/main" id="{4994EFEE-2357-4C46-9B50-5A474E01D13F}"/>
                    </a:ext>
                  </a:extLst>
                </p:cNvPr>
                <p:cNvSpPr/>
                <p:nvPr/>
              </p:nvSpPr>
              <p:spPr bwMode="auto">
                <a:xfrm>
                  <a:off x="4128083" y="4298045"/>
                  <a:ext cx="30635" cy="185037"/>
                </a:xfrm>
                <a:prstGeom prst="rect">
                  <a:avLst/>
                </a:prstGeom>
                <a:grpFill/>
                <a:ln>
                  <a:noFill/>
                </a:ln>
                <a:extLst>
                  <a:ext uri="{91240B29-F687-4f45-9708-019B960494DF}">
                    <a14:hiddenLine xmlns="" xmlns:lc="http://schemas.openxmlformats.org/drawingml/2006/lockedCanvas" xmlns:a14="http://schemas.microsoft.com/office/drawing/2010/main" xmlns:p14="http://schemas.microsoft.com/office/powerpoint/2010/main" xmlns:a16="http://schemas.microsoft.com/office/drawing/2014/main" w="9525">
                      <a:solidFill>
                        <a:srgbClr val="000000"/>
                      </a:solidFill>
                      <a:miter lim="800000"/>
                      <a:headEnd/>
                      <a:tailEnd/>
                    </a14:hiddenLine>
                  </a:ext>
                </a:extLst>
              </p:spPr>
              <p:txBody>
                <a:bodyPr anchor="ctr"/>
                <a:lstStyle/>
                <a:p>
                  <a:pPr algn="ctr">
                    <a:lnSpc>
                      <a:spcPct val="120000"/>
                    </a:lnSpc>
                  </a:pPr>
                  <a:endParaRPr sz="3200">
                    <a:cs typeface="+mn-ea"/>
                    <a:sym typeface="+mn-lt"/>
                  </a:endParaRPr>
                </a:p>
              </p:txBody>
            </p:sp>
            <p:sp>
              <p:nvSpPr>
                <p:cNvPr id="256" name="iṥļiḍé">
                  <a:extLst>
                    <a:ext uri="{FF2B5EF4-FFF2-40B4-BE49-F238E27FC236}">
                      <a16:creationId xmlns:a16="http://schemas.microsoft.com/office/drawing/2014/main" id="{E647A612-3AC9-4356-88C8-F3E9AF400B3F}"/>
                    </a:ext>
                  </a:extLst>
                </p:cNvPr>
                <p:cNvSpPr/>
                <p:nvPr/>
              </p:nvSpPr>
              <p:spPr bwMode="auto">
                <a:xfrm>
                  <a:off x="4079066" y="4354414"/>
                  <a:ext cx="31861" cy="128668"/>
                </a:xfrm>
                <a:prstGeom prst="rect">
                  <a:avLst/>
                </a:prstGeom>
                <a:grpFill/>
                <a:ln>
                  <a:noFill/>
                </a:ln>
                <a:extLst>
                  <a:ext uri="{91240B29-F687-4f45-9708-019B960494DF}">
                    <a14:hiddenLine xmlns="" xmlns:lc="http://schemas.openxmlformats.org/drawingml/2006/lockedCanvas" xmlns:a14="http://schemas.microsoft.com/office/drawing/2010/main" xmlns:p14="http://schemas.microsoft.com/office/powerpoint/2010/main" xmlns:a16="http://schemas.microsoft.com/office/drawing/2014/main" w="9525">
                      <a:solidFill>
                        <a:srgbClr val="000000"/>
                      </a:solidFill>
                      <a:miter lim="800000"/>
                      <a:headEnd/>
                      <a:tailEnd/>
                    </a14:hiddenLine>
                  </a:ext>
                </a:extLst>
              </p:spPr>
              <p:txBody>
                <a:bodyPr anchor="ctr"/>
                <a:lstStyle/>
                <a:p>
                  <a:pPr algn="ctr">
                    <a:lnSpc>
                      <a:spcPct val="120000"/>
                    </a:lnSpc>
                  </a:pPr>
                  <a:endParaRPr sz="3200">
                    <a:cs typeface="+mn-ea"/>
                    <a:sym typeface="+mn-lt"/>
                  </a:endParaRPr>
                </a:p>
              </p:txBody>
            </p:sp>
            <p:sp>
              <p:nvSpPr>
                <p:cNvPr id="257" name="ïṧļiḑè">
                  <a:extLst>
                    <a:ext uri="{FF2B5EF4-FFF2-40B4-BE49-F238E27FC236}">
                      <a16:creationId xmlns:a16="http://schemas.microsoft.com/office/drawing/2014/main" id="{73717E74-DFBB-4462-A052-91C56BBDAD10}"/>
                    </a:ext>
                  </a:extLst>
                </p:cNvPr>
                <p:cNvSpPr/>
                <p:nvPr/>
              </p:nvSpPr>
              <p:spPr bwMode="auto">
                <a:xfrm>
                  <a:off x="4031275" y="4337258"/>
                  <a:ext cx="35537" cy="145824"/>
                </a:xfrm>
                <a:prstGeom prst="rect">
                  <a:avLst/>
                </a:prstGeom>
                <a:grpFill/>
                <a:ln>
                  <a:noFill/>
                </a:ln>
                <a:extLst>
                  <a:ext uri="{91240B29-F687-4f45-9708-019B960494DF}">
                    <a14:hiddenLine xmlns="" xmlns:lc="http://schemas.openxmlformats.org/drawingml/2006/lockedCanvas" xmlns:a14="http://schemas.microsoft.com/office/drawing/2010/main" xmlns:p14="http://schemas.microsoft.com/office/powerpoint/2010/main" xmlns:a16="http://schemas.microsoft.com/office/drawing/2014/main" w="9525">
                      <a:solidFill>
                        <a:srgbClr val="000000"/>
                      </a:solidFill>
                      <a:miter lim="800000"/>
                      <a:headEnd/>
                      <a:tailEnd/>
                    </a14:hiddenLine>
                  </a:ext>
                </a:extLst>
              </p:spPr>
              <p:txBody>
                <a:bodyPr anchor="ctr"/>
                <a:lstStyle/>
                <a:p>
                  <a:pPr algn="ctr">
                    <a:lnSpc>
                      <a:spcPct val="120000"/>
                    </a:lnSpc>
                  </a:pPr>
                  <a:endParaRPr sz="3200">
                    <a:cs typeface="+mn-ea"/>
                    <a:sym typeface="+mn-lt"/>
                  </a:endParaRPr>
                </a:p>
              </p:txBody>
            </p:sp>
            <p:sp>
              <p:nvSpPr>
                <p:cNvPr id="258" name="îsľíďê">
                  <a:extLst>
                    <a:ext uri="{FF2B5EF4-FFF2-40B4-BE49-F238E27FC236}">
                      <a16:creationId xmlns:a16="http://schemas.microsoft.com/office/drawing/2014/main" id="{419B6D5C-90AB-4E2D-BE24-EA9ADAA28955}"/>
                    </a:ext>
                  </a:extLst>
                </p:cNvPr>
                <p:cNvSpPr/>
                <p:nvPr/>
              </p:nvSpPr>
              <p:spPr bwMode="auto">
                <a:xfrm>
                  <a:off x="4221214" y="4244126"/>
                  <a:ext cx="30635" cy="13480"/>
                </a:xfrm>
                <a:prstGeom prst="rect">
                  <a:avLst/>
                </a:prstGeom>
                <a:grpFill/>
                <a:ln>
                  <a:noFill/>
                </a:ln>
                <a:extLst>
                  <a:ext uri="{91240B29-F687-4f45-9708-019B960494DF}">
                    <a14:hiddenLine xmlns="" xmlns:lc="http://schemas.openxmlformats.org/drawingml/2006/lockedCanvas" xmlns:a14="http://schemas.microsoft.com/office/drawing/2010/main" xmlns:p14="http://schemas.microsoft.com/office/powerpoint/2010/main" xmlns:a16="http://schemas.microsoft.com/office/drawing/2014/main" w="9525">
                      <a:solidFill>
                        <a:srgbClr val="000000"/>
                      </a:solidFill>
                      <a:miter lim="800000"/>
                      <a:headEnd/>
                      <a:tailEnd/>
                    </a14:hiddenLine>
                  </a:ext>
                </a:extLst>
              </p:spPr>
              <p:txBody>
                <a:bodyPr anchor="ctr"/>
                <a:lstStyle/>
                <a:p>
                  <a:pPr algn="ctr">
                    <a:lnSpc>
                      <a:spcPct val="120000"/>
                    </a:lnSpc>
                  </a:pPr>
                  <a:endParaRPr sz="3200">
                    <a:cs typeface="+mn-ea"/>
                    <a:sym typeface="+mn-lt"/>
                  </a:endParaRPr>
                </a:p>
              </p:txBody>
            </p:sp>
            <p:sp>
              <p:nvSpPr>
                <p:cNvPr id="259" name="îşlîḓé">
                  <a:extLst>
                    <a:ext uri="{FF2B5EF4-FFF2-40B4-BE49-F238E27FC236}">
                      <a16:creationId xmlns:a16="http://schemas.microsoft.com/office/drawing/2014/main" id="{4BADF06F-C132-42DD-98FE-303C4EA027A9}"/>
                    </a:ext>
                  </a:extLst>
                </p:cNvPr>
                <p:cNvSpPr/>
                <p:nvPr/>
              </p:nvSpPr>
              <p:spPr bwMode="auto">
                <a:xfrm>
                  <a:off x="4128083" y="4275987"/>
                  <a:ext cx="30635" cy="17156"/>
                </a:xfrm>
                <a:prstGeom prst="rect">
                  <a:avLst/>
                </a:prstGeom>
                <a:grpFill/>
                <a:ln>
                  <a:noFill/>
                </a:ln>
                <a:extLst>
                  <a:ext uri="{91240B29-F687-4f45-9708-019B960494DF}">
                    <a14:hiddenLine xmlns="" xmlns:lc="http://schemas.openxmlformats.org/drawingml/2006/lockedCanvas" xmlns:a14="http://schemas.microsoft.com/office/drawing/2010/main" xmlns:p14="http://schemas.microsoft.com/office/powerpoint/2010/main" xmlns:a16="http://schemas.microsoft.com/office/drawing/2014/main" w="9525">
                      <a:solidFill>
                        <a:srgbClr val="000000"/>
                      </a:solidFill>
                      <a:miter lim="800000"/>
                      <a:headEnd/>
                      <a:tailEnd/>
                    </a14:hiddenLine>
                  </a:ext>
                </a:extLst>
              </p:spPr>
              <p:txBody>
                <a:bodyPr anchor="ctr"/>
                <a:lstStyle/>
                <a:p>
                  <a:pPr algn="ctr">
                    <a:lnSpc>
                      <a:spcPct val="120000"/>
                    </a:lnSpc>
                  </a:pPr>
                  <a:endParaRPr sz="3200">
                    <a:cs typeface="+mn-ea"/>
                    <a:sym typeface="+mn-lt"/>
                  </a:endParaRPr>
                </a:p>
              </p:txBody>
            </p:sp>
            <p:sp>
              <p:nvSpPr>
                <p:cNvPr id="260" name="í$ļîḋè">
                  <a:extLst>
                    <a:ext uri="{FF2B5EF4-FFF2-40B4-BE49-F238E27FC236}">
                      <a16:creationId xmlns:a16="http://schemas.microsoft.com/office/drawing/2014/main" id="{8782904E-B5BC-49A6-8E14-0989A2165066}"/>
                    </a:ext>
                  </a:extLst>
                </p:cNvPr>
                <p:cNvSpPr/>
                <p:nvPr/>
              </p:nvSpPr>
              <p:spPr bwMode="auto">
                <a:xfrm>
                  <a:off x="4079066" y="4332356"/>
                  <a:ext cx="31861" cy="18381"/>
                </a:xfrm>
                <a:prstGeom prst="rect">
                  <a:avLst/>
                </a:prstGeom>
                <a:grpFill/>
                <a:ln>
                  <a:noFill/>
                </a:ln>
                <a:extLst>
                  <a:ext uri="{91240B29-F687-4f45-9708-019B960494DF}">
                    <a14:hiddenLine xmlns="" xmlns:lc="http://schemas.openxmlformats.org/drawingml/2006/lockedCanvas" xmlns:a14="http://schemas.microsoft.com/office/drawing/2010/main" xmlns:p14="http://schemas.microsoft.com/office/powerpoint/2010/main" xmlns:a16="http://schemas.microsoft.com/office/drawing/2014/main" w="9525">
                      <a:solidFill>
                        <a:srgbClr val="000000"/>
                      </a:solidFill>
                      <a:miter lim="800000"/>
                      <a:headEnd/>
                      <a:tailEnd/>
                    </a14:hiddenLine>
                  </a:ext>
                </a:extLst>
              </p:spPr>
              <p:txBody>
                <a:bodyPr anchor="ctr"/>
                <a:lstStyle/>
                <a:p>
                  <a:pPr algn="ctr">
                    <a:lnSpc>
                      <a:spcPct val="120000"/>
                    </a:lnSpc>
                  </a:pPr>
                  <a:endParaRPr sz="3200">
                    <a:cs typeface="+mn-ea"/>
                    <a:sym typeface="+mn-lt"/>
                  </a:endParaRPr>
                </a:p>
              </p:txBody>
            </p:sp>
            <p:sp>
              <p:nvSpPr>
                <p:cNvPr id="261" name="ïŝḷiḑè">
                  <a:extLst>
                    <a:ext uri="{FF2B5EF4-FFF2-40B4-BE49-F238E27FC236}">
                      <a16:creationId xmlns:a16="http://schemas.microsoft.com/office/drawing/2014/main" id="{5099685A-61B3-4A20-A412-011100F9C72D}"/>
                    </a:ext>
                  </a:extLst>
                </p:cNvPr>
                <p:cNvSpPr/>
                <p:nvPr/>
              </p:nvSpPr>
              <p:spPr bwMode="auto">
                <a:xfrm>
                  <a:off x="4031275" y="4315200"/>
                  <a:ext cx="35537" cy="13480"/>
                </a:xfrm>
                <a:prstGeom prst="rect">
                  <a:avLst/>
                </a:prstGeom>
                <a:grpFill/>
                <a:ln>
                  <a:noFill/>
                </a:ln>
                <a:extLst>
                  <a:ext uri="{91240B29-F687-4f45-9708-019B960494DF}">
                    <a14:hiddenLine xmlns="" xmlns:lc="http://schemas.openxmlformats.org/drawingml/2006/lockedCanvas" xmlns:a14="http://schemas.microsoft.com/office/drawing/2010/main" xmlns:p14="http://schemas.microsoft.com/office/powerpoint/2010/main" xmlns:a16="http://schemas.microsoft.com/office/drawing/2014/main" w="9525">
                      <a:solidFill>
                        <a:srgbClr val="000000"/>
                      </a:solidFill>
                      <a:miter lim="800000"/>
                      <a:headEnd/>
                      <a:tailEnd/>
                    </a14:hiddenLine>
                  </a:ext>
                </a:extLst>
              </p:spPr>
              <p:txBody>
                <a:bodyPr anchor="ctr"/>
                <a:lstStyle/>
                <a:p>
                  <a:pPr algn="ctr">
                    <a:lnSpc>
                      <a:spcPct val="120000"/>
                    </a:lnSpc>
                  </a:pPr>
                  <a:endParaRPr sz="3200">
                    <a:cs typeface="+mn-ea"/>
                    <a:sym typeface="+mn-lt"/>
                  </a:endParaRPr>
                </a:p>
              </p:txBody>
            </p:sp>
            <p:sp>
              <p:nvSpPr>
                <p:cNvPr id="262" name="ïślïḓè">
                  <a:extLst>
                    <a:ext uri="{FF2B5EF4-FFF2-40B4-BE49-F238E27FC236}">
                      <a16:creationId xmlns:a16="http://schemas.microsoft.com/office/drawing/2014/main" id="{C5E9F248-4A3E-4C3B-A8A1-8B8757836613}"/>
                    </a:ext>
                  </a:extLst>
                </p:cNvPr>
                <p:cNvSpPr/>
                <p:nvPr/>
              </p:nvSpPr>
              <p:spPr bwMode="auto">
                <a:xfrm>
                  <a:off x="4172198" y="4359315"/>
                  <a:ext cx="35537" cy="17156"/>
                </a:xfrm>
                <a:prstGeom prst="rect">
                  <a:avLst/>
                </a:prstGeom>
                <a:grpFill/>
                <a:ln>
                  <a:noFill/>
                </a:ln>
                <a:extLst>
                  <a:ext uri="{91240B29-F687-4f45-9708-019B960494DF}">
                    <a14:hiddenLine xmlns="" xmlns:lc="http://schemas.openxmlformats.org/drawingml/2006/lockedCanvas" xmlns:a14="http://schemas.microsoft.com/office/drawing/2010/main" xmlns:p14="http://schemas.microsoft.com/office/powerpoint/2010/main" xmlns:a16="http://schemas.microsoft.com/office/drawing/2014/main" w="9525">
                      <a:solidFill>
                        <a:srgbClr val="000000"/>
                      </a:solidFill>
                      <a:miter lim="800000"/>
                      <a:headEnd/>
                      <a:tailEnd/>
                    </a14:hiddenLine>
                  </a:ext>
                </a:extLst>
              </p:spPr>
              <p:txBody>
                <a:bodyPr anchor="ctr"/>
                <a:lstStyle/>
                <a:p>
                  <a:pPr algn="ctr">
                    <a:lnSpc>
                      <a:spcPct val="120000"/>
                    </a:lnSpc>
                  </a:pPr>
                  <a:endParaRPr sz="3200">
                    <a:cs typeface="+mn-ea"/>
                    <a:sym typeface="+mn-lt"/>
                  </a:endParaRPr>
                </a:p>
              </p:txBody>
            </p:sp>
            <p:sp>
              <p:nvSpPr>
                <p:cNvPr id="263" name="i$1íḋé">
                  <a:extLst>
                    <a:ext uri="{FF2B5EF4-FFF2-40B4-BE49-F238E27FC236}">
                      <a16:creationId xmlns:a16="http://schemas.microsoft.com/office/drawing/2014/main" id="{C068D542-030C-41D6-99B8-A255D4DCC767}"/>
                    </a:ext>
                  </a:extLst>
                </p:cNvPr>
                <p:cNvSpPr/>
                <p:nvPr/>
              </p:nvSpPr>
              <p:spPr bwMode="auto">
                <a:xfrm>
                  <a:off x="4901318" y="4345836"/>
                  <a:ext cx="286747" cy="132345"/>
                </a:xfrm>
                <a:custGeom>
                  <a:avLst/>
                  <a:gdLst>
                    <a:gd name="T0" fmla="*/ 209 w 234"/>
                    <a:gd name="T1" fmla="*/ 15 h 108"/>
                    <a:gd name="T2" fmla="*/ 191 w 234"/>
                    <a:gd name="T3" fmla="*/ 108 h 108"/>
                    <a:gd name="T4" fmla="*/ 198 w 234"/>
                    <a:gd name="T5" fmla="*/ 15 h 108"/>
                    <a:gd name="T6" fmla="*/ 202 w 234"/>
                    <a:gd name="T7" fmla="*/ 47 h 108"/>
                    <a:gd name="T8" fmla="*/ 191 w 234"/>
                    <a:gd name="T9" fmla="*/ 76 h 108"/>
                    <a:gd name="T10" fmla="*/ 176 w 234"/>
                    <a:gd name="T11" fmla="*/ 108 h 108"/>
                    <a:gd name="T12" fmla="*/ 176 w 234"/>
                    <a:gd name="T13" fmla="*/ 108 h 108"/>
                    <a:gd name="T14" fmla="*/ 187 w 234"/>
                    <a:gd name="T15" fmla="*/ 36 h 108"/>
                    <a:gd name="T16" fmla="*/ 180 w 234"/>
                    <a:gd name="T17" fmla="*/ 65 h 108"/>
                    <a:gd name="T18" fmla="*/ 176 w 234"/>
                    <a:gd name="T19" fmla="*/ 108 h 108"/>
                    <a:gd name="T20" fmla="*/ 176 w 234"/>
                    <a:gd name="T21" fmla="*/ 0 h 108"/>
                    <a:gd name="T22" fmla="*/ 162 w 234"/>
                    <a:gd name="T23" fmla="*/ 65 h 108"/>
                    <a:gd name="T24" fmla="*/ 166 w 234"/>
                    <a:gd name="T25" fmla="*/ 15 h 108"/>
                    <a:gd name="T26" fmla="*/ 162 w 234"/>
                    <a:gd name="T27" fmla="*/ 108 h 108"/>
                    <a:gd name="T28" fmla="*/ 162 w 234"/>
                    <a:gd name="T29" fmla="*/ 0 h 108"/>
                    <a:gd name="T30" fmla="*/ 148 w 234"/>
                    <a:gd name="T31" fmla="*/ 36 h 108"/>
                    <a:gd name="T32" fmla="*/ 151 w 234"/>
                    <a:gd name="T33" fmla="*/ 65 h 108"/>
                    <a:gd name="T34" fmla="*/ 148 w 234"/>
                    <a:gd name="T35" fmla="*/ 108 h 108"/>
                    <a:gd name="T36" fmla="*/ 148 w 234"/>
                    <a:gd name="T37" fmla="*/ 0 h 108"/>
                    <a:gd name="T38" fmla="*/ 129 w 234"/>
                    <a:gd name="T39" fmla="*/ 65 h 108"/>
                    <a:gd name="T40" fmla="*/ 137 w 234"/>
                    <a:gd name="T41" fmla="*/ 15 h 108"/>
                    <a:gd name="T42" fmla="*/ 129 w 234"/>
                    <a:gd name="T43" fmla="*/ 108 h 108"/>
                    <a:gd name="T44" fmla="*/ 129 w 234"/>
                    <a:gd name="T45" fmla="*/ 0 h 108"/>
                    <a:gd name="T46" fmla="*/ 115 w 234"/>
                    <a:gd name="T47" fmla="*/ 36 h 108"/>
                    <a:gd name="T48" fmla="*/ 122 w 234"/>
                    <a:gd name="T49" fmla="*/ 65 h 108"/>
                    <a:gd name="T50" fmla="*/ 115 w 234"/>
                    <a:gd name="T51" fmla="*/ 108 h 108"/>
                    <a:gd name="T52" fmla="*/ 115 w 234"/>
                    <a:gd name="T53" fmla="*/ 0 h 108"/>
                    <a:gd name="T54" fmla="*/ 101 w 234"/>
                    <a:gd name="T55" fmla="*/ 65 h 108"/>
                    <a:gd name="T56" fmla="*/ 104 w 234"/>
                    <a:gd name="T57" fmla="*/ 15 h 108"/>
                    <a:gd name="T58" fmla="*/ 101 w 234"/>
                    <a:gd name="T59" fmla="*/ 108 h 108"/>
                    <a:gd name="T60" fmla="*/ 101 w 234"/>
                    <a:gd name="T61" fmla="*/ 0 h 108"/>
                    <a:gd name="T62" fmla="*/ 86 w 234"/>
                    <a:gd name="T63" fmla="*/ 36 h 108"/>
                    <a:gd name="T64" fmla="*/ 90 w 234"/>
                    <a:gd name="T65" fmla="*/ 65 h 108"/>
                    <a:gd name="T66" fmla="*/ 86 w 234"/>
                    <a:gd name="T67" fmla="*/ 108 h 108"/>
                    <a:gd name="T68" fmla="*/ 86 w 234"/>
                    <a:gd name="T69" fmla="*/ 0 h 108"/>
                    <a:gd name="T70" fmla="*/ 68 w 234"/>
                    <a:gd name="T71" fmla="*/ 65 h 108"/>
                    <a:gd name="T72" fmla="*/ 75 w 234"/>
                    <a:gd name="T73" fmla="*/ 15 h 108"/>
                    <a:gd name="T74" fmla="*/ 68 w 234"/>
                    <a:gd name="T75" fmla="*/ 108 h 108"/>
                    <a:gd name="T76" fmla="*/ 68 w 234"/>
                    <a:gd name="T77" fmla="*/ 0 h 108"/>
                    <a:gd name="T78" fmla="*/ 54 w 234"/>
                    <a:gd name="T79" fmla="*/ 36 h 108"/>
                    <a:gd name="T80" fmla="*/ 61 w 234"/>
                    <a:gd name="T81" fmla="*/ 65 h 108"/>
                    <a:gd name="T82" fmla="*/ 54 w 234"/>
                    <a:gd name="T83" fmla="*/ 108 h 108"/>
                    <a:gd name="T84" fmla="*/ 54 w 234"/>
                    <a:gd name="T85" fmla="*/ 0 h 108"/>
                    <a:gd name="T86" fmla="*/ 39 w 234"/>
                    <a:gd name="T87" fmla="*/ 65 h 108"/>
                    <a:gd name="T88" fmla="*/ 43 w 234"/>
                    <a:gd name="T89" fmla="*/ 15 h 108"/>
                    <a:gd name="T90" fmla="*/ 39 w 234"/>
                    <a:gd name="T91" fmla="*/ 108 h 108"/>
                    <a:gd name="T92" fmla="*/ 39 w 234"/>
                    <a:gd name="T93" fmla="*/ 65 h 108"/>
                    <a:gd name="T94" fmla="*/ 39 w 234"/>
                    <a:gd name="T95" fmla="*/ 0 h 108"/>
                    <a:gd name="T96" fmla="*/ 25 w 234"/>
                    <a:gd name="T97" fmla="*/ 36 h 108"/>
                    <a:gd name="T98" fmla="*/ 14 w 234"/>
                    <a:gd name="T99" fmla="*/ 36 h 108"/>
                    <a:gd name="T100" fmla="*/ 0 w 234"/>
                    <a:gd name="T101" fmla="*/ 0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34" h="108">
                      <a:moveTo>
                        <a:pt x="209" y="108"/>
                      </a:moveTo>
                      <a:lnTo>
                        <a:pt x="234" y="108"/>
                      </a:lnTo>
                      <a:lnTo>
                        <a:pt x="234" y="0"/>
                      </a:lnTo>
                      <a:lnTo>
                        <a:pt x="209" y="0"/>
                      </a:lnTo>
                      <a:lnTo>
                        <a:pt x="209" y="15"/>
                      </a:lnTo>
                      <a:lnTo>
                        <a:pt x="216" y="15"/>
                      </a:lnTo>
                      <a:lnTo>
                        <a:pt x="216" y="36"/>
                      </a:lnTo>
                      <a:lnTo>
                        <a:pt x="209" y="36"/>
                      </a:lnTo>
                      <a:lnTo>
                        <a:pt x="209" y="108"/>
                      </a:lnTo>
                      <a:close/>
                      <a:moveTo>
                        <a:pt x="191" y="108"/>
                      </a:moveTo>
                      <a:lnTo>
                        <a:pt x="209" y="108"/>
                      </a:lnTo>
                      <a:lnTo>
                        <a:pt x="209" y="36"/>
                      </a:lnTo>
                      <a:lnTo>
                        <a:pt x="198" y="36"/>
                      </a:lnTo>
                      <a:lnTo>
                        <a:pt x="198" y="15"/>
                      </a:lnTo>
                      <a:lnTo>
                        <a:pt x="198" y="15"/>
                      </a:lnTo>
                      <a:lnTo>
                        <a:pt x="209" y="15"/>
                      </a:lnTo>
                      <a:lnTo>
                        <a:pt x="209" y="0"/>
                      </a:lnTo>
                      <a:lnTo>
                        <a:pt x="191" y="0"/>
                      </a:lnTo>
                      <a:lnTo>
                        <a:pt x="191" y="47"/>
                      </a:lnTo>
                      <a:lnTo>
                        <a:pt x="202" y="47"/>
                      </a:lnTo>
                      <a:lnTo>
                        <a:pt x="202" y="65"/>
                      </a:lnTo>
                      <a:lnTo>
                        <a:pt x="202" y="65"/>
                      </a:lnTo>
                      <a:lnTo>
                        <a:pt x="191" y="65"/>
                      </a:lnTo>
                      <a:lnTo>
                        <a:pt x="191" y="76"/>
                      </a:lnTo>
                      <a:lnTo>
                        <a:pt x="191" y="76"/>
                      </a:lnTo>
                      <a:lnTo>
                        <a:pt x="191" y="98"/>
                      </a:lnTo>
                      <a:lnTo>
                        <a:pt x="191" y="98"/>
                      </a:lnTo>
                      <a:lnTo>
                        <a:pt x="191" y="98"/>
                      </a:lnTo>
                      <a:lnTo>
                        <a:pt x="191" y="108"/>
                      </a:lnTo>
                      <a:close/>
                      <a:moveTo>
                        <a:pt x="176" y="108"/>
                      </a:moveTo>
                      <a:lnTo>
                        <a:pt x="191" y="108"/>
                      </a:lnTo>
                      <a:lnTo>
                        <a:pt x="191" y="98"/>
                      </a:lnTo>
                      <a:lnTo>
                        <a:pt x="176" y="98"/>
                      </a:lnTo>
                      <a:lnTo>
                        <a:pt x="176" y="108"/>
                      </a:lnTo>
                      <a:lnTo>
                        <a:pt x="176" y="108"/>
                      </a:lnTo>
                      <a:close/>
                      <a:moveTo>
                        <a:pt x="191" y="0"/>
                      </a:moveTo>
                      <a:lnTo>
                        <a:pt x="176" y="0"/>
                      </a:lnTo>
                      <a:lnTo>
                        <a:pt x="176" y="15"/>
                      </a:lnTo>
                      <a:lnTo>
                        <a:pt x="187" y="15"/>
                      </a:lnTo>
                      <a:lnTo>
                        <a:pt x="187" y="36"/>
                      </a:lnTo>
                      <a:lnTo>
                        <a:pt x="176" y="36"/>
                      </a:lnTo>
                      <a:lnTo>
                        <a:pt x="176" y="76"/>
                      </a:lnTo>
                      <a:lnTo>
                        <a:pt x="191" y="76"/>
                      </a:lnTo>
                      <a:lnTo>
                        <a:pt x="191" y="65"/>
                      </a:lnTo>
                      <a:lnTo>
                        <a:pt x="180" y="65"/>
                      </a:lnTo>
                      <a:lnTo>
                        <a:pt x="180" y="47"/>
                      </a:lnTo>
                      <a:lnTo>
                        <a:pt x="191" y="47"/>
                      </a:lnTo>
                      <a:lnTo>
                        <a:pt x="191" y="0"/>
                      </a:lnTo>
                      <a:close/>
                      <a:moveTo>
                        <a:pt x="162" y="108"/>
                      </a:moveTo>
                      <a:lnTo>
                        <a:pt x="176" y="108"/>
                      </a:lnTo>
                      <a:lnTo>
                        <a:pt x="176" y="98"/>
                      </a:lnTo>
                      <a:lnTo>
                        <a:pt x="162" y="98"/>
                      </a:lnTo>
                      <a:lnTo>
                        <a:pt x="162" y="108"/>
                      </a:lnTo>
                      <a:lnTo>
                        <a:pt x="162" y="108"/>
                      </a:lnTo>
                      <a:close/>
                      <a:moveTo>
                        <a:pt x="176" y="0"/>
                      </a:moveTo>
                      <a:lnTo>
                        <a:pt x="162" y="0"/>
                      </a:lnTo>
                      <a:lnTo>
                        <a:pt x="162" y="47"/>
                      </a:lnTo>
                      <a:lnTo>
                        <a:pt x="173" y="47"/>
                      </a:lnTo>
                      <a:lnTo>
                        <a:pt x="173" y="65"/>
                      </a:lnTo>
                      <a:lnTo>
                        <a:pt x="162" y="65"/>
                      </a:lnTo>
                      <a:lnTo>
                        <a:pt x="162" y="76"/>
                      </a:lnTo>
                      <a:lnTo>
                        <a:pt x="176" y="76"/>
                      </a:lnTo>
                      <a:lnTo>
                        <a:pt x="176" y="36"/>
                      </a:lnTo>
                      <a:lnTo>
                        <a:pt x="166" y="36"/>
                      </a:lnTo>
                      <a:lnTo>
                        <a:pt x="166" y="15"/>
                      </a:lnTo>
                      <a:lnTo>
                        <a:pt x="166" y="15"/>
                      </a:lnTo>
                      <a:lnTo>
                        <a:pt x="176" y="15"/>
                      </a:lnTo>
                      <a:lnTo>
                        <a:pt x="176" y="0"/>
                      </a:lnTo>
                      <a:close/>
                      <a:moveTo>
                        <a:pt x="148" y="108"/>
                      </a:moveTo>
                      <a:lnTo>
                        <a:pt x="162" y="108"/>
                      </a:lnTo>
                      <a:lnTo>
                        <a:pt x="162" y="98"/>
                      </a:lnTo>
                      <a:lnTo>
                        <a:pt x="148" y="98"/>
                      </a:lnTo>
                      <a:lnTo>
                        <a:pt x="148" y="108"/>
                      </a:lnTo>
                      <a:lnTo>
                        <a:pt x="148" y="108"/>
                      </a:lnTo>
                      <a:close/>
                      <a:moveTo>
                        <a:pt x="162" y="0"/>
                      </a:moveTo>
                      <a:lnTo>
                        <a:pt x="148" y="0"/>
                      </a:lnTo>
                      <a:lnTo>
                        <a:pt x="148" y="15"/>
                      </a:lnTo>
                      <a:lnTo>
                        <a:pt x="155" y="15"/>
                      </a:lnTo>
                      <a:lnTo>
                        <a:pt x="155" y="36"/>
                      </a:lnTo>
                      <a:lnTo>
                        <a:pt x="148" y="36"/>
                      </a:lnTo>
                      <a:lnTo>
                        <a:pt x="148" y="76"/>
                      </a:lnTo>
                      <a:lnTo>
                        <a:pt x="162" y="76"/>
                      </a:lnTo>
                      <a:lnTo>
                        <a:pt x="162" y="65"/>
                      </a:lnTo>
                      <a:lnTo>
                        <a:pt x="151" y="65"/>
                      </a:lnTo>
                      <a:lnTo>
                        <a:pt x="151" y="65"/>
                      </a:lnTo>
                      <a:lnTo>
                        <a:pt x="151" y="47"/>
                      </a:lnTo>
                      <a:lnTo>
                        <a:pt x="162" y="47"/>
                      </a:lnTo>
                      <a:lnTo>
                        <a:pt x="162" y="0"/>
                      </a:lnTo>
                      <a:close/>
                      <a:moveTo>
                        <a:pt x="129" y="108"/>
                      </a:moveTo>
                      <a:lnTo>
                        <a:pt x="148" y="108"/>
                      </a:lnTo>
                      <a:lnTo>
                        <a:pt x="148" y="98"/>
                      </a:lnTo>
                      <a:lnTo>
                        <a:pt x="129" y="98"/>
                      </a:lnTo>
                      <a:lnTo>
                        <a:pt x="129" y="108"/>
                      </a:lnTo>
                      <a:lnTo>
                        <a:pt x="129" y="108"/>
                      </a:lnTo>
                      <a:close/>
                      <a:moveTo>
                        <a:pt x="148" y="0"/>
                      </a:moveTo>
                      <a:lnTo>
                        <a:pt x="129" y="0"/>
                      </a:lnTo>
                      <a:lnTo>
                        <a:pt x="129" y="47"/>
                      </a:lnTo>
                      <a:lnTo>
                        <a:pt x="140" y="47"/>
                      </a:lnTo>
                      <a:lnTo>
                        <a:pt x="140" y="65"/>
                      </a:lnTo>
                      <a:lnTo>
                        <a:pt x="129" y="65"/>
                      </a:lnTo>
                      <a:lnTo>
                        <a:pt x="129" y="76"/>
                      </a:lnTo>
                      <a:lnTo>
                        <a:pt x="148" y="76"/>
                      </a:lnTo>
                      <a:lnTo>
                        <a:pt x="148" y="36"/>
                      </a:lnTo>
                      <a:lnTo>
                        <a:pt x="137" y="36"/>
                      </a:lnTo>
                      <a:lnTo>
                        <a:pt x="137" y="15"/>
                      </a:lnTo>
                      <a:lnTo>
                        <a:pt x="137" y="15"/>
                      </a:lnTo>
                      <a:lnTo>
                        <a:pt x="148" y="15"/>
                      </a:lnTo>
                      <a:lnTo>
                        <a:pt x="148" y="0"/>
                      </a:lnTo>
                      <a:close/>
                      <a:moveTo>
                        <a:pt x="115" y="108"/>
                      </a:moveTo>
                      <a:lnTo>
                        <a:pt x="129" y="108"/>
                      </a:lnTo>
                      <a:lnTo>
                        <a:pt x="129" y="98"/>
                      </a:lnTo>
                      <a:lnTo>
                        <a:pt x="115" y="98"/>
                      </a:lnTo>
                      <a:lnTo>
                        <a:pt x="115" y="108"/>
                      </a:lnTo>
                      <a:lnTo>
                        <a:pt x="115" y="108"/>
                      </a:lnTo>
                      <a:close/>
                      <a:moveTo>
                        <a:pt x="129" y="0"/>
                      </a:moveTo>
                      <a:lnTo>
                        <a:pt x="115" y="0"/>
                      </a:lnTo>
                      <a:lnTo>
                        <a:pt x="115" y="15"/>
                      </a:lnTo>
                      <a:lnTo>
                        <a:pt x="126" y="15"/>
                      </a:lnTo>
                      <a:lnTo>
                        <a:pt x="126" y="36"/>
                      </a:lnTo>
                      <a:lnTo>
                        <a:pt x="115" y="36"/>
                      </a:lnTo>
                      <a:lnTo>
                        <a:pt x="115" y="76"/>
                      </a:lnTo>
                      <a:lnTo>
                        <a:pt x="129" y="76"/>
                      </a:lnTo>
                      <a:lnTo>
                        <a:pt x="129" y="65"/>
                      </a:lnTo>
                      <a:lnTo>
                        <a:pt x="122" y="65"/>
                      </a:lnTo>
                      <a:lnTo>
                        <a:pt x="122" y="65"/>
                      </a:lnTo>
                      <a:lnTo>
                        <a:pt x="122" y="47"/>
                      </a:lnTo>
                      <a:lnTo>
                        <a:pt x="129" y="47"/>
                      </a:lnTo>
                      <a:lnTo>
                        <a:pt x="129" y="0"/>
                      </a:lnTo>
                      <a:close/>
                      <a:moveTo>
                        <a:pt x="101" y="108"/>
                      </a:moveTo>
                      <a:lnTo>
                        <a:pt x="115" y="108"/>
                      </a:lnTo>
                      <a:lnTo>
                        <a:pt x="115" y="98"/>
                      </a:lnTo>
                      <a:lnTo>
                        <a:pt x="101" y="98"/>
                      </a:lnTo>
                      <a:lnTo>
                        <a:pt x="101" y="108"/>
                      </a:lnTo>
                      <a:lnTo>
                        <a:pt x="101" y="108"/>
                      </a:lnTo>
                      <a:close/>
                      <a:moveTo>
                        <a:pt x="115" y="0"/>
                      </a:moveTo>
                      <a:lnTo>
                        <a:pt x="101" y="0"/>
                      </a:lnTo>
                      <a:lnTo>
                        <a:pt x="101" y="47"/>
                      </a:lnTo>
                      <a:lnTo>
                        <a:pt x="111" y="47"/>
                      </a:lnTo>
                      <a:lnTo>
                        <a:pt x="111" y="65"/>
                      </a:lnTo>
                      <a:lnTo>
                        <a:pt x="101" y="65"/>
                      </a:lnTo>
                      <a:lnTo>
                        <a:pt x="101" y="76"/>
                      </a:lnTo>
                      <a:lnTo>
                        <a:pt x="115" y="76"/>
                      </a:lnTo>
                      <a:lnTo>
                        <a:pt x="115" y="36"/>
                      </a:lnTo>
                      <a:lnTo>
                        <a:pt x="104" y="36"/>
                      </a:lnTo>
                      <a:lnTo>
                        <a:pt x="104" y="15"/>
                      </a:lnTo>
                      <a:lnTo>
                        <a:pt x="104" y="15"/>
                      </a:lnTo>
                      <a:lnTo>
                        <a:pt x="115" y="15"/>
                      </a:lnTo>
                      <a:lnTo>
                        <a:pt x="115" y="0"/>
                      </a:lnTo>
                      <a:close/>
                      <a:moveTo>
                        <a:pt x="86" y="108"/>
                      </a:moveTo>
                      <a:lnTo>
                        <a:pt x="101" y="108"/>
                      </a:lnTo>
                      <a:lnTo>
                        <a:pt x="101" y="98"/>
                      </a:lnTo>
                      <a:lnTo>
                        <a:pt x="86" y="98"/>
                      </a:lnTo>
                      <a:lnTo>
                        <a:pt x="86" y="108"/>
                      </a:lnTo>
                      <a:lnTo>
                        <a:pt x="86" y="108"/>
                      </a:lnTo>
                      <a:close/>
                      <a:moveTo>
                        <a:pt x="101" y="0"/>
                      </a:moveTo>
                      <a:lnTo>
                        <a:pt x="86" y="0"/>
                      </a:lnTo>
                      <a:lnTo>
                        <a:pt x="86" y="15"/>
                      </a:lnTo>
                      <a:lnTo>
                        <a:pt x="93" y="15"/>
                      </a:lnTo>
                      <a:lnTo>
                        <a:pt x="93" y="36"/>
                      </a:lnTo>
                      <a:lnTo>
                        <a:pt x="86" y="36"/>
                      </a:lnTo>
                      <a:lnTo>
                        <a:pt x="86" y="76"/>
                      </a:lnTo>
                      <a:lnTo>
                        <a:pt x="101" y="76"/>
                      </a:lnTo>
                      <a:lnTo>
                        <a:pt x="101" y="65"/>
                      </a:lnTo>
                      <a:lnTo>
                        <a:pt x="90" y="65"/>
                      </a:lnTo>
                      <a:lnTo>
                        <a:pt x="90" y="65"/>
                      </a:lnTo>
                      <a:lnTo>
                        <a:pt x="90" y="47"/>
                      </a:lnTo>
                      <a:lnTo>
                        <a:pt x="101" y="47"/>
                      </a:lnTo>
                      <a:lnTo>
                        <a:pt x="101" y="0"/>
                      </a:lnTo>
                      <a:close/>
                      <a:moveTo>
                        <a:pt x="68" y="108"/>
                      </a:moveTo>
                      <a:lnTo>
                        <a:pt x="86" y="108"/>
                      </a:lnTo>
                      <a:lnTo>
                        <a:pt x="86" y="98"/>
                      </a:lnTo>
                      <a:lnTo>
                        <a:pt x="68" y="98"/>
                      </a:lnTo>
                      <a:lnTo>
                        <a:pt x="68" y="108"/>
                      </a:lnTo>
                      <a:lnTo>
                        <a:pt x="68" y="108"/>
                      </a:lnTo>
                      <a:close/>
                      <a:moveTo>
                        <a:pt x="86" y="0"/>
                      </a:moveTo>
                      <a:lnTo>
                        <a:pt x="68" y="0"/>
                      </a:lnTo>
                      <a:lnTo>
                        <a:pt x="68" y="47"/>
                      </a:lnTo>
                      <a:lnTo>
                        <a:pt x="79" y="47"/>
                      </a:lnTo>
                      <a:lnTo>
                        <a:pt x="79" y="65"/>
                      </a:lnTo>
                      <a:lnTo>
                        <a:pt x="68" y="65"/>
                      </a:lnTo>
                      <a:lnTo>
                        <a:pt x="68" y="76"/>
                      </a:lnTo>
                      <a:lnTo>
                        <a:pt x="86" y="76"/>
                      </a:lnTo>
                      <a:lnTo>
                        <a:pt x="86" y="36"/>
                      </a:lnTo>
                      <a:lnTo>
                        <a:pt x="75" y="36"/>
                      </a:lnTo>
                      <a:lnTo>
                        <a:pt x="75" y="15"/>
                      </a:lnTo>
                      <a:lnTo>
                        <a:pt x="75" y="15"/>
                      </a:lnTo>
                      <a:lnTo>
                        <a:pt x="86" y="15"/>
                      </a:lnTo>
                      <a:lnTo>
                        <a:pt x="86" y="0"/>
                      </a:lnTo>
                      <a:close/>
                      <a:moveTo>
                        <a:pt x="54" y="108"/>
                      </a:moveTo>
                      <a:lnTo>
                        <a:pt x="68" y="108"/>
                      </a:lnTo>
                      <a:lnTo>
                        <a:pt x="68" y="98"/>
                      </a:lnTo>
                      <a:lnTo>
                        <a:pt x="54" y="98"/>
                      </a:lnTo>
                      <a:lnTo>
                        <a:pt x="54" y="108"/>
                      </a:lnTo>
                      <a:lnTo>
                        <a:pt x="54" y="108"/>
                      </a:lnTo>
                      <a:close/>
                      <a:moveTo>
                        <a:pt x="68" y="0"/>
                      </a:moveTo>
                      <a:lnTo>
                        <a:pt x="54" y="0"/>
                      </a:lnTo>
                      <a:lnTo>
                        <a:pt x="54" y="15"/>
                      </a:lnTo>
                      <a:lnTo>
                        <a:pt x="65" y="15"/>
                      </a:lnTo>
                      <a:lnTo>
                        <a:pt x="65" y="36"/>
                      </a:lnTo>
                      <a:lnTo>
                        <a:pt x="54" y="36"/>
                      </a:lnTo>
                      <a:lnTo>
                        <a:pt x="54" y="76"/>
                      </a:lnTo>
                      <a:lnTo>
                        <a:pt x="68" y="76"/>
                      </a:lnTo>
                      <a:lnTo>
                        <a:pt x="68" y="65"/>
                      </a:lnTo>
                      <a:lnTo>
                        <a:pt x="61" y="65"/>
                      </a:lnTo>
                      <a:lnTo>
                        <a:pt x="61" y="65"/>
                      </a:lnTo>
                      <a:lnTo>
                        <a:pt x="61" y="47"/>
                      </a:lnTo>
                      <a:lnTo>
                        <a:pt x="68" y="47"/>
                      </a:lnTo>
                      <a:lnTo>
                        <a:pt x="68" y="0"/>
                      </a:lnTo>
                      <a:close/>
                      <a:moveTo>
                        <a:pt x="39" y="108"/>
                      </a:moveTo>
                      <a:lnTo>
                        <a:pt x="54" y="108"/>
                      </a:lnTo>
                      <a:lnTo>
                        <a:pt x="54" y="98"/>
                      </a:lnTo>
                      <a:lnTo>
                        <a:pt x="39" y="98"/>
                      </a:lnTo>
                      <a:lnTo>
                        <a:pt x="39" y="108"/>
                      </a:lnTo>
                      <a:lnTo>
                        <a:pt x="39" y="108"/>
                      </a:lnTo>
                      <a:close/>
                      <a:moveTo>
                        <a:pt x="54" y="0"/>
                      </a:moveTo>
                      <a:lnTo>
                        <a:pt x="39" y="0"/>
                      </a:lnTo>
                      <a:lnTo>
                        <a:pt x="39" y="47"/>
                      </a:lnTo>
                      <a:lnTo>
                        <a:pt x="50" y="47"/>
                      </a:lnTo>
                      <a:lnTo>
                        <a:pt x="50" y="65"/>
                      </a:lnTo>
                      <a:lnTo>
                        <a:pt x="39" y="65"/>
                      </a:lnTo>
                      <a:lnTo>
                        <a:pt x="39" y="76"/>
                      </a:lnTo>
                      <a:lnTo>
                        <a:pt x="54" y="76"/>
                      </a:lnTo>
                      <a:lnTo>
                        <a:pt x="54" y="36"/>
                      </a:lnTo>
                      <a:lnTo>
                        <a:pt x="43" y="36"/>
                      </a:lnTo>
                      <a:lnTo>
                        <a:pt x="43" y="15"/>
                      </a:lnTo>
                      <a:lnTo>
                        <a:pt x="43" y="15"/>
                      </a:lnTo>
                      <a:lnTo>
                        <a:pt x="54" y="15"/>
                      </a:lnTo>
                      <a:lnTo>
                        <a:pt x="54" y="0"/>
                      </a:lnTo>
                      <a:close/>
                      <a:moveTo>
                        <a:pt x="25" y="108"/>
                      </a:moveTo>
                      <a:lnTo>
                        <a:pt x="39" y="108"/>
                      </a:lnTo>
                      <a:lnTo>
                        <a:pt x="39" y="98"/>
                      </a:lnTo>
                      <a:lnTo>
                        <a:pt x="39" y="98"/>
                      </a:lnTo>
                      <a:lnTo>
                        <a:pt x="39" y="76"/>
                      </a:lnTo>
                      <a:lnTo>
                        <a:pt x="39" y="76"/>
                      </a:lnTo>
                      <a:lnTo>
                        <a:pt x="39" y="65"/>
                      </a:lnTo>
                      <a:lnTo>
                        <a:pt x="29" y="65"/>
                      </a:lnTo>
                      <a:lnTo>
                        <a:pt x="29" y="65"/>
                      </a:lnTo>
                      <a:lnTo>
                        <a:pt x="29" y="47"/>
                      </a:lnTo>
                      <a:lnTo>
                        <a:pt x="39" y="47"/>
                      </a:lnTo>
                      <a:lnTo>
                        <a:pt x="39" y="0"/>
                      </a:lnTo>
                      <a:lnTo>
                        <a:pt x="25" y="0"/>
                      </a:lnTo>
                      <a:lnTo>
                        <a:pt x="25" y="15"/>
                      </a:lnTo>
                      <a:lnTo>
                        <a:pt x="36" y="15"/>
                      </a:lnTo>
                      <a:lnTo>
                        <a:pt x="36" y="36"/>
                      </a:lnTo>
                      <a:lnTo>
                        <a:pt x="25" y="36"/>
                      </a:lnTo>
                      <a:lnTo>
                        <a:pt x="25" y="108"/>
                      </a:lnTo>
                      <a:close/>
                      <a:moveTo>
                        <a:pt x="0" y="108"/>
                      </a:moveTo>
                      <a:lnTo>
                        <a:pt x="25" y="108"/>
                      </a:lnTo>
                      <a:lnTo>
                        <a:pt x="25" y="36"/>
                      </a:lnTo>
                      <a:lnTo>
                        <a:pt x="14" y="36"/>
                      </a:lnTo>
                      <a:lnTo>
                        <a:pt x="14" y="15"/>
                      </a:lnTo>
                      <a:lnTo>
                        <a:pt x="14" y="15"/>
                      </a:lnTo>
                      <a:lnTo>
                        <a:pt x="25" y="15"/>
                      </a:lnTo>
                      <a:lnTo>
                        <a:pt x="25" y="0"/>
                      </a:lnTo>
                      <a:lnTo>
                        <a:pt x="0" y="0"/>
                      </a:lnTo>
                      <a:lnTo>
                        <a:pt x="0" y="108"/>
                      </a:lnTo>
                      <a:close/>
                    </a:path>
                  </a:pathLst>
                </a:custGeom>
                <a:grpFill/>
                <a:ln>
                  <a:noFill/>
                </a:ln>
                <a:extLst>
                  <a:ext uri="{91240B29-F687-4f45-9708-019B960494DF}">
                    <a14:hiddenLine xmlns="" xmlns:lc="http://schemas.openxmlformats.org/drawingml/2006/lockedCanvas" xmlns:a14="http://schemas.microsoft.com/office/drawing/2010/main" xmlns:p14="http://schemas.microsoft.com/office/powerpoint/2010/main" xmlns:a16="http://schemas.microsoft.com/office/drawing/2014/main" w="9525">
                      <a:solidFill>
                        <a:srgbClr val="000000"/>
                      </a:solidFill>
                      <a:round/>
                      <a:headEnd/>
                      <a:tailEnd/>
                    </a14:hiddenLine>
                  </a:ext>
                </a:extLst>
              </p:spPr>
              <p:txBody>
                <a:bodyPr anchor="ctr"/>
                <a:lstStyle/>
                <a:p>
                  <a:pPr algn="ctr">
                    <a:lnSpc>
                      <a:spcPct val="120000"/>
                    </a:lnSpc>
                  </a:pPr>
                  <a:endParaRPr sz="3200">
                    <a:cs typeface="+mn-ea"/>
                    <a:sym typeface="+mn-lt"/>
                  </a:endParaRPr>
                </a:p>
              </p:txBody>
            </p:sp>
            <p:sp>
              <p:nvSpPr>
                <p:cNvPr id="264" name="íšľïḍé">
                  <a:extLst>
                    <a:ext uri="{FF2B5EF4-FFF2-40B4-BE49-F238E27FC236}">
                      <a16:creationId xmlns:a16="http://schemas.microsoft.com/office/drawing/2014/main" id="{F71034B8-2751-43D3-B285-DCCA1FFA05C8}"/>
                    </a:ext>
                  </a:extLst>
                </p:cNvPr>
                <p:cNvSpPr/>
                <p:nvPr/>
              </p:nvSpPr>
              <p:spPr bwMode="auto">
                <a:xfrm>
                  <a:off x="4954011" y="4284565"/>
                  <a:ext cx="162980" cy="39213"/>
                </a:xfrm>
                <a:custGeom>
                  <a:avLst/>
                  <a:gdLst>
                    <a:gd name="T0" fmla="*/ 0 w 37"/>
                    <a:gd name="T1" fmla="*/ 5 h 9"/>
                    <a:gd name="T2" fmla="*/ 3 w 37"/>
                    <a:gd name="T3" fmla="*/ 9 h 9"/>
                    <a:gd name="T4" fmla="*/ 19 w 37"/>
                    <a:gd name="T5" fmla="*/ 5 h 9"/>
                    <a:gd name="T6" fmla="*/ 35 w 37"/>
                    <a:gd name="T7" fmla="*/ 9 h 9"/>
                    <a:gd name="T8" fmla="*/ 37 w 37"/>
                    <a:gd name="T9" fmla="*/ 5 h 9"/>
                    <a:gd name="T10" fmla="*/ 19 w 37"/>
                    <a:gd name="T11" fmla="*/ 0 h 9"/>
                    <a:gd name="T12" fmla="*/ 0 w 37"/>
                    <a:gd name="T13" fmla="*/ 5 h 9"/>
                  </a:gdLst>
                  <a:ahLst/>
                  <a:cxnLst>
                    <a:cxn ang="0">
                      <a:pos x="T0" y="T1"/>
                    </a:cxn>
                    <a:cxn ang="0">
                      <a:pos x="T2" y="T3"/>
                    </a:cxn>
                    <a:cxn ang="0">
                      <a:pos x="T4" y="T5"/>
                    </a:cxn>
                    <a:cxn ang="0">
                      <a:pos x="T6" y="T7"/>
                    </a:cxn>
                    <a:cxn ang="0">
                      <a:pos x="T8" y="T9"/>
                    </a:cxn>
                    <a:cxn ang="0">
                      <a:pos x="T10" y="T11"/>
                    </a:cxn>
                    <a:cxn ang="0">
                      <a:pos x="T12" y="T13"/>
                    </a:cxn>
                  </a:cxnLst>
                  <a:rect l="0" t="0" r="r" b="b"/>
                  <a:pathLst>
                    <a:path w="37" h="9">
                      <a:moveTo>
                        <a:pt x="0" y="5"/>
                      </a:moveTo>
                      <a:cubicBezTo>
                        <a:pt x="3" y="9"/>
                        <a:pt x="3" y="9"/>
                        <a:pt x="3" y="9"/>
                      </a:cubicBezTo>
                      <a:cubicBezTo>
                        <a:pt x="7" y="7"/>
                        <a:pt x="13" y="5"/>
                        <a:pt x="19" y="5"/>
                      </a:cubicBezTo>
                      <a:cubicBezTo>
                        <a:pt x="25" y="5"/>
                        <a:pt x="30" y="7"/>
                        <a:pt x="35" y="9"/>
                      </a:cubicBezTo>
                      <a:cubicBezTo>
                        <a:pt x="37" y="5"/>
                        <a:pt x="37" y="5"/>
                        <a:pt x="37" y="5"/>
                      </a:cubicBezTo>
                      <a:cubicBezTo>
                        <a:pt x="32" y="2"/>
                        <a:pt x="25" y="0"/>
                        <a:pt x="19" y="0"/>
                      </a:cubicBezTo>
                      <a:cubicBezTo>
                        <a:pt x="12" y="0"/>
                        <a:pt x="5" y="2"/>
                        <a:pt x="0" y="5"/>
                      </a:cubicBezTo>
                      <a:close/>
                    </a:path>
                  </a:pathLst>
                </a:custGeom>
                <a:grpFill/>
                <a:ln>
                  <a:noFill/>
                </a:ln>
                <a:extLst>
                  <a:ext uri="{91240B29-F687-4f45-9708-019B960494DF}">
                    <a14:hiddenLine xmlns="" xmlns:lc="http://schemas.openxmlformats.org/drawingml/2006/lockedCanvas" xmlns:a14="http://schemas.microsoft.com/office/drawing/2010/main" xmlns:p14="http://schemas.microsoft.com/office/powerpoint/2010/main" xmlns:a16="http://schemas.microsoft.com/office/drawing/2014/main" w="9525">
                      <a:solidFill>
                        <a:srgbClr val="000000"/>
                      </a:solidFill>
                      <a:round/>
                      <a:headEnd/>
                      <a:tailEnd/>
                    </a14:hiddenLine>
                  </a:ext>
                </a:extLst>
              </p:spPr>
              <p:txBody>
                <a:bodyPr anchor="ctr"/>
                <a:lstStyle/>
                <a:p>
                  <a:pPr algn="ctr">
                    <a:lnSpc>
                      <a:spcPct val="120000"/>
                    </a:lnSpc>
                  </a:pPr>
                  <a:endParaRPr sz="3200">
                    <a:cs typeface="+mn-ea"/>
                    <a:sym typeface="+mn-lt"/>
                  </a:endParaRPr>
                </a:p>
              </p:txBody>
            </p:sp>
            <p:sp>
              <p:nvSpPr>
                <p:cNvPr id="265" name="ïŝ1ïďe">
                  <a:extLst>
                    <a:ext uri="{FF2B5EF4-FFF2-40B4-BE49-F238E27FC236}">
                      <a16:creationId xmlns:a16="http://schemas.microsoft.com/office/drawing/2014/main" id="{48014F30-164E-419A-93CD-57A84C171D7E}"/>
                    </a:ext>
                  </a:extLst>
                </p:cNvPr>
                <p:cNvSpPr/>
                <p:nvPr/>
              </p:nvSpPr>
              <p:spPr bwMode="auto">
                <a:xfrm>
                  <a:off x="4927052" y="4240450"/>
                  <a:ext cx="221800" cy="47791"/>
                </a:xfrm>
                <a:custGeom>
                  <a:avLst/>
                  <a:gdLst>
                    <a:gd name="T0" fmla="*/ 50 w 50"/>
                    <a:gd name="T1" fmla="*/ 6 h 11"/>
                    <a:gd name="T2" fmla="*/ 25 w 50"/>
                    <a:gd name="T3" fmla="*/ 0 h 11"/>
                    <a:gd name="T4" fmla="*/ 0 w 50"/>
                    <a:gd name="T5" fmla="*/ 6 h 11"/>
                    <a:gd name="T6" fmla="*/ 2 w 50"/>
                    <a:gd name="T7" fmla="*/ 11 h 11"/>
                    <a:gd name="T8" fmla="*/ 25 w 50"/>
                    <a:gd name="T9" fmla="*/ 5 h 11"/>
                    <a:gd name="T10" fmla="*/ 47 w 50"/>
                    <a:gd name="T11" fmla="*/ 11 h 11"/>
                    <a:gd name="T12" fmla="*/ 50 w 50"/>
                    <a:gd name="T13" fmla="*/ 6 h 11"/>
                  </a:gdLst>
                  <a:ahLst/>
                  <a:cxnLst>
                    <a:cxn ang="0">
                      <a:pos x="T0" y="T1"/>
                    </a:cxn>
                    <a:cxn ang="0">
                      <a:pos x="T2" y="T3"/>
                    </a:cxn>
                    <a:cxn ang="0">
                      <a:pos x="T4" y="T5"/>
                    </a:cxn>
                    <a:cxn ang="0">
                      <a:pos x="T6" y="T7"/>
                    </a:cxn>
                    <a:cxn ang="0">
                      <a:pos x="T8" y="T9"/>
                    </a:cxn>
                    <a:cxn ang="0">
                      <a:pos x="T10" y="T11"/>
                    </a:cxn>
                    <a:cxn ang="0">
                      <a:pos x="T12" y="T13"/>
                    </a:cxn>
                  </a:cxnLst>
                  <a:rect l="0" t="0" r="r" b="b"/>
                  <a:pathLst>
                    <a:path w="50" h="11">
                      <a:moveTo>
                        <a:pt x="50" y="6"/>
                      </a:moveTo>
                      <a:cubicBezTo>
                        <a:pt x="43" y="2"/>
                        <a:pt x="34" y="0"/>
                        <a:pt x="25" y="0"/>
                      </a:cubicBezTo>
                      <a:cubicBezTo>
                        <a:pt x="16" y="0"/>
                        <a:pt x="7" y="2"/>
                        <a:pt x="0" y="6"/>
                      </a:cubicBezTo>
                      <a:cubicBezTo>
                        <a:pt x="2" y="11"/>
                        <a:pt x="2" y="11"/>
                        <a:pt x="2" y="11"/>
                      </a:cubicBezTo>
                      <a:cubicBezTo>
                        <a:pt x="9" y="7"/>
                        <a:pt x="17" y="5"/>
                        <a:pt x="25" y="5"/>
                      </a:cubicBezTo>
                      <a:cubicBezTo>
                        <a:pt x="33" y="5"/>
                        <a:pt x="41" y="7"/>
                        <a:pt x="47" y="11"/>
                      </a:cubicBezTo>
                      <a:lnTo>
                        <a:pt x="50" y="6"/>
                      </a:lnTo>
                      <a:close/>
                    </a:path>
                  </a:pathLst>
                </a:custGeom>
                <a:grpFill/>
                <a:ln>
                  <a:noFill/>
                </a:ln>
                <a:extLst>
                  <a:ext uri="{91240B29-F687-4f45-9708-019B960494DF}">
                    <a14:hiddenLine xmlns="" xmlns:lc="http://schemas.openxmlformats.org/drawingml/2006/lockedCanvas" xmlns:a14="http://schemas.microsoft.com/office/drawing/2010/main" xmlns:p14="http://schemas.microsoft.com/office/powerpoint/2010/main" xmlns:a16="http://schemas.microsoft.com/office/drawing/2014/main" w="9525">
                      <a:solidFill>
                        <a:srgbClr val="000000"/>
                      </a:solidFill>
                      <a:round/>
                      <a:headEnd/>
                      <a:tailEnd/>
                    </a14:hiddenLine>
                  </a:ext>
                </a:extLst>
              </p:spPr>
              <p:txBody>
                <a:bodyPr anchor="ctr"/>
                <a:lstStyle/>
                <a:p>
                  <a:pPr algn="ctr">
                    <a:lnSpc>
                      <a:spcPct val="120000"/>
                    </a:lnSpc>
                  </a:pPr>
                  <a:endParaRPr sz="3200">
                    <a:cs typeface="+mn-ea"/>
                    <a:sym typeface="+mn-lt"/>
                  </a:endParaRPr>
                </a:p>
              </p:txBody>
            </p:sp>
          </p:grpSp>
          <p:sp>
            <p:nvSpPr>
              <p:cNvPr id="31" name="íSḻïde">
                <a:extLst>
                  <a:ext uri="{FF2B5EF4-FFF2-40B4-BE49-F238E27FC236}">
                    <a16:creationId xmlns:a16="http://schemas.microsoft.com/office/drawing/2014/main" id="{0171A63C-4195-4AC3-9294-EA968A50ACEC}"/>
                  </a:ext>
                </a:extLst>
              </p:cNvPr>
              <p:cNvSpPr/>
              <p:nvPr/>
            </p:nvSpPr>
            <p:spPr bwMode="auto">
              <a:xfrm>
                <a:off x="7346967" y="2194046"/>
                <a:ext cx="210283" cy="211863"/>
              </a:xfrm>
              <a:custGeom>
                <a:avLst/>
                <a:gdLst>
                  <a:gd name="T0" fmla="*/ 18 w 37"/>
                  <a:gd name="T1" fmla="*/ 37 h 37"/>
                  <a:gd name="T2" fmla="*/ 19 w 37"/>
                  <a:gd name="T3" fmla="*/ 37 h 37"/>
                  <a:gd name="T4" fmla="*/ 37 w 37"/>
                  <a:gd name="T5" fmla="*/ 18 h 37"/>
                  <a:gd name="T6" fmla="*/ 23 w 37"/>
                  <a:gd name="T7" fmla="*/ 0 h 37"/>
                  <a:gd name="T8" fmla="*/ 1 w 37"/>
                  <a:gd name="T9" fmla="*/ 12 h 37"/>
                  <a:gd name="T10" fmla="*/ 0 w 37"/>
                  <a:gd name="T11" fmla="*/ 18 h 37"/>
                  <a:gd name="T12" fmla="*/ 10 w 37"/>
                  <a:gd name="T13" fmla="*/ 24 h 37"/>
                  <a:gd name="T14" fmla="*/ 18 w 37"/>
                  <a:gd name="T15" fmla="*/ 37 h 3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7" h="37">
                    <a:moveTo>
                      <a:pt x="18" y="37"/>
                    </a:moveTo>
                    <a:cubicBezTo>
                      <a:pt x="18" y="37"/>
                      <a:pt x="18" y="37"/>
                      <a:pt x="19" y="37"/>
                    </a:cubicBezTo>
                    <a:cubicBezTo>
                      <a:pt x="29" y="37"/>
                      <a:pt x="37" y="29"/>
                      <a:pt x="37" y="18"/>
                    </a:cubicBezTo>
                    <a:cubicBezTo>
                      <a:pt x="37" y="10"/>
                      <a:pt x="31" y="2"/>
                      <a:pt x="23" y="0"/>
                    </a:cubicBezTo>
                    <a:cubicBezTo>
                      <a:pt x="16" y="4"/>
                      <a:pt x="8" y="8"/>
                      <a:pt x="1" y="12"/>
                    </a:cubicBezTo>
                    <a:cubicBezTo>
                      <a:pt x="1" y="14"/>
                      <a:pt x="0" y="16"/>
                      <a:pt x="0" y="18"/>
                    </a:cubicBezTo>
                    <a:cubicBezTo>
                      <a:pt x="4" y="19"/>
                      <a:pt x="7" y="21"/>
                      <a:pt x="10" y="24"/>
                    </a:cubicBezTo>
                    <a:cubicBezTo>
                      <a:pt x="14" y="28"/>
                      <a:pt x="16" y="32"/>
                      <a:pt x="18" y="37"/>
                    </a:cubicBezTo>
                    <a:close/>
                  </a:path>
                </a:pathLst>
              </a:custGeom>
              <a:solidFill>
                <a:schemeClr val="accent4"/>
              </a:solidFill>
              <a:ln>
                <a:noFill/>
              </a:ln>
            </p:spPr>
            <p:txBody>
              <a:bodyPr anchor="ctr"/>
              <a:lstStyle/>
              <a:p>
                <a:pPr algn="ctr">
                  <a:lnSpc>
                    <a:spcPct val="120000"/>
                  </a:lnSpc>
                </a:pPr>
                <a:endParaRPr sz="3200">
                  <a:cs typeface="+mn-ea"/>
                  <a:sym typeface="+mn-lt"/>
                </a:endParaRPr>
              </a:p>
            </p:txBody>
          </p:sp>
          <p:sp>
            <p:nvSpPr>
              <p:cNvPr id="35" name="ïşľiḋe">
                <a:extLst>
                  <a:ext uri="{FF2B5EF4-FFF2-40B4-BE49-F238E27FC236}">
                    <a16:creationId xmlns:a16="http://schemas.microsoft.com/office/drawing/2014/main" id="{CE4292E0-3073-487C-845A-32B57E316850}"/>
                  </a:ext>
                </a:extLst>
              </p:cNvPr>
              <p:cNvSpPr/>
              <p:nvPr/>
            </p:nvSpPr>
            <p:spPr bwMode="auto">
              <a:xfrm>
                <a:off x="7574641" y="2268356"/>
                <a:ext cx="45851" cy="63244"/>
              </a:xfrm>
              <a:custGeom>
                <a:avLst/>
                <a:gdLst>
                  <a:gd name="T0" fmla="*/ 0 w 29"/>
                  <a:gd name="T1" fmla="*/ 40 h 40"/>
                  <a:gd name="T2" fmla="*/ 29 w 29"/>
                  <a:gd name="T3" fmla="*/ 18 h 40"/>
                  <a:gd name="T4" fmla="*/ 0 w 29"/>
                  <a:gd name="T5" fmla="*/ 0 h 40"/>
                  <a:gd name="T6" fmla="*/ 0 w 29"/>
                  <a:gd name="T7" fmla="*/ 40 h 40"/>
                </a:gdLst>
                <a:ahLst/>
                <a:cxnLst>
                  <a:cxn ang="0">
                    <a:pos x="T0" y="T1"/>
                  </a:cxn>
                  <a:cxn ang="0">
                    <a:pos x="T2" y="T3"/>
                  </a:cxn>
                  <a:cxn ang="0">
                    <a:pos x="T4" y="T5"/>
                  </a:cxn>
                  <a:cxn ang="0">
                    <a:pos x="T6" y="T7"/>
                  </a:cxn>
                </a:cxnLst>
                <a:rect l="0" t="0" r="r" b="b"/>
                <a:pathLst>
                  <a:path w="29" h="40">
                    <a:moveTo>
                      <a:pt x="0" y="40"/>
                    </a:moveTo>
                    <a:lnTo>
                      <a:pt x="29" y="18"/>
                    </a:lnTo>
                    <a:lnTo>
                      <a:pt x="0" y="0"/>
                    </a:lnTo>
                    <a:lnTo>
                      <a:pt x="0" y="40"/>
                    </a:lnTo>
                    <a:close/>
                  </a:path>
                </a:pathLst>
              </a:custGeom>
              <a:solidFill>
                <a:schemeClr val="accent4"/>
              </a:solidFill>
              <a:ln>
                <a:noFill/>
              </a:ln>
            </p:spPr>
            <p:txBody>
              <a:bodyPr anchor="ctr"/>
              <a:lstStyle/>
              <a:p>
                <a:pPr algn="ctr">
                  <a:lnSpc>
                    <a:spcPct val="120000"/>
                  </a:lnSpc>
                </a:pPr>
                <a:endParaRPr sz="3200">
                  <a:cs typeface="+mn-ea"/>
                  <a:sym typeface="+mn-lt"/>
                </a:endParaRPr>
              </a:p>
            </p:txBody>
          </p:sp>
          <p:sp>
            <p:nvSpPr>
              <p:cNvPr id="40" name="iṡḷîḓê">
                <a:extLst>
                  <a:ext uri="{FF2B5EF4-FFF2-40B4-BE49-F238E27FC236}">
                    <a16:creationId xmlns:a16="http://schemas.microsoft.com/office/drawing/2014/main" id="{A49ECC12-9872-4FD5-9789-655DA37B3492}"/>
                  </a:ext>
                </a:extLst>
              </p:cNvPr>
              <p:cNvSpPr/>
              <p:nvPr/>
            </p:nvSpPr>
            <p:spPr bwMode="auto">
              <a:xfrm>
                <a:off x="7312182" y="2274681"/>
                <a:ext cx="23716" cy="17392"/>
              </a:xfrm>
              <a:custGeom>
                <a:avLst/>
                <a:gdLst>
                  <a:gd name="T0" fmla="*/ 0 w 4"/>
                  <a:gd name="T1" fmla="*/ 3 h 3"/>
                  <a:gd name="T2" fmla="*/ 4 w 4"/>
                  <a:gd name="T3" fmla="*/ 3 h 3"/>
                  <a:gd name="T4" fmla="*/ 4 w 4"/>
                  <a:gd name="T5" fmla="*/ 0 h 3"/>
                  <a:gd name="T6" fmla="*/ 0 w 4"/>
                  <a:gd name="T7" fmla="*/ 3 h 3"/>
                </a:gdLst>
                <a:ahLst/>
                <a:cxnLst>
                  <a:cxn ang="0">
                    <a:pos x="T0" y="T1"/>
                  </a:cxn>
                  <a:cxn ang="0">
                    <a:pos x="T2" y="T3"/>
                  </a:cxn>
                  <a:cxn ang="0">
                    <a:pos x="T4" y="T5"/>
                  </a:cxn>
                  <a:cxn ang="0">
                    <a:pos x="T6" y="T7"/>
                  </a:cxn>
                </a:cxnLst>
                <a:rect l="0" t="0" r="r" b="b"/>
                <a:pathLst>
                  <a:path w="4" h="3">
                    <a:moveTo>
                      <a:pt x="0" y="3"/>
                    </a:moveTo>
                    <a:cubicBezTo>
                      <a:pt x="1" y="3"/>
                      <a:pt x="2" y="3"/>
                      <a:pt x="4" y="3"/>
                    </a:cubicBezTo>
                    <a:cubicBezTo>
                      <a:pt x="4" y="0"/>
                      <a:pt x="4" y="0"/>
                      <a:pt x="4" y="0"/>
                    </a:cubicBezTo>
                    <a:cubicBezTo>
                      <a:pt x="2" y="1"/>
                      <a:pt x="1" y="2"/>
                      <a:pt x="0" y="3"/>
                    </a:cubicBezTo>
                    <a:close/>
                  </a:path>
                </a:pathLst>
              </a:custGeom>
              <a:solidFill>
                <a:schemeClr val="accent4"/>
              </a:solidFill>
              <a:ln>
                <a:noFill/>
              </a:ln>
            </p:spPr>
            <p:txBody>
              <a:bodyPr anchor="ctr"/>
              <a:lstStyle/>
              <a:p>
                <a:pPr algn="ctr">
                  <a:lnSpc>
                    <a:spcPct val="120000"/>
                  </a:lnSpc>
                </a:pPr>
                <a:endParaRPr sz="3200">
                  <a:cs typeface="+mn-ea"/>
                  <a:sym typeface="+mn-lt"/>
                </a:endParaRPr>
              </a:p>
            </p:txBody>
          </p:sp>
          <p:sp>
            <p:nvSpPr>
              <p:cNvPr id="42" name="íŝḻïḍe">
                <a:extLst>
                  <a:ext uri="{FF2B5EF4-FFF2-40B4-BE49-F238E27FC236}">
                    <a16:creationId xmlns:a16="http://schemas.microsoft.com/office/drawing/2014/main" id="{64360BDA-BE27-4603-A29C-279838CC6B18}"/>
                  </a:ext>
                </a:extLst>
              </p:cNvPr>
              <p:cNvSpPr/>
              <p:nvPr/>
            </p:nvSpPr>
            <p:spPr bwMode="auto">
              <a:xfrm>
                <a:off x="7517722" y="2182979"/>
                <a:ext cx="52176" cy="52176"/>
              </a:xfrm>
              <a:custGeom>
                <a:avLst/>
                <a:gdLst>
                  <a:gd name="T0" fmla="*/ 0 w 33"/>
                  <a:gd name="T1" fmla="*/ 7 h 33"/>
                  <a:gd name="T2" fmla="*/ 25 w 33"/>
                  <a:gd name="T3" fmla="*/ 33 h 33"/>
                  <a:gd name="T4" fmla="*/ 33 w 33"/>
                  <a:gd name="T5" fmla="*/ 0 h 33"/>
                  <a:gd name="T6" fmla="*/ 0 w 33"/>
                  <a:gd name="T7" fmla="*/ 7 h 33"/>
                </a:gdLst>
                <a:ahLst/>
                <a:cxnLst>
                  <a:cxn ang="0">
                    <a:pos x="T0" y="T1"/>
                  </a:cxn>
                  <a:cxn ang="0">
                    <a:pos x="T2" y="T3"/>
                  </a:cxn>
                  <a:cxn ang="0">
                    <a:pos x="T4" y="T5"/>
                  </a:cxn>
                  <a:cxn ang="0">
                    <a:pos x="T6" y="T7"/>
                  </a:cxn>
                </a:cxnLst>
                <a:rect l="0" t="0" r="r" b="b"/>
                <a:pathLst>
                  <a:path w="33" h="33">
                    <a:moveTo>
                      <a:pt x="0" y="7"/>
                    </a:moveTo>
                    <a:lnTo>
                      <a:pt x="25" y="33"/>
                    </a:lnTo>
                    <a:lnTo>
                      <a:pt x="33" y="0"/>
                    </a:lnTo>
                    <a:lnTo>
                      <a:pt x="0" y="7"/>
                    </a:lnTo>
                    <a:close/>
                  </a:path>
                </a:pathLst>
              </a:custGeom>
              <a:solidFill>
                <a:schemeClr val="accent4"/>
              </a:solidFill>
              <a:ln>
                <a:noFill/>
              </a:ln>
            </p:spPr>
            <p:txBody>
              <a:bodyPr anchor="ctr"/>
              <a:lstStyle/>
              <a:p>
                <a:pPr algn="ctr">
                  <a:lnSpc>
                    <a:spcPct val="120000"/>
                  </a:lnSpc>
                </a:pPr>
                <a:endParaRPr sz="3200">
                  <a:cs typeface="+mn-ea"/>
                  <a:sym typeface="+mn-lt"/>
                </a:endParaRPr>
              </a:p>
            </p:txBody>
          </p:sp>
          <p:sp>
            <p:nvSpPr>
              <p:cNvPr id="43" name="îSľîdé">
                <a:extLst>
                  <a:ext uri="{FF2B5EF4-FFF2-40B4-BE49-F238E27FC236}">
                    <a16:creationId xmlns:a16="http://schemas.microsoft.com/office/drawing/2014/main" id="{CCA0626B-7510-4D81-87B7-17E7A745BA16}"/>
                  </a:ext>
                </a:extLst>
              </p:cNvPr>
              <p:cNvSpPr/>
              <p:nvPr/>
            </p:nvSpPr>
            <p:spPr bwMode="auto">
              <a:xfrm>
                <a:off x="7517722" y="2360059"/>
                <a:ext cx="52176" cy="56919"/>
              </a:xfrm>
              <a:custGeom>
                <a:avLst/>
                <a:gdLst>
                  <a:gd name="T0" fmla="*/ 25 w 33"/>
                  <a:gd name="T1" fmla="*/ 0 h 36"/>
                  <a:gd name="T2" fmla="*/ 0 w 33"/>
                  <a:gd name="T3" fmla="*/ 29 h 36"/>
                  <a:gd name="T4" fmla="*/ 33 w 33"/>
                  <a:gd name="T5" fmla="*/ 36 h 36"/>
                  <a:gd name="T6" fmla="*/ 25 w 33"/>
                  <a:gd name="T7" fmla="*/ 0 h 36"/>
                </a:gdLst>
                <a:ahLst/>
                <a:cxnLst>
                  <a:cxn ang="0">
                    <a:pos x="T0" y="T1"/>
                  </a:cxn>
                  <a:cxn ang="0">
                    <a:pos x="T2" y="T3"/>
                  </a:cxn>
                  <a:cxn ang="0">
                    <a:pos x="T4" y="T5"/>
                  </a:cxn>
                  <a:cxn ang="0">
                    <a:pos x="T6" y="T7"/>
                  </a:cxn>
                </a:cxnLst>
                <a:rect l="0" t="0" r="r" b="b"/>
                <a:pathLst>
                  <a:path w="33" h="36">
                    <a:moveTo>
                      <a:pt x="25" y="0"/>
                    </a:moveTo>
                    <a:lnTo>
                      <a:pt x="0" y="29"/>
                    </a:lnTo>
                    <a:lnTo>
                      <a:pt x="33" y="36"/>
                    </a:lnTo>
                    <a:lnTo>
                      <a:pt x="25" y="0"/>
                    </a:lnTo>
                    <a:close/>
                  </a:path>
                </a:pathLst>
              </a:custGeom>
              <a:solidFill>
                <a:schemeClr val="accent4"/>
              </a:solidFill>
              <a:ln>
                <a:noFill/>
              </a:ln>
            </p:spPr>
            <p:txBody>
              <a:bodyPr anchor="ctr"/>
              <a:lstStyle/>
              <a:p>
                <a:pPr algn="ctr">
                  <a:lnSpc>
                    <a:spcPct val="120000"/>
                  </a:lnSpc>
                </a:pPr>
                <a:endParaRPr sz="3200">
                  <a:cs typeface="+mn-ea"/>
                  <a:sym typeface="+mn-lt"/>
                </a:endParaRPr>
              </a:p>
            </p:txBody>
          </p:sp>
          <p:sp>
            <p:nvSpPr>
              <p:cNvPr id="46" name="ïṣļïďè">
                <a:extLst>
                  <a:ext uri="{FF2B5EF4-FFF2-40B4-BE49-F238E27FC236}">
                    <a16:creationId xmlns:a16="http://schemas.microsoft.com/office/drawing/2014/main" id="{0DA5C761-B389-45E5-BF1C-A8F9A76E1658}"/>
                  </a:ext>
                </a:extLst>
              </p:cNvPr>
              <p:cNvSpPr/>
              <p:nvPr/>
            </p:nvSpPr>
            <p:spPr bwMode="auto">
              <a:xfrm>
                <a:off x="7112967" y="2303140"/>
                <a:ext cx="461673" cy="284593"/>
              </a:xfrm>
              <a:custGeom>
                <a:avLst/>
                <a:gdLst>
                  <a:gd name="T0" fmla="*/ 66 w 81"/>
                  <a:gd name="T1" fmla="*/ 21 h 50"/>
                  <a:gd name="T2" fmla="*/ 64 w 81"/>
                  <a:gd name="T3" fmla="*/ 21 h 50"/>
                  <a:gd name="T4" fmla="*/ 57 w 81"/>
                  <a:gd name="T5" fmla="*/ 24 h 50"/>
                  <a:gd name="T6" fmla="*/ 57 w 81"/>
                  <a:gd name="T7" fmla="*/ 20 h 50"/>
                  <a:gd name="T8" fmla="*/ 56 w 81"/>
                  <a:gd name="T9" fmla="*/ 18 h 50"/>
                  <a:gd name="T10" fmla="*/ 41 w 81"/>
                  <a:gd name="T11" fmla="*/ 1 h 50"/>
                  <a:gd name="T12" fmla="*/ 39 w 81"/>
                  <a:gd name="T13" fmla="*/ 1 h 50"/>
                  <a:gd name="T14" fmla="*/ 32 w 81"/>
                  <a:gd name="T15" fmla="*/ 0 h 50"/>
                  <a:gd name="T16" fmla="*/ 31 w 81"/>
                  <a:gd name="T17" fmla="*/ 0 h 50"/>
                  <a:gd name="T18" fmla="*/ 31 w 81"/>
                  <a:gd name="T19" fmla="*/ 0 h 50"/>
                  <a:gd name="T20" fmla="*/ 9 w 81"/>
                  <a:gd name="T21" fmla="*/ 15 h 50"/>
                  <a:gd name="T22" fmla="*/ 7 w 81"/>
                  <a:gd name="T23" fmla="*/ 25 h 50"/>
                  <a:gd name="T24" fmla="*/ 8 w 81"/>
                  <a:gd name="T25" fmla="*/ 32 h 50"/>
                  <a:gd name="T26" fmla="*/ 0 w 81"/>
                  <a:gd name="T27" fmla="*/ 41 h 50"/>
                  <a:gd name="T28" fmla="*/ 9 w 81"/>
                  <a:gd name="T29" fmla="*/ 50 h 50"/>
                  <a:gd name="T30" fmla="*/ 32 w 81"/>
                  <a:gd name="T31" fmla="*/ 50 h 50"/>
                  <a:gd name="T32" fmla="*/ 33 w 81"/>
                  <a:gd name="T33" fmla="*/ 50 h 50"/>
                  <a:gd name="T34" fmla="*/ 66 w 81"/>
                  <a:gd name="T35" fmla="*/ 50 h 50"/>
                  <a:gd name="T36" fmla="*/ 81 w 81"/>
                  <a:gd name="T37" fmla="*/ 35 h 50"/>
                  <a:gd name="T38" fmla="*/ 66 w 81"/>
                  <a:gd name="T39" fmla="*/ 21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81" h="50">
                    <a:moveTo>
                      <a:pt x="66" y="21"/>
                    </a:moveTo>
                    <a:cubicBezTo>
                      <a:pt x="66" y="21"/>
                      <a:pt x="65" y="21"/>
                      <a:pt x="64" y="21"/>
                    </a:cubicBezTo>
                    <a:cubicBezTo>
                      <a:pt x="62" y="21"/>
                      <a:pt x="59" y="23"/>
                      <a:pt x="57" y="24"/>
                    </a:cubicBezTo>
                    <a:cubicBezTo>
                      <a:pt x="57" y="23"/>
                      <a:pt x="57" y="22"/>
                      <a:pt x="57" y="20"/>
                    </a:cubicBezTo>
                    <a:cubicBezTo>
                      <a:pt x="57" y="19"/>
                      <a:pt x="56" y="18"/>
                      <a:pt x="56" y="18"/>
                    </a:cubicBezTo>
                    <a:cubicBezTo>
                      <a:pt x="54" y="10"/>
                      <a:pt x="48" y="4"/>
                      <a:pt x="41" y="1"/>
                    </a:cubicBezTo>
                    <a:cubicBezTo>
                      <a:pt x="40" y="1"/>
                      <a:pt x="40" y="1"/>
                      <a:pt x="39" y="1"/>
                    </a:cubicBezTo>
                    <a:cubicBezTo>
                      <a:pt x="37" y="0"/>
                      <a:pt x="35" y="0"/>
                      <a:pt x="32" y="0"/>
                    </a:cubicBezTo>
                    <a:cubicBezTo>
                      <a:pt x="32" y="0"/>
                      <a:pt x="32" y="0"/>
                      <a:pt x="31" y="0"/>
                    </a:cubicBezTo>
                    <a:cubicBezTo>
                      <a:pt x="31" y="0"/>
                      <a:pt x="31" y="0"/>
                      <a:pt x="31" y="0"/>
                    </a:cubicBezTo>
                    <a:cubicBezTo>
                      <a:pt x="24" y="5"/>
                      <a:pt x="16" y="10"/>
                      <a:pt x="9" y="15"/>
                    </a:cubicBezTo>
                    <a:cubicBezTo>
                      <a:pt x="8" y="18"/>
                      <a:pt x="7" y="21"/>
                      <a:pt x="7" y="25"/>
                    </a:cubicBezTo>
                    <a:cubicBezTo>
                      <a:pt x="7" y="27"/>
                      <a:pt x="8" y="30"/>
                      <a:pt x="8" y="32"/>
                    </a:cubicBezTo>
                    <a:cubicBezTo>
                      <a:pt x="4" y="32"/>
                      <a:pt x="0" y="36"/>
                      <a:pt x="0" y="41"/>
                    </a:cubicBezTo>
                    <a:cubicBezTo>
                      <a:pt x="0" y="46"/>
                      <a:pt x="4" y="50"/>
                      <a:pt x="9" y="50"/>
                    </a:cubicBezTo>
                    <a:cubicBezTo>
                      <a:pt x="32" y="50"/>
                      <a:pt x="32" y="50"/>
                      <a:pt x="32" y="50"/>
                    </a:cubicBezTo>
                    <a:cubicBezTo>
                      <a:pt x="33" y="50"/>
                      <a:pt x="33" y="50"/>
                      <a:pt x="33" y="50"/>
                    </a:cubicBezTo>
                    <a:cubicBezTo>
                      <a:pt x="66" y="50"/>
                      <a:pt x="66" y="50"/>
                      <a:pt x="66" y="50"/>
                    </a:cubicBezTo>
                    <a:cubicBezTo>
                      <a:pt x="74" y="50"/>
                      <a:pt x="81" y="43"/>
                      <a:pt x="81" y="35"/>
                    </a:cubicBezTo>
                    <a:cubicBezTo>
                      <a:pt x="81" y="27"/>
                      <a:pt x="74" y="21"/>
                      <a:pt x="66" y="21"/>
                    </a:cubicBezTo>
                    <a:close/>
                  </a:path>
                </a:pathLst>
              </a:custGeom>
              <a:solidFill>
                <a:schemeClr val="accent4"/>
              </a:solidFill>
              <a:ln>
                <a:noFill/>
              </a:ln>
            </p:spPr>
            <p:txBody>
              <a:bodyPr anchor="ctr"/>
              <a:lstStyle/>
              <a:p>
                <a:pPr algn="ctr">
                  <a:lnSpc>
                    <a:spcPct val="120000"/>
                  </a:lnSpc>
                </a:pPr>
                <a:endParaRPr sz="3200">
                  <a:cs typeface="+mn-ea"/>
                  <a:sym typeface="+mn-lt"/>
                </a:endParaRPr>
              </a:p>
            </p:txBody>
          </p:sp>
          <p:sp>
            <p:nvSpPr>
              <p:cNvPr id="47" name="îšḷíḓe">
                <a:extLst>
                  <a:ext uri="{FF2B5EF4-FFF2-40B4-BE49-F238E27FC236}">
                    <a16:creationId xmlns:a16="http://schemas.microsoft.com/office/drawing/2014/main" id="{AEDF3010-01EA-4F4D-8330-05BBD167989F}"/>
                  </a:ext>
                </a:extLst>
              </p:cNvPr>
              <p:cNvSpPr/>
              <p:nvPr/>
            </p:nvSpPr>
            <p:spPr bwMode="auto">
              <a:xfrm>
                <a:off x="8839498" y="4981477"/>
                <a:ext cx="411078" cy="444281"/>
              </a:xfrm>
              <a:custGeom>
                <a:avLst/>
                <a:gdLst>
                  <a:gd name="T0" fmla="*/ 60 w 72"/>
                  <a:gd name="T1" fmla="*/ 2 h 78"/>
                  <a:gd name="T2" fmla="*/ 60 w 72"/>
                  <a:gd name="T3" fmla="*/ 26 h 78"/>
                  <a:gd name="T4" fmla="*/ 64 w 72"/>
                  <a:gd name="T5" fmla="*/ 37 h 78"/>
                  <a:gd name="T6" fmla="*/ 66 w 72"/>
                  <a:gd name="T7" fmla="*/ 43 h 78"/>
                  <a:gd name="T8" fmla="*/ 60 w 72"/>
                  <a:gd name="T9" fmla="*/ 50 h 78"/>
                  <a:gd name="T10" fmla="*/ 56 w 72"/>
                  <a:gd name="T11" fmla="*/ 53 h 78"/>
                  <a:gd name="T12" fmla="*/ 60 w 72"/>
                  <a:gd name="T13" fmla="*/ 50 h 78"/>
                  <a:gd name="T14" fmla="*/ 60 w 72"/>
                  <a:gd name="T15" fmla="*/ 44 h 78"/>
                  <a:gd name="T16" fmla="*/ 56 w 72"/>
                  <a:gd name="T17" fmla="*/ 33 h 78"/>
                  <a:gd name="T18" fmla="*/ 60 w 72"/>
                  <a:gd name="T19" fmla="*/ 26 h 78"/>
                  <a:gd name="T20" fmla="*/ 55 w 72"/>
                  <a:gd name="T21" fmla="*/ 46 h 78"/>
                  <a:gd name="T22" fmla="*/ 55 w 72"/>
                  <a:gd name="T23" fmla="*/ 53 h 78"/>
                  <a:gd name="T24" fmla="*/ 55 w 72"/>
                  <a:gd name="T25" fmla="*/ 1 h 78"/>
                  <a:gd name="T26" fmla="*/ 55 w 72"/>
                  <a:gd name="T27" fmla="*/ 9 h 78"/>
                  <a:gd name="T28" fmla="*/ 55 w 72"/>
                  <a:gd name="T29" fmla="*/ 16 h 78"/>
                  <a:gd name="T30" fmla="*/ 60 w 72"/>
                  <a:gd name="T31" fmla="*/ 21 h 78"/>
                  <a:gd name="T32" fmla="*/ 31 w 72"/>
                  <a:gd name="T33" fmla="*/ 71 h 78"/>
                  <a:gd name="T34" fmla="*/ 55 w 72"/>
                  <a:gd name="T35" fmla="*/ 46 h 78"/>
                  <a:gd name="T36" fmla="*/ 50 w 72"/>
                  <a:gd name="T37" fmla="*/ 28 h 78"/>
                  <a:gd name="T38" fmla="*/ 55 w 72"/>
                  <a:gd name="T39" fmla="*/ 27 h 78"/>
                  <a:gd name="T40" fmla="*/ 55 w 72"/>
                  <a:gd name="T41" fmla="*/ 21 h 78"/>
                  <a:gd name="T42" fmla="*/ 50 w 72"/>
                  <a:gd name="T43" fmla="*/ 10 h 78"/>
                  <a:gd name="T44" fmla="*/ 55 w 72"/>
                  <a:gd name="T45" fmla="*/ 4 h 78"/>
                  <a:gd name="T46" fmla="*/ 44 w 72"/>
                  <a:gd name="T47" fmla="*/ 4 h 78"/>
                  <a:gd name="T48" fmla="*/ 22 w 72"/>
                  <a:gd name="T49" fmla="*/ 55 h 78"/>
                  <a:gd name="T50" fmla="*/ 22 w 72"/>
                  <a:gd name="T51" fmla="*/ 60 h 78"/>
                  <a:gd name="T52" fmla="*/ 26 w 72"/>
                  <a:gd name="T53" fmla="*/ 71 h 78"/>
                  <a:gd name="T54" fmla="*/ 22 w 72"/>
                  <a:gd name="T55" fmla="*/ 76 h 78"/>
                  <a:gd name="T56" fmla="*/ 22 w 72"/>
                  <a:gd name="T57" fmla="*/ 72 h 78"/>
                  <a:gd name="T58" fmla="*/ 22 w 72"/>
                  <a:gd name="T59" fmla="*/ 66 h 78"/>
                  <a:gd name="T60" fmla="*/ 16 w 72"/>
                  <a:gd name="T61" fmla="*/ 61 h 78"/>
                  <a:gd name="T62" fmla="*/ 20 w 72"/>
                  <a:gd name="T63" fmla="*/ 29 h 78"/>
                  <a:gd name="T64" fmla="*/ 17 w 72"/>
                  <a:gd name="T65" fmla="*/ 37 h 78"/>
                  <a:gd name="T66" fmla="*/ 16 w 72"/>
                  <a:gd name="T67" fmla="*/ 43 h 78"/>
                  <a:gd name="T68" fmla="*/ 20 w 72"/>
                  <a:gd name="T69" fmla="*/ 49 h 78"/>
                  <a:gd name="T70" fmla="*/ 22 w 72"/>
                  <a:gd name="T71" fmla="*/ 54 h 78"/>
                  <a:gd name="T72" fmla="*/ 11 w 72"/>
                  <a:gd name="T73" fmla="*/ 12 h 78"/>
                  <a:gd name="T74" fmla="*/ 10 w 72"/>
                  <a:gd name="T75" fmla="*/ 20 h 78"/>
                  <a:gd name="T76" fmla="*/ 14 w 72"/>
                  <a:gd name="T77" fmla="*/ 26 h 78"/>
                  <a:gd name="T78" fmla="*/ 16 w 72"/>
                  <a:gd name="T79" fmla="*/ 31 h 78"/>
                  <a:gd name="T80" fmla="*/ 16 w 72"/>
                  <a:gd name="T81" fmla="*/ 11 h 78"/>
                  <a:gd name="T82" fmla="*/ 16 w 72"/>
                  <a:gd name="T83" fmla="*/ 78 h 78"/>
                  <a:gd name="T84" fmla="*/ 15 w 72"/>
                  <a:gd name="T85" fmla="*/ 55 h 78"/>
                  <a:gd name="T86" fmla="*/ 13 w 72"/>
                  <a:gd name="T87" fmla="*/ 50 h 78"/>
                  <a:gd name="T88" fmla="*/ 16 w 72"/>
                  <a:gd name="T89" fmla="*/ 37 h 78"/>
                  <a:gd name="T90" fmla="*/ 10 w 72"/>
                  <a:gd name="T91" fmla="*/ 56 h 78"/>
                  <a:gd name="T92" fmla="*/ 4 w 72"/>
                  <a:gd name="T93" fmla="*/ 14 h 78"/>
                  <a:gd name="T94" fmla="*/ 10 w 72"/>
                  <a:gd name="T95" fmla="*/ 38 h 78"/>
                  <a:gd name="T96" fmla="*/ 10 w 72"/>
                  <a:gd name="T97" fmla="*/ 27 h 78"/>
                  <a:gd name="T98" fmla="*/ 10 w 72"/>
                  <a:gd name="T99" fmla="*/ 20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72" h="78">
                    <a:moveTo>
                      <a:pt x="60" y="55"/>
                    </a:moveTo>
                    <a:cubicBezTo>
                      <a:pt x="64" y="53"/>
                      <a:pt x="68" y="50"/>
                      <a:pt x="72" y="48"/>
                    </a:cubicBezTo>
                    <a:cubicBezTo>
                      <a:pt x="60" y="2"/>
                      <a:pt x="60" y="2"/>
                      <a:pt x="60" y="2"/>
                    </a:cubicBezTo>
                    <a:cubicBezTo>
                      <a:pt x="60" y="21"/>
                      <a:pt x="60" y="21"/>
                      <a:pt x="60" y="21"/>
                    </a:cubicBezTo>
                    <a:cubicBezTo>
                      <a:pt x="62" y="26"/>
                      <a:pt x="62" y="26"/>
                      <a:pt x="62" y="26"/>
                    </a:cubicBezTo>
                    <a:cubicBezTo>
                      <a:pt x="60" y="26"/>
                      <a:pt x="60" y="26"/>
                      <a:pt x="60" y="26"/>
                    </a:cubicBezTo>
                    <a:cubicBezTo>
                      <a:pt x="60" y="32"/>
                      <a:pt x="60" y="32"/>
                      <a:pt x="60" y="32"/>
                    </a:cubicBezTo>
                    <a:cubicBezTo>
                      <a:pt x="63" y="31"/>
                      <a:pt x="63" y="31"/>
                      <a:pt x="63" y="31"/>
                    </a:cubicBezTo>
                    <a:cubicBezTo>
                      <a:pt x="64" y="37"/>
                      <a:pt x="64" y="37"/>
                      <a:pt x="64" y="37"/>
                    </a:cubicBezTo>
                    <a:cubicBezTo>
                      <a:pt x="60" y="39"/>
                      <a:pt x="60" y="39"/>
                      <a:pt x="60" y="39"/>
                    </a:cubicBezTo>
                    <a:cubicBezTo>
                      <a:pt x="60" y="44"/>
                      <a:pt x="60" y="44"/>
                      <a:pt x="60" y="44"/>
                    </a:cubicBezTo>
                    <a:cubicBezTo>
                      <a:pt x="66" y="43"/>
                      <a:pt x="66" y="43"/>
                      <a:pt x="66" y="43"/>
                    </a:cubicBezTo>
                    <a:cubicBezTo>
                      <a:pt x="67" y="49"/>
                      <a:pt x="67" y="49"/>
                      <a:pt x="67" y="49"/>
                    </a:cubicBezTo>
                    <a:cubicBezTo>
                      <a:pt x="60" y="51"/>
                      <a:pt x="60" y="51"/>
                      <a:pt x="60" y="51"/>
                    </a:cubicBezTo>
                    <a:cubicBezTo>
                      <a:pt x="60" y="50"/>
                      <a:pt x="60" y="50"/>
                      <a:pt x="60" y="50"/>
                    </a:cubicBezTo>
                    <a:lnTo>
                      <a:pt x="60" y="55"/>
                    </a:lnTo>
                    <a:close/>
                    <a:moveTo>
                      <a:pt x="55" y="53"/>
                    </a:moveTo>
                    <a:cubicBezTo>
                      <a:pt x="56" y="53"/>
                      <a:pt x="56" y="53"/>
                      <a:pt x="56" y="53"/>
                    </a:cubicBezTo>
                    <a:cubicBezTo>
                      <a:pt x="57" y="57"/>
                      <a:pt x="57" y="57"/>
                      <a:pt x="57" y="57"/>
                    </a:cubicBezTo>
                    <a:cubicBezTo>
                      <a:pt x="58" y="56"/>
                      <a:pt x="59" y="56"/>
                      <a:pt x="60" y="55"/>
                    </a:cubicBezTo>
                    <a:cubicBezTo>
                      <a:pt x="60" y="50"/>
                      <a:pt x="60" y="50"/>
                      <a:pt x="60" y="50"/>
                    </a:cubicBezTo>
                    <a:cubicBezTo>
                      <a:pt x="59" y="44"/>
                      <a:pt x="59" y="44"/>
                      <a:pt x="59" y="44"/>
                    </a:cubicBezTo>
                    <a:cubicBezTo>
                      <a:pt x="59" y="44"/>
                      <a:pt x="59" y="44"/>
                      <a:pt x="59" y="44"/>
                    </a:cubicBezTo>
                    <a:cubicBezTo>
                      <a:pt x="60" y="44"/>
                      <a:pt x="60" y="44"/>
                      <a:pt x="60" y="44"/>
                    </a:cubicBezTo>
                    <a:cubicBezTo>
                      <a:pt x="60" y="39"/>
                      <a:pt x="60" y="39"/>
                      <a:pt x="60" y="39"/>
                    </a:cubicBezTo>
                    <a:cubicBezTo>
                      <a:pt x="58" y="39"/>
                      <a:pt x="58" y="39"/>
                      <a:pt x="58" y="39"/>
                    </a:cubicBezTo>
                    <a:cubicBezTo>
                      <a:pt x="56" y="33"/>
                      <a:pt x="56" y="33"/>
                      <a:pt x="56" y="33"/>
                    </a:cubicBezTo>
                    <a:cubicBezTo>
                      <a:pt x="56" y="33"/>
                      <a:pt x="56" y="33"/>
                      <a:pt x="56" y="33"/>
                    </a:cubicBezTo>
                    <a:cubicBezTo>
                      <a:pt x="60" y="32"/>
                      <a:pt x="60" y="32"/>
                      <a:pt x="60" y="32"/>
                    </a:cubicBezTo>
                    <a:cubicBezTo>
                      <a:pt x="60" y="26"/>
                      <a:pt x="60" y="26"/>
                      <a:pt x="60" y="26"/>
                    </a:cubicBezTo>
                    <a:cubicBezTo>
                      <a:pt x="55" y="28"/>
                      <a:pt x="55" y="28"/>
                      <a:pt x="55" y="28"/>
                    </a:cubicBezTo>
                    <a:cubicBezTo>
                      <a:pt x="55" y="27"/>
                      <a:pt x="55" y="27"/>
                      <a:pt x="55" y="27"/>
                    </a:cubicBezTo>
                    <a:cubicBezTo>
                      <a:pt x="55" y="46"/>
                      <a:pt x="55" y="46"/>
                      <a:pt x="55" y="46"/>
                    </a:cubicBezTo>
                    <a:cubicBezTo>
                      <a:pt x="55" y="46"/>
                      <a:pt x="55" y="46"/>
                      <a:pt x="55" y="46"/>
                    </a:cubicBezTo>
                    <a:cubicBezTo>
                      <a:pt x="55" y="46"/>
                      <a:pt x="55" y="46"/>
                      <a:pt x="55" y="46"/>
                    </a:cubicBezTo>
                    <a:cubicBezTo>
                      <a:pt x="55" y="53"/>
                      <a:pt x="55" y="53"/>
                      <a:pt x="55" y="53"/>
                    </a:cubicBezTo>
                    <a:close/>
                    <a:moveTo>
                      <a:pt x="60" y="2"/>
                    </a:moveTo>
                    <a:cubicBezTo>
                      <a:pt x="60" y="0"/>
                      <a:pt x="60" y="0"/>
                      <a:pt x="60" y="0"/>
                    </a:cubicBezTo>
                    <a:cubicBezTo>
                      <a:pt x="55" y="1"/>
                      <a:pt x="55" y="1"/>
                      <a:pt x="55" y="1"/>
                    </a:cubicBezTo>
                    <a:cubicBezTo>
                      <a:pt x="56" y="3"/>
                      <a:pt x="56" y="3"/>
                      <a:pt x="56" y="3"/>
                    </a:cubicBezTo>
                    <a:cubicBezTo>
                      <a:pt x="55" y="4"/>
                      <a:pt x="55" y="4"/>
                      <a:pt x="55" y="4"/>
                    </a:cubicBezTo>
                    <a:cubicBezTo>
                      <a:pt x="55" y="9"/>
                      <a:pt x="55" y="9"/>
                      <a:pt x="55" y="9"/>
                    </a:cubicBezTo>
                    <a:cubicBezTo>
                      <a:pt x="57" y="8"/>
                      <a:pt x="57" y="8"/>
                      <a:pt x="57" y="8"/>
                    </a:cubicBezTo>
                    <a:cubicBezTo>
                      <a:pt x="59" y="15"/>
                      <a:pt x="59" y="15"/>
                      <a:pt x="59" y="15"/>
                    </a:cubicBezTo>
                    <a:cubicBezTo>
                      <a:pt x="55" y="16"/>
                      <a:pt x="55" y="16"/>
                      <a:pt x="55" y="16"/>
                    </a:cubicBezTo>
                    <a:cubicBezTo>
                      <a:pt x="55" y="21"/>
                      <a:pt x="55" y="21"/>
                      <a:pt x="55" y="21"/>
                    </a:cubicBezTo>
                    <a:cubicBezTo>
                      <a:pt x="60" y="20"/>
                      <a:pt x="60" y="20"/>
                      <a:pt x="60" y="20"/>
                    </a:cubicBezTo>
                    <a:cubicBezTo>
                      <a:pt x="60" y="21"/>
                      <a:pt x="60" y="21"/>
                      <a:pt x="60" y="21"/>
                    </a:cubicBezTo>
                    <a:lnTo>
                      <a:pt x="60" y="2"/>
                    </a:lnTo>
                    <a:close/>
                    <a:moveTo>
                      <a:pt x="22" y="76"/>
                    </a:moveTo>
                    <a:cubicBezTo>
                      <a:pt x="25" y="74"/>
                      <a:pt x="28" y="73"/>
                      <a:pt x="31" y="71"/>
                    </a:cubicBezTo>
                    <a:cubicBezTo>
                      <a:pt x="28" y="60"/>
                      <a:pt x="28" y="60"/>
                      <a:pt x="28" y="60"/>
                    </a:cubicBezTo>
                    <a:cubicBezTo>
                      <a:pt x="55" y="53"/>
                      <a:pt x="55" y="53"/>
                      <a:pt x="55" y="53"/>
                    </a:cubicBezTo>
                    <a:cubicBezTo>
                      <a:pt x="55" y="46"/>
                      <a:pt x="55" y="46"/>
                      <a:pt x="55" y="46"/>
                    </a:cubicBezTo>
                    <a:cubicBezTo>
                      <a:pt x="26" y="53"/>
                      <a:pt x="26" y="53"/>
                      <a:pt x="26" y="53"/>
                    </a:cubicBezTo>
                    <a:cubicBezTo>
                      <a:pt x="22" y="35"/>
                      <a:pt x="22" y="35"/>
                      <a:pt x="22" y="35"/>
                    </a:cubicBezTo>
                    <a:cubicBezTo>
                      <a:pt x="50" y="28"/>
                      <a:pt x="50" y="28"/>
                      <a:pt x="50" y="28"/>
                    </a:cubicBezTo>
                    <a:cubicBezTo>
                      <a:pt x="50" y="28"/>
                      <a:pt x="50" y="28"/>
                      <a:pt x="50" y="28"/>
                    </a:cubicBezTo>
                    <a:cubicBezTo>
                      <a:pt x="55" y="46"/>
                      <a:pt x="55" y="46"/>
                      <a:pt x="55" y="46"/>
                    </a:cubicBezTo>
                    <a:cubicBezTo>
                      <a:pt x="55" y="27"/>
                      <a:pt x="55" y="27"/>
                      <a:pt x="55" y="27"/>
                    </a:cubicBezTo>
                    <a:cubicBezTo>
                      <a:pt x="53" y="22"/>
                      <a:pt x="53" y="22"/>
                      <a:pt x="53" y="22"/>
                    </a:cubicBezTo>
                    <a:cubicBezTo>
                      <a:pt x="53" y="22"/>
                      <a:pt x="53" y="22"/>
                      <a:pt x="53" y="22"/>
                    </a:cubicBezTo>
                    <a:cubicBezTo>
                      <a:pt x="55" y="21"/>
                      <a:pt x="55" y="21"/>
                      <a:pt x="55" y="21"/>
                    </a:cubicBezTo>
                    <a:cubicBezTo>
                      <a:pt x="55" y="16"/>
                      <a:pt x="55" y="16"/>
                      <a:pt x="55" y="16"/>
                    </a:cubicBezTo>
                    <a:cubicBezTo>
                      <a:pt x="52" y="16"/>
                      <a:pt x="52" y="16"/>
                      <a:pt x="52" y="16"/>
                    </a:cubicBezTo>
                    <a:cubicBezTo>
                      <a:pt x="50" y="10"/>
                      <a:pt x="50" y="10"/>
                      <a:pt x="50" y="10"/>
                    </a:cubicBezTo>
                    <a:cubicBezTo>
                      <a:pt x="50" y="10"/>
                      <a:pt x="50" y="10"/>
                      <a:pt x="50" y="10"/>
                    </a:cubicBezTo>
                    <a:cubicBezTo>
                      <a:pt x="55" y="9"/>
                      <a:pt x="55" y="9"/>
                      <a:pt x="55" y="9"/>
                    </a:cubicBezTo>
                    <a:cubicBezTo>
                      <a:pt x="55" y="4"/>
                      <a:pt x="55" y="4"/>
                      <a:pt x="55" y="4"/>
                    </a:cubicBezTo>
                    <a:cubicBezTo>
                      <a:pt x="49" y="5"/>
                      <a:pt x="49" y="5"/>
                      <a:pt x="49" y="5"/>
                    </a:cubicBezTo>
                    <a:cubicBezTo>
                      <a:pt x="48" y="3"/>
                      <a:pt x="48" y="3"/>
                      <a:pt x="48" y="3"/>
                    </a:cubicBezTo>
                    <a:cubicBezTo>
                      <a:pt x="44" y="4"/>
                      <a:pt x="44" y="4"/>
                      <a:pt x="44" y="4"/>
                    </a:cubicBezTo>
                    <a:cubicBezTo>
                      <a:pt x="48" y="22"/>
                      <a:pt x="48" y="22"/>
                      <a:pt x="48" y="22"/>
                    </a:cubicBezTo>
                    <a:cubicBezTo>
                      <a:pt x="22" y="28"/>
                      <a:pt x="22" y="28"/>
                      <a:pt x="22" y="28"/>
                    </a:cubicBezTo>
                    <a:cubicBezTo>
                      <a:pt x="22" y="55"/>
                      <a:pt x="22" y="55"/>
                      <a:pt x="22" y="55"/>
                    </a:cubicBezTo>
                    <a:cubicBezTo>
                      <a:pt x="23" y="60"/>
                      <a:pt x="23" y="60"/>
                      <a:pt x="23" y="60"/>
                    </a:cubicBezTo>
                    <a:cubicBezTo>
                      <a:pt x="23" y="60"/>
                      <a:pt x="23" y="60"/>
                      <a:pt x="23" y="60"/>
                    </a:cubicBezTo>
                    <a:cubicBezTo>
                      <a:pt x="22" y="60"/>
                      <a:pt x="22" y="60"/>
                      <a:pt x="22" y="60"/>
                    </a:cubicBezTo>
                    <a:cubicBezTo>
                      <a:pt x="22" y="66"/>
                      <a:pt x="22" y="66"/>
                      <a:pt x="22" y="66"/>
                    </a:cubicBezTo>
                    <a:cubicBezTo>
                      <a:pt x="24" y="65"/>
                      <a:pt x="24" y="65"/>
                      <a:pt x="24" y="65"/>
                    </a:cubicBezTo>
                    <a:cubicBezTo>
                      <a:pt x="26" y="71"/>
                      <a:pt x="26" y="71"/>
                      <a:pt x="26" y="71"/>
                    </a:cubicBezTo>
                    <a:cubicBezTo>
                      <a:pt x="26" y="71"/>
                      <a:pt x="26" y="71"/>
                      <a:pt x="26" y="71"/>
                    </a:cubicBezTo>
                    <a:cubicBezTo>
                      <a:pt x="22" y="72"/>
                      <a:pt x="22" y="72"/>
                      <a:pt x="22" y="72"/>
                    </a:cubicBezTo>
                    <a:lnTo>
                      <a:pt x="22" y="76"/>
                    </a:lnTo>
                    <a:close/>
                    <a:moveTo>
                      <a:pt x="16" y="78"/>
                    </a:moveTo>
                    <a:cubicBezTo>
                      <a:pt x="18" y="77"/>
                      <a:pt x="20" y="76"/>
                      <a:pt x="22" y="76"/>
                    </a:cubicBezTo>
                    <a:cubicBezTo>
                      <a:pt x="22" y="72"/>
                      <a:pt x="22" y="72"/>
                      <a:pt x="22" y="72"/>
                    </a:cubicBezTo>
                    <a:cubicBezTo>
                      <a:pt x="19" y="73"/>
                      <a:pt x="19" y="73"/>
                      <a:pt x="19" y="73"/>
                    </a:cubicBezTo>
                    <a:cubicBezTo>
                      <a:pt x="17" y="67"/>
                      <a:pt x="17" y="67"/>
                      <a:pt x="17" y="67"/>
                    </a:cubicBezTo>
                    <a:cubicBezTo>
                      <a:pt x="22" y="66"/>
                      <a:pt x="22" y="66"/>
                      <a:pt x="22" y="66"/>
                    </a:cubicBezTo>
                    <a:cubicBezTo>
                      <a:pt x="22" y="60"/>
                      <a:pt x="22" y="60"/>
                      <a:pt x="22" y="60"/>
                    </a:cubicBezTo>
                    <a:cubicBezTo>
                      <a:pt x="16" y="62"/>
                      <a:pt x="16" y="62"/>
                      <a:pt x="16" y="62"/>
                    </a:cubicBezTo>
                    <a:cubicBezTo>
                      <a:pt x="16" y="61"/>
                      <a:pt x="16" y="61"/>
                      <a:pt x="16" y="61"/>
                    </a:cubicBezTo>
                    <a:cubicBezTo>
                      <a:pt x="16" y="78"/>
                      <a:pt x="16" y="78"/>
                      <a:pt x="16" y="78"/>
                    </a:cubicBezTo>
                    <a:close/>
                    <a:moveTo>
                      <a:pt x="22" y="28"/>
                    </a:moveTo>
                    <a:cubicBezTo>
                      <a:pt x="20" y="29"/>
                      <a:pt x="20" y="29"/>
                      <a:pt x="20" y="29"/>
                    </a:cubicBezTo>
                    <a:cubicBezTo>
                      <a:pt x="16" y="12"/>
                      <a:pt x="16" y="12"/>
                      <a:pt x="16" y="12"/>
                    </a:cubicBezTo>
                    <a:cubicBezTo>
                      <a:pt x="16" y="32"/>
                      <a:pt x="16" y="32"/>
                      <a:pt x="16" y="32"/>
                    </a:cubicBezTo>
                    <a:cubicBezTo>
                      <a:pt x="17" y="37"/>
                      <a:pt x="17" y="37"/>
                      <a:pt x="17" y="37"/>
                    </a:cubicBezTo>
                    <a:cubicBezTo>
                      <a:pt x="17" y="37"/>
                      <a:pt x="17" y="37"/>
                      <a:pt x="17" y="37"/>
                    </a:cubicBezTo>
                    <a:cubicBezTo>
                      <a:pt x="16" y="37"/>
                      <a:pt x="16" y="37"/>
                      <a:pt x="16" y="37"/>
                    </a:cubicBezTo>
                    <a:cubicBezTo>
                      <a:pt x="16" y="43"/>
                      <a:pt x="16" y="43"/>
                      <a:pt x="16" y="43"/>
                    </a:cubicBezTo>
                    <a:cubicBezTo>
                      <a:pt x="19" y="42"/>
                      <a:pt x="19" y="42"/>
                      <a:pt x="19" y="42"/>
                    </a:cubicBezTo>
                    <a:cubicBezTo>
                      <a:pt x="20" y="49"/>
                      <a:pt x="20" y="49"/>
                      <a:pt x="20" y="49"/>
                    </a:cubicBezTo>
                    <a:cubicBezTo>
                      <a:pt x="20" y="49"/>
                      <a:pt x="20" y="49"/>
                      <a:pt x="20" y="49"/>
                    </a:cubicBezTo>
                    <a:cubicBezTo>
                      <a:pt x="16" y="50"/>
                      <a:pt x="16" y="50"/>
                      <a:pt x="16" y="50"/>
                    </a:cubicBezTo>
                    <a:cubicBezTo>
                      <a:pt x="16" y="55"/>
                      <a:pt x="16" y="55"/>
                      <a:pt x="16" y="55"/>
                    </a:cubicBezTo>
                    <a:cubicBezTo>
                      <a:pt x="22" y="54"/>
                      <a:pt x="22" y="54"/>
                      <a:pt x="22" y="54"/>
                    </a:cubicBezTo>
                    <a:cubicBezTo>
                      <a:pt x="22" y="55"/>
                      <a:pt x="22" y="55"/>
                      <a:pt x="22" y="55"/>
                    </a:cubicBezTo>
                    <a:lnTo>
                      <a:pt x="22" y="28"/>
                    </a:lnTo>
                    <a:close/>
                    <a:moveTo>
                      <a:pt x="11" y="12"/>
                    </a:moveTo>
                    <a:cubicBezTo>
                      <a:pt x="12" y="14"/>
                      <a:pt x="12" y="14"/>
                      <a:pt x="12" y="14"/>
                    </a:cubicBezTo>
                    <a:cubicBezTo>
                      <a:pt x="10" y="15"/>
                      <a:pt x="10" y="15"/>
                      <a:pt x="10" y="15"/>
                    </a:cubicBezTo>
                    <a:cubicBezTo>
                      <a:pt x="10" y="20"/>
                      <a:pt x="10" y="20"/>
                      <a:pt x="10" y="20"/>
                    </a:cubicBezTo>
                    <a:cubicBezTo>
                      <a:pt x="13" y="19"/>
                      <a:pt x="13" y="19"/>
                      <a:pt x="13" y="19"/>
                    </a:cubicBezTo>
                    <a:cubicBezTo>
                      <a:pt x="14" y="26"/>
                      <a:pt x="14" y="26"/>
                      <a:pt x="14" y="26"/>
                    </a:cubicBezTo>
                    <a:cubicBezTo>
                      <a:pt x="14" y="26"/>
                      <a:pt x="14" y="26"/>
                      <a:pt x="14" y="26"/>
                    </a:cubicBezTo>
                    <a:cubicBezTo>
                      <a:pt x="10" y="27"/>
                      <a:pt x="10" y="27"/>
                      <a:pt x="10" y="27"/>
                    </a:cubicBezTo>
                    <a:cubicBezTo>
                      <a:pt x="10" y="32"/>
                      <a:pt x="10" y="32"/>
                      <a:pt x="10" y="32"/>
                    </a:cubicBezTo>
                    <a:cubicBezTo>
                      <a:pt x="16" y="31"/>
                      <a:pt x="16" y="31"/>
                      <a:pt x="16" y="31"/>
                    </a:cubicBezTo>
                    <a:cubicBezTo>
                      <a:pt x="16" y="32"/>
                      <a:pt x="16" y="32"/>
                      <a:pt x="16" y="32"/>
                    </a:cubicBezTo>
                    <a:cubicBezTo>
                      <a:pt x="16" y="12"/>
                      <a:pt x="16" y="12"/>
                      <a:pt x="16" y="12"/>
                    </a:cubicBezTo>
                    <a:cubicBezTo>
                      <a:pt x="16" y="11"/>
                      <a:pt x="16" y="11"/>
                      <a:pt x="16" y="11"/>
                    </a:cubicBezTo>
                    <a:cubicBezTo>
                      <a:pt x="11" y="12"/>
                      <a:pt x="11" y="12"/>
                      <a:pt x="11" y="12"/>
                    </a:cubicBezTo>
                    <a:close/>
                    <a:moveTo>
                      <a:pt x="10" y="56"/>
                    </a:moveTo>
                    <a:cubicBezTo>
                      <a:pt x="16" y="78"/>
                      <a:pt x="16" y="78"/>
                      <a:pt x="16" y="78"/>
                    </a:cubicBezTo>
                    <a:cubicBezTo>
                      <a:pt x="16" y="78"/>
                      <a:pt x="16" y="78"/>
                      <a:pt x="16" y="78"/>
                    </a:cubicBezTo>
                    <a:cubicBezTo>
                      <a:pt x="16" y="61"/>
                      <a:pt x="16" y="61"/>
                      <a:pt x="16" y="61"/>
                    </a:cubicBezTo>
                    <a:cubicBezTo>
                      <a:pt x="15" y="55"/>
                      <a:pt x="15" y="55"/>
                      <a:pt x="15" y="55"/>
                    </a:cubicBezTo>
                    <a:cubicBezTo>
                      <a:pt x="16" y="55"/>
                      <a:pt x="16" y="55"/>
                      <a:pt x="16" y="55"/>
                    </a:cubicBezTo>
                    <a:cubicBezTo>
                      <a:pt x="16" y="50"/>
                      <a:pt x="16" y="50"/>
                      <a:pt x="16" y="50"/>
                    </a:cubicBezTo>
                    <a:cubicBezTo>
                      <a:pt x="13" y="50"/>
                      <a:pt x="13" y="50"/>
                      <a:pt x="13" y="50"/>
                    </a:cubicBezTo>
                    <a:cubicBezTo>
                      <a:pt x="12" y="44"/>
                      <a:pt x="12" y="44"/>
                      <a:pt x="12" y="44"/>
                    </a:cubicBezTo>
                    <a:cubicBezTo>
                      <a:pt x="16" y="43"/>
                      <a:pt x="16" y="43"/>
                      <a:pt x="16" y="43"/>
                    </a:cubicBezTo>
                    <a:cubicBezTo>
                      <a:pt x="16" y="37"/>
                      <a:pt x="16" y="37"/>
                      <a:pt x="16" y="37"/>
                    </a:cubicBezTo>
                    <a:cubicBezTo>
                      <a:pt x="10" y="39"/>
                      <a:pt x="10" y="39"/>
                      <a:pt x="10" y="39"/>
                    </a:cubicBezTo>
                    <a:cubicBezTo>
                      <a:pt x="10" y="38"/>
                      <a:pt x="10" y="38"/>
                      <a:pt x="10" y="38"/>
                    </a:cubicBezTo>
                    <a:lnTo>
                      <a:pt x="10" y="56"/>
                    </a:lnTo>
                    <a:close/>
                    <a:moveTo>
                      <a:pt x="10" y="15"/>
                    </a:moveTo>
                    <a:cubicBezTo>
                      <a:pt x="5" y="16"/>
                      <a:pt x="5" y="16"/>
                      <a:pt x="5" y="16"/>
                    </a:cubicBezTo>
                    <a:cubicBezTo>
                      <a:pt x="4" y="14"/>
                      <a:pt x="4" y="14"/>
                      <a:pt x="4" y="14"/>
                    </a:cubicBezTo>
                    <a:cubicBezTo>
                      <a:pt x="0" y="15"/>
                      <a:pt x="0" y="15"/>
                      <a:pt x="0" y="15"/>
                    </a:cubicBezTo>
                    <a:cubicBezTo>
                      <a:pt x="10" y="56"/>
                      <a:pt x="10" y="56"/>
                      <a:pt x="10" y="56"/>
                    </a:cubicBezTo>
                    <a:cubicBezTo>
                      <a:pt x="10" y="38"/>
                      <a:pt x="10" y="38"/>
                      <a:pt x="10" y="38"/>
                    </a:cubicBezTo>
                    <a:cubicBezTo>
                      <a:pt x="9" y="33"/>
                      <a:pt x="9" y="33"/>
                      <a:pt x="9" y="33"/>
                    </a:cubicBezTo>
                    <a:cubicBezTo>
                      <a:pt x="10" y="32"/>
                      <a:pt x="10" y="32"/>
                      <a:pt x="10" y="32"/>
                    </a:cubicBezTo>
                    <a:cubicBezTo>
                      <a:pt x="10" y="27"/>
                      <a:pt x="10" y="27"/>
                      <a:pt x="10" y="27"/>
                    </a:cubicBezTo>
                    <a:cubicBezTo>
                      <a:pt x="8" y="27"/>
                      <a:pt x="8" y="27"/>
                      <a:pt x="8" y="27"/>
                    </a:cubicBezTo>
                    <a:cubicBezTo>
                      <a:pt x="6" y="21"/>
                      <a:pt x="6" y="21"/>
                      <a:pt x="6" y="21"/>
                    </a:cubicBezTo>
                    <a:cubicBezTo>
                      <a:pt x="10" y="20"/>
                      <a:pt x="10" y="20"/>
                      <a:pt x="10" y="20"/>
                    </a:cubicBezTo>
                    <a:lnTo>
                      <a:pt x="10" y="15"/>
                    </a:lnTo>
                    <a:close/>
                  </a:path>
                </a:pathLst>
              </a:custGeom>
              <a:solidFill>
                <a:schemeClr val="accent4"/>
              </a:solidFill>
              <a:ln>
                <a:noFill/>
              </a:ln>
              <a:extLst>
                <a:ext uri="{91240B29-F687-4f45-9708-019B960494DF}">
                  <a14:hiddenLine xmlns="" xmlns:lc="http://schemas.openxmlformats.org/drawingml/2006/lockedCanvas" xmlns:a14="http://schemas.microsoft.com/office/drawing/2010/main" xmlns:p14="http://schemas.microsoft.com/office/powerpoint/2010/main" xmlns:a16="http://schemas.microsoft.com/office/drawing/2014/main" w="9525">
                    <a:solidFill>
                      <a:srgbClr val="000000"/>
                    </a:solidFill>
                    <a:round/>
                    <a:headEnd/>
                    <a:tailEnd/>
                  </a14:hiddenLine>
                </a:ext>
              </a:extLst>
            </p:spPr>
            <p:txBody>
              <a:bodyPr anchor="ctr"/>
              <a:lstStyle/>
              <a:p>
                <a:pPr algn="ctr">
                  <a:lnSpc>
                    <a:spcPct val="120000"/>
                  </a:lnSpc>
                </a:pPr>
                <a:endParaRPr sz="3200">
                  <a:cs typeface="+mn-ea"/>
                  <a:sym typeface="+mn-lt"/>
                </a:endParaRPr>
              </a:p>
            </p:txBody>
          </p:sp>
          <p:sp>
            <p:nvSpPr>
              <p:cNvPr id="48" name="ïṩḻiḓè">
                <a:extLst>
                  <a:ext uri="{FF2B5EF4-FFF2-40B4-BE49-F238E27FC236}">
                    <a16:creationId xmlns:a16="http://schemas.microsoft.com/office/drawing/2014/main" id="{6EA2A51F-0BB9-4858-B7BF-68CBE2874888}"/>
                  </a:ext>
                </a:extLst>
              </p:cNvPr>
              <p:cNvSpPr/>
              <p:nvPr/>
            </p:nvSpPr>
            <p:spPr bwMode="auto">
              <a:xfrm>
                <a:off x="8025247" y="5294529"/>
                <a:ext cx="365227" cy="267202"/>
              </a:xfrm>
              <a:custGeom>
                <a:avLst/>
                <a:gdLst>
                  <a:gd name="T0" fmla="*/ 16 w 64"/>
                  <a:gd name="T1" fmla="*/ 46 h 47"/>
                  <a:gd name="T2" fmla="*/ 16 w 64"/>
                  <a:gd name="T3" fmla="*/ 16 h 47"/>
                  <a:gd name="T4" fmla="*/ 56 w 64"/>
                  <a:gd name="T5" fmla="*/ 16 h 47"/>
                  <a:gd name="T6" fmla="*/ 56 w 64"/>
                  <a:gd name="T7" fmla="*/ 45 h 47"/>
                  <a:gd name="T8" fmla="*/ 51 w 64"/>
                  <a:gd name="T9" fmla="*/ 44 h 47"/>
                  <a:gd name="T10" fmla="*/ 43 w 64"/>
                  <a:gd name="T11" fmla="*/ 47 h 47"/>
                  <a:gd name="T12" fmla="*/ 64 w 64"/>
                  <a:gd name="T13" fmla="*/ 46 h 47"/>
                  <a:gd name="T14" fmla="*/ 64 w 64"/>
                  <a:gd name="T15" fmla="*/ 16 h 47"/>
                  <a:gd name="T16" fmla="*/ 64 w 64"/>
                  <a:gd name="T17" fmla="*/ 0 h 47"/>
                  <a:gd name="T18" fmla="*/ 56 w 64"/>
                  <a:gd name="T19" fmla="*/ 0 h 47"/>
                  <a:gd name="T20" fmla="*/ 16 w 64"/>
                  <a:gd name="T21" fmla="*/ 0 h 47"/>
                  <a:gd name="T22" fmla="*/ 8 w 64"/>
                  <a:gd name="T23" fmla="*/ 0 h 47"/>
                  <a:gd name="T24" fmla="*/ 8 w 64"/>
                  <a:gd name="T25" fmla="*/ 16 h 47"/>
                  <a:gd name="T26" fmla="*/ 8 w 64"/>
                  <a:gd name="T27" fmla="*/ 45 h 47"/>
                  <a:gd name="T28" fmla="*/ 3 w 64"/>
                  <a:gd name="T29" fmla="*/ 44 h 47"/>
                  <a:gd name="T30" fmla="*/ 0 w 64"/>
                  <a:gd name="T31" fmla="*/ 44 h 47"/>
                  <a:gd name="T32" fmla="*/ 16 w 64"/>
                  <a:gd name="T33" fmla="*/ 46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4" h="47">
                    <a:moveTo>
                      <a:pt x="16" y="46"/>
                    </a:moveTo>
                    <a:cubicBezTo>
                      <a:pt x="16" y="16"/>
                      <a:pt x="16" y="16"/>
                      <a:pt x="16" y="16"/>
                    </a:cubicBezTo>
                    <a:cubicBezTo>
                      <a:pt x="56" y="16"/>
                      <a:pt x="56" y="16"/>
                      <a:pt x="56" y="16"/>
                    </a:cubicBezTo>
                    <a:cubicBezTo>
                      <a:pt x="56" y="45"/>
                      <a:pt x="56" y="45"/>
                      <a:pt x="56" y="45"/>
                    </a:cubicBezTo>
                    <a:cubicBezTo>
                      <a:pt x="54" y="44"/>
                      <a:pt x="53" y="44"/>
                      <a:pt x="51" y="44"/>
                    </a:cubicBezTo>
                    <a:cubicBezTo>
                      <a:pt x="48" y="44"/>
                      <a:pt x="45" y="45"/>
                      <a:pt x="43" y="47"/>
                    </a:cubicBezTo>
                    <a:cubicBezTo>
                      <a:pt x="50" y="47"/>
                      <a:pt x="57" y="47"/>
                      <a:pt x="64" y="46"/>
                    </a:cubicBezTo>
                    <a:cubicBezTo>
                      <a:pt x="64" y="16"/>
                      <a:pt x="64" y="16"/>
                      <a:pt x="64" y="16"/>
                    </a:cubicBezTo>
                    <a:cubicBezTo>
                      <a:pt x="64" y="0"/>
                      <a:pt x="64" y="0"/>
                      <a:pt x="64" y="0"/>
                    </a:cubicBezTo>
                    <a:cubicBezTo>
                      <a:pt x="56" y="0"/>
                      <a:pt x="56" y="0"/>
                      <a:pt x="56" y="0"/>
                    </a:cubicBezTo>
                    <a:cubicBezTo>
                      <a:pt x="16" y="0"/>
                      <a:pt x="16" y="0"/>
                      <a:pt x="16" y="0"/>
                    </a:cubicBezTo>
                    <a:cubicBezTo>
                      <a:pt x="8" y="0"/>
                      <a:pt x="8" y="0"/>
                      <a:pt x="8" y="0"/>
                    </a:cubicBezTo>
                    <a:cubicBezTo>
                      <a:pt x="8" y="16"/>
                      <a:pt x="8" y="16"/>
                      <a:pt x="8" y="16"/>
                    </a:cubicBezTo>
                    <a:cubicBezTo>
                      <a:pt x="8" y="45"/>
                      <a:pt x="8" y="45"/>
                      <a:pt x="8" y="45"/>
                    </a:cubicBezTo>
                    <a:cubicBezTo>
                      <a:pt x="6" y="44"/>
                      <a:pt x="5" y="44"/>
                      <a:pt x="3" y="44"/>
                    </a:cubicBezTo>
                    <a:cubicBezTo>
                      <a:pt x="2" y="44"/>
                      <a:pt x="1" y="44"/>
                      <a:pt x="0" y="44"/>
                    </a:cubicBezTo>
                    <a:cubicBezTo>
                      <a:pt x="5" y="45"/>
                      <a:pt x="10" y="46"/>
                      <a:pt x="16" y="46"/>
                    </a:cubicBezTo>
                    <a:close/>
                  </a:path>
                </a:pathLst>
              </a:custGeom>
              <a:solidFill>
                <a:schemeClr val="accent4"/>
              </a:solidFill>
              <a:ln>
                <a:noFill/>
              </a:ln>
              <a:extLst>
                <a:ext uri="{91240B29-F687-4f45-9708-019B960494DF}">
                  <a14:hiddenLine xmlns="" xmlns:lc="http://schemas.openxmlformats.org/drawingml/2006/lockedCanvas" xmlns:a14="http://schemas.microsoft.com/office/drawing/2010/main" xmlns:p14="http://schemas.microsoft.com/office/powerpoint/2010/main" xmlns:a16="http://schemas.microsoft.com/office/drawing/2014/main" w="9525">
                    <a:solidFill>
                      <a:srgbClr val="000000"/>
                    </a:solidFill>
                    <a:round/>
                    <a:headEnd/>
                    <a:tailEnd/>
                  </a14:hiddenLine>
                </a:ext>
              </a:extLst>
            </p:spPr>
            <p:txBody>
              <a:bodyPr anchor="ctr"/>
              <a:lstStyle/>
              <a:p>
                <a:pPr algn="ctr">
                  <a:lnSpc>
                    <a:spcPct val="120000"/>
                  </a:lnSpc>
                </a:pPr>
                <a:endParaRPr sz="3200">
                  <a:cs typeface="+mn-ea"/>
                  <a:sym typeface="+mn-lt"/>
                </a:endParaRPr>
              </a:p>
            </p:txBody>
          </p:sp>
          <p:sp>
            <p:nvSpPr>
              <p:cNvPr id="49" name="îŝľíďè">
                <a:extLst>
                  <a:ext uri="{FF2B5EF4-FFF2-40B4-BE49-F238E27FC236}">
                    <a16:creationId xmlns:a16="http://schemas.microsoft.com/office/drawing/2014/main" id="{2778C46B-3D7A-4C29-8132-8EE2812E20C7}"/>
                  </a:ext>
                </a:extLst>
              </p:cNvPr>
              <p:cNvSpPr/>
              <p:nvPr/>
            </p:nvSpPr>
            <p:spPr bwMode="auto">
              <a:xfrm>
                <a:off x="9233186" y="2576666"/>
                <a:ext cx="352579" cy="205540"/>
              </a:xfrm>
              <a:custGeom>
                <a:avLst/>
                <a:gdLst>
                  <a:gd name="T0" fmla="*/ 35 w 62"/>
                  <a:gd name="T1" fmla="*/ 0 h 36"/>
                  <a:gd name="T2" fmla="*/ 35 w 62"/>
                  <a:gd name="T3" fmla="*/ 6 h 36"/>
                  <a:gd name="T4" fmla="*/ 0 w 62"/>
                  <a:gd name="T5" fmla="*/ 36 h 36"/>
                  <a:gd name="T6" fmla="*/ 35 w 62"/>
                  <a:gd name="T7" fmla="*/ 29 h 36"/>
                  <a:gd name="T8" fmla="*/ 35 w 62"/>
                  <a:gd name="T9" fmla="*/ 36 h 36"/>
                  <a:gd name="T10" fmla="*/ 62 w 62"/>
                  <a:gd name="T11" fmla="*/ 18 h 36"/>
                  <a:gd name="T12" fmla="*/ 35 w 62"/>
                  <a:gd name="T13" fmla="*/ 0 h 36"/>
                </a:gdLst>
                <a:ahLst/>
                <a:cxnLst>
                  <a:cxn ang="0">
                    <a:pos x="T0" y="T1"/>
                  </a:cxn>
                  <a:cxn ang="0">
                    <a:pos x="T2" y="T3"/>
                  </a:cxn>
                  <a:cxn ang="0">
                    <a:pos x="T4" y="T5"/>
                  </a:cxn>
                  <a:cxn ang="0">
                    <a:pos x="T6" y="T7"/>
                  </a:cxn>
                  <a:cxn ang="0">
                    <a:pos x="T8" y="T9"/>
                  </a:cxn>
                  <a:cxn ang="0">
                    <a:pos x="T10" y="T11"/>
                  </a:cxn>
                  <a:cxn ang="0">
                    <a:pos x="T12" y="T13"/>
                  </a:cxn>
                </a:cxnLst>
                <a:rect l="0" t="0" r="r" b="b"/>
                <a:pathLst>
                  <a:path w="62" h="36">
                    <a:moveTo>
                      <a:pt x="35" y="0"/>
                    </a:moveTo>
                    <a:cubicBezTo>
                      <a:pt x="35" y="6"/>
                      <a:pt x="35" y="6"/>
                      <a:pt x="35" y="6"/>
                    </a:cubicBezTo>
                    <a:cubicBezTo>
                      <a:pt x="4" y="6"/>
                      <a:pt x="0" y="36"/>
                      <a:pt x="0" y="36"/>
                    </a:cubicBezTo>
                    <a:cubicBezTo>
                      <a:pt x="0" y="36"/>
                      <a:pt x="10" y="29"/>
                      <a:pt x="35" y="29"/>
                    </a:cubicBezTo>
                    <a:cubicBezTo>
                      <a:pt x="35" y="36"/>
                      <a:pt x="35" y="36"/>
                      <a:pt x="35" y="36"/>
                    </a:cubicBezTo>
                    <a:cubicBezTo>
                      <a:pt x="62" y="18"/>
                      <a:pt x="62" y="18"/>
                      <a:pt x="62" y="18"/>
                    </a:cubicBezTo>
                    <a:lnTo>
                      <a:pt x="35" y="0"/>
                    </a:lnTo>
                    <a:close/>
                  </a:path>
                </a:pathLst>
              </a:custGeom>
              <a:solidFill>
                <a:schemeClr val="accent4"/>
              </a:solidFill>
              <a:ln>
                <a:noFill/>
              </a:ln>
              <a:extLst>
                <a:ext uri="{91240B29-F687-4f45-9708-019B960494DF}">
                  <a14:hiddenLine xmlns="" xmlns:lc="http://schemas.openxmlformats.org/drawingml/2006/lockedCanvas" xmlns:a14="http://schemas.microsoft.com/office/drawing/2010/main" xmlns:p14="http://schemas.microsoft.com/office/powerpoint/2010/main" xmlns:a16="http://schemas.microsoft.com/office/drawing/2014/main" w="9525">
                    <a:solidFill>
                      <a:srgbClr val="000000"/>
                    </a:solidFill>
                    <a:round/>
                    <a:headEnd/>
                    <a:tailEnd/>
                  </a14:hiddenLine>
                </a:ext>
              </a:extLst>
            </p:spPr>
            <p:txBody>
              <a:bodyPr anchor="ctr"/>
              <a:lstStyle/>
              <a:p>
                <a:pPr algn="ctr">
                  <a:lnSpc>
                    <a:spcPct val="120000"/>
                  </a:lnSpc>
                </a:pPr>
                <a:endParaRPr sz="3200">
                  <a:cs typeface="+mn-ea"/>
                  <a:sym typeface="+mn-lt"/>
                </a:endParaRPr>
              </a:p>
            </p:txBody>
          </p:sp>
          <p:sp>
            <p:nvSpPr>
              <p:cNvPr id="50" name="iSḻîḑè">
                <a:extLst>
                  <a:ext uri="{FF2B5EF4-FFF2-40B4-BE49-F238E27FC236}">
                    <a16:creationId xmlns:a16="http://schemas.microsoft.com/office/drawing/2014/main" id="{F8C9535C-7830-4FB2-BBEA-B508993C5595}"/>
                  </a:ext>
                </a:extLst>
              </p:cNvPr>
              <p:cNvSpPr/>
              <p:nvPr/>
            </p:nvSpPr>
            <p:spPr bwMode="auto">
              <a:xfrm>
                <a:off x="9198402" y="2758489"/>
                <a:ext cx="347836" cy="205540"/>
              </a:xfrm>
              <a:custGeom>
                <a:avLst/>
                <a:gdLst>
                  <a:gd name="T0" fmla="*/ 27 w 61"/>
                  <a:gd name="T1" fmla="*/ 36 h 36"/>
                  <a:gd name="T2" fmla="*/ 27 w 61"/>
                  <a:gd name="T3" fmla="*/ 30 h 36"/>
                  <a:gd name="T4" fmla="*/ 61 w 61"/>
                  <a:gd name="T5" fmla="*/ 0 h 36"/>
                  <a:gd name="T6" fmla="*/ 27 w 61"/>
                  <a:gd name="T7" fmla="*/ 7 h 36"/>
                  <a:gd name="T8" fmla="*/ 27 w 61"/>
                  <a:gd name="T9" fmla="*/ 1 h 36"/>
                  <a:gd name="T10" fmla="*/ 0 w 61"/>
                  <a:gd name="T11" fmla="*/ 19 h 36"/>
                  <a:gd name="T12" fmla="*/ 27 w 6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61" h="36">
                    <a:moveTo>
                      <a:pt x="27" y="36"/>
                    </a:moveTo>
                    <a:cubicBezTo>
                      <a:pt x="27" y="30"/>
                      <a:pt x="27" y="30"/>
                      <a:pt x="27" y="30"/>
                    </a:cubicBezTo>
                    <a:cubicBezTo>
                      <a:pt x="58" y="30"/>
                      <a:pt x="61" y="0"/>
                      <a:pt x="61" y="0"/>
                    </a:cubicBezTo>
                    <a:cubicBezTo>
                      <a:pt x="61" y="0"/>
                      <a:pt x="52" y="7"/>
                      <a:pt x="27" y="7"/>
                    </a:cubicBezTo>
                    <a:cubicBezTo>
                      <a:pt x="27" y="1"/>
                      <a:pt x="27" y="1"/>
                      <a:pt x="27" y="1"/>
                    </a:cubicBezTo>
                    <a:cubicBezTo>
                      <a:pt x="0" y="19"/>
                      <a:pt x="0" y="19"/>
                      <a:pt x="0" y="19"/>
                    </a:cubicBezTo>
                    <a:lnTo>
                      <a:pt x="27" y="36"/>
                    </a:lnTo>
                    <a:close/>
                  </a:path>
                </a:pathLst>
              </a:custGeom>
              <a:solidFill>
                <a:schemeClr val="accent4"/>
              </a:solidFill>
              <a:ln>
                <a:noFill/>
              </a:ln>
              <a:extLst>
                <a:ext uri="{91240B29-F687-4f45-9708-019B960494DF}">
                  <a14:hiddenLine xmlns="" xmlns:lc="http://schemas.openxmlformats.org/drawingml/2006/lockedCanvas" xmlns:a14="http://schemas.microsoft.com/office/drawing/2010/main" xmlns:p14="http://schemas.microsoft.com/office/powerpoint/2010/main" xmlns:a16="http://schemas.microsoft.com/office/drawing/2014/main" w="9525">
                    <a:solidFill>
                      <a:srgbClr val="000000"/>
                    </a:solidFill>
                    <a:round/>
                    <a:headEnd/>
                    <a:tailEnd/>
                  </a14:hiddenLine>
                </a:ext>
              </a:extLst>
            </p:spPr>
            <p:txBody>
              <a:bodyPr anchor="ctr"/>
              <a:lstStyle/>
              <a:p>
                <a:pPr algn="ctr">
                  <a:lnSpc>
                    <a:spcPct val="120000"/>
                  </a:lnSpc>
                </a:pPr>
                <a:endParaRPr sz="3200">
                  <a:cs typeface="+mn-ea"/>
                  <a:sym typeface="+mn-lt"/>
                </a:endParaRPr>
              </a:p>
            </p:txBody>
          </p:sp>
          <p:sp>
            <p:nvSpPr>
              <p:cNvPr id="51" name="îSḻiḍè">
                <a:extLst>
                  <a:ext uri="{FF2B5EF4-FFF2-40B4-BE49-F238E27FC236}">
                    <a16:creationId xmlns:a16="http://schemas.microsoft.com/office/drawing/2014/main" id="{ACDE8ED4-997A-40D1-8973-059B63B28B69}"/>
                  </a:ext>
                </a:extLst>
              </p:cNvPr>
              <p:cNvSpPr/>
              <p:nvPr/>
            </p:nvSpPr>
            <p:spPr bwMode="auto">
              <a:xfrm>
                <a:off x="9944667" y="4274738"/>
                <a:ext cx="6325" cy="11068"/>
              </a:xfrm>
              <a:custGeom>
                <a:avLst/>
                <a:gdLst>
                  <a:gd name="T0" fmla="*/ 0 w 1"/>
                  <a:gd name="T1" fmla="*/ 0 h 2"/>
                  <a:gd name="T2" fmla="*/ 1 w 1"/>
                  <a:gd name="T3" fmla="*/ 2 h 2"/>
                  <a:gd name="T4" fmla="*/ 1 w 1"/>
                  <a:gd name="T5" fmla="*/ 0 h 2"/>
                  <a:gd name="T6" fmla="*/ 0 w 1"/>
                  <a:gd name="T7" fmla="*/ 0 h 2"/>
                </a:gdLst>
                <a:ahLst/>
                <a:cxnLst>
                  <a:cxn ang="0">
                    <a:pos x="T0" y="T1"/>
                  </a:cxn>
                  <a:cxn ang="0">
                    <a:pos x="T2" y="T3"/>
                  </a:cxn>
                  <a:cxn ang="0">
                    <a:pos x="T4" y="T5"/>
                  </a:cxn>
                  <a:cxn ang="0">
                    <a:pos x="T6" y="T7"/>
                  </a:cxn>
                </a:cxnLst>
                <a:rect l="0" t="0" r="r" b="b"/>
                <a:pathLst>
                  <a:path w="1" h="2">
                    <a:moveTo>
                      <a:pt x="0" y="0"/>
                    </a:moveTo>
                    <a:cubicBezTo>
                      <a:pt x="0" y="1"/>
                      <a:pt x="1" y="2"/>
                      <a:pt x="1" y="2"/>
                    </a:cubicBezTo>
                    <a:cubicBezTo>
                      <a:pt x="1" y="2"/>
                      <a:pt x="1" y="1"/>
                      <a:pt x="1" y="0"/>
                    </a:cubicBezTo>
                    <a:lnTo>
                      <a:pt x="0" y="0"/>
                    </a:lnTo>
                    <a:close/>
                  </a:path>
                </a:pathLst>
              </a:custGeom>
              <a:solidFill>
                <a:schemeClr val="accent4"/>
              </a:solidFill>
              <a:ln>
                <a:noFill/>
              </a:ln>
              <a:extLst>
                <a:ext uri="{91240B29-F687-4f45-9708-019B960494DF}">
                  <a14:hiddenLine xmlns="" xmlns:lc="http://schemas.openxmlformats.org/drawingml/2006/lockedCanvas" xmlns:a14="http://schemas.microsoft.com/office/drawing/2010/main" xmlns:p14="http://schemas.microsoft.com/office/powerpoint/2010/main" xmlns:a16="http://schemas.microsoft.com/office/drawing/2014/main" w="9525">
                    <a:solidFill>
                      <a:srgbClr val="000000"/>
                    </a:solidFill>
                    <a:round/>
                    <a:headEnd/>
                    <a:tailEnd/>
                  </a14:hiddenLine>
                </a:ext>
              </a:extLst>
            </p:spPr>
            <p:txBody>
              <a:bodyPr anchor="ctr"/>
              <a:lstStyle/>
              <a:p>
                <a:pPr algn="ctr">
                  <a:lnSpc>
                    <a:spcPct val="120000"/>
                  </a:lnSpc>
                </a:pPr>
                <a:endParaRPr sz="3200">
                  <a:cs typeface="+mn-ea"/>
                  <a:sym typeface="+mn-lt"/>
                </a:endParaRPr>
              </a:p>
            </p:txBody>
          </p:sp>
          <p:sp>
            <p:nvSpPr>
              <p:cNvPr id="52" name="íṧliḍè">
                <a:extLst>
                  <a:ext uri="{FF2B5EF4-FFF2-40B4-BE49-F238E27FC236}">
                    <a16:creationId xmlns:a16="http://schemas.microsoft.com/office/drawing/2014/main" id="{5CC89A3B-10AE-4492-91F0-6439D2F06BA9}"/>
                  </a:ext>
                </a:extLst>
              </p:cNvPr>
              <p:cNvSpPr/>
              <p:nvPr/>
            </p:nvSpPr>
            <p:spPr bwMode="auto">
              <a:xfrm>
                <a:off x="9944667" y="4149833"/>
                <a:ext cx="34783" cy="102770"/>
              </a:xfrm>
              <a:custGeom>
                <a:avLst/>
                <a:gdLst>
                  <a:gd name="T0" fmla="*/ 6 w 6"/>
                  <a:gd name="T1" fmla="*/ 0 h 18"/>
                  <a:gd name="T2" fmla="*/ 0 w 6"/>
                  <a:gd name="T3" fmla="*/ 18 h 18"/>
                  <a:gd name="T4" fmla="*/ 2 w 6"/>
                  <a:gd name="T5" fmla="*/ 18 h 18"/>
                  <a:gd name="T6" fmla="*/ 6 w 6"/>
                  <a:gd name="T7" fmla="*/ 1 h 18"/>
                  <a:gd name="T8" fmla="*/ 6 w 6"/>
                  <a:gd name="T9" fmla="*/ 0 h 18"/>
                </a:gdLst>
                <a:ahLst/>
                <a:cxnLst>
                  <a:cxn ang="0">
                    <a:pos x="T0" y="T1"/>
                  </a:cxn>
                  <a:cxn ang="0">
                    <a:pos x="T2" y="T3"/>
                  </a:cxn>
                  <a:cxn ang="0">
                    <a:pos x="T4" y="T5"/>
                  </a:cxn>
                  <a:cxn ang="0">
                    <a:pos x="T6" y="T7"/>
                  </a:cxn>
                  <a:cxn ang="0">
                    <a:pos x="T8" y="T9"/>
                  </a:cxn>
                </a:cxnLst>
                <a:rect l="0" t="0" r="r" b="b"/>
                <a:pathLst>
                  <a:path w="6" h="18">
                    <a:moveTo>
                      <a:pt x="6" y="0"/>
                    </a:moveTo>
                    <a:cubicBezTo>
                      <a:pt x="3" y="5"/>
                      <a:pt x="1" y="11"/>
                      <a:pt x="0" y="18"/>
                    </a:cubicBezTo>
                    <a:cubicBezTo>
                      <a:pt x="2" y="18"/>
                      <a:pt x="2" y="18"/>
                      <a:pt x="2" y="18"/>
                    </a:cubicBezTo>
                    <a:cubicBezTo>
                      <a:pt x="4" y="12"/>
                      <a:pt x="5" y="7"/>
                      <a:pt x="6" y="1"/>
                    </a:cubicBezTo>
                    <a:cubicBezTo>
                      <a:pt x="6" y="1"/>
                      <a:pt x="6" y="0"/>
                      <a:pt x="6" y="0"/>
                    </a:cubicBezTo>
                    <a:close/>
                  </a:path>
                </a:pathLst>
              </a:custGeom>
              <a:solidFill>
                <a:schemeClr val="accent4"/>
              </a:solidFill>
              <a:ln>
                <a:noFill/>
              </a:ln>
              <a:extLst>
                <a:ext uri="{91240B29-F687-4f45-9708-019B960494DF}">
                  <a14:hiddenLine xmlns="" xmlns:lc="http://schemas.openxmlformats.org/drawingml/2006/lockedCanvas" xmlns:a14="http://schemas.microsoft.com/office/drawing/2010/main" xmlns:p14="http://schemas.microsoft.com/office/powerpoint/2010/main" xmlns:a16="http://schemas.microsoft.com/office/drawing/2014/main" w="9525">
                    <a:solidFill>
                      <a:srgbClr val="000000"/>
                    </a:solidFill>
                    <a:round/>
                    <a:headEnd/>
                    <a:tailEnd/>
                  </a14:hiddenLine>
                </a:ext>
              </a:extLst>
            </p:spPr>
            <p:txBody>
              <a:bodyPr anchor="ctr"/>
              <a:lstStyle/>
              <a:p>
                <a:pPr algn="ctr">
                  <a:lnSpc>
                    <a:spcPct val="120000"/>
                  </a:lnSpc>
                </a:pPr>
                <a:endParaRPr sz="3200">
                  <a:cs typeface="+mn-ea"/>
                  <a:sym typeface="+mn-lt"/>
                </a:endParaRPr>
              </a:p>
            </p:txBody>
          </p:sp>
          <p:sp>
            <p:nvSpPr>
              <p:cNvPr id="53" name="íṩlïḋê">
                <a:extLst>
                  <a:ext uri="{FF2B5EF4-FFF2-40B4-BE49-F238E27FC236}">
                    <a16:creationId xmlns:a16="http://schemas.microsoft.com/office/drawing/2014/main" id="{E74111DB-AACE-487D-9023-8B1E46FE9C04}"/>
                  </a:ext>
                </a:extLst>
              </p:cNvPr>
              <p:cNvSpPr/>
              <p:nvPr/>
            </p:nvSpPr>
            <p:spPr bwMode="auto">
              <a:xfrm>
                <a:off x="9887750" y="4108726"/>
                <a:ext cx="69567" cy="143878"/>
              </a:xfrm>
              <a:custGeom>
                <a:avLst/>
                <a:gdLst>
                  <a:gd name="T0" fmla="*/ 0 w 12"/>
                  <a:gd name="T1" fmla="*/ 0 h 25"/>
                  <a:gd name="T2" fmla="*/ 0 w 12"/>
                  <a:gd name="T3" fmla="*/ 25 h 25"/>
                  <a:gd name="T4" fmla="*/ 6 w 12"/>
                  <a:gd name="T5" fmla="*/ 25 h 25"/>
                  <a:gd name="T6" fmla="*/ 12 w 12"/>
                  <a:gd name="T7" fmla="*/ 4 h 25"/>
                  <a:gd name="T8" fmla="*/ 0 w 12"/>
                  <a:gd name="T9" fmla="*/ 0 h 25"/>
                </a:gdLst>
                <a:ahLst/>
                <a:cxnLst>
                  <a:cxn ang="0">
                    <a:pos x="T0" y="T1"/>
                  </a:cxn>
                  <a:cxn ang="0">
                    <a:pos x="T2" y="T3"/>
                  </a:cxn>
                  <a:cxn ang="0">
                    <a:pos x="T4" y="T5"/>
                  </a:cxn>
                  <a:cxn ang="0">
                    <a:pos x="T6" y="T7"/>
                  </a:cxn>
                  <a:cxn ang="0">
                    <a:pos x="T8" y="T9"/>
                  </a:cxn>
                </a:cxnLst>
                <a:rect l="0" t="0" r="r" b="b"/>
                <a:pathLst>
                  <a:path w="12" h="25">
                    <a:moveTo>
                      <a:pt x="0" y="0"/>
                    </a:moveTo>
                    <a:cubicBezTo>
                      <a:pt x="0" y="25"/>
                      <a:pt x="0" y="25"/>
                      <a:pt x="0" y="25"/>
                    </a:cubicBezTo>
                    <a:cubicBezTo>
                      <a:pt x="6" y="25"/>
                      <a:pt x="6" y="25"/>
                      <a:pt x="6" y="25"/>
                    </a:cubicBezTo>
                    <a:cubicBezTo>
                      <a:pt x="6" y="17"/>
                      <a:pt x="9" y="10"/>
                      <a:pt x="12" y="4"/>
                    </a:cubicBezTo>
                    <a:cubicBezTo>
                      <a:pt x="9" y="2"/>
                      <a:pt x="4" y="1"/>
                      <a:pt x="0" y="0"/>
                    </a:cubicBezTo>
                    <a:close/>
                  </a:path>
                </a:pathLst>
              </a:custGeom>
              <a:solidFill>
                <a:schemeClr val="accent4"/>
              </a:solidFill>
              <a:ln>
                <a:noFill/>
              </a:ln>
              <a:extLst>
                <a:ext uri="{91240B29-F687-4f45-9708-019B960494DF}">
                  <a14:hiddenLine xmlns="" xmlns:lc="http://schemas.openxmlformats.org/drawingml/2006/lockedCanvas" xmlns:a14="http://schemas.microsoft.com/office/drawing/2010/main" xmlns:p14="http://schemas.microsoft.com/office/powerpoint/2010/main" xmlns:a16="http://schemas.microsoft.com/office/drawing/2014/main" w="9525">
                    <a:solidFill>
                      <a:srgbClr val="000000"/>
                    </a:solidFill>
                    <a:round/>
                    <a:headEnd/>
                    <a:tailEnd/>
                  </a14:hiddenLine>
                </a:ext>
              </a:extLst>
            </p:spPr>
            <p:txBody>
              <a:bodyPr anchor="ctr"/>
              <a:lstStyle/>
              <a:p>
                <a:pPr algn="ctr">
                  <a:lnSpc>
                    <a:spcPct val="120000"/>
                  </a:lnSpc>
                </a:pPr>
                <a:endParaRPr sz="3200">
                  <a:cs typeface="+mn-ea"/>
                  <a:sym typeface="+mn-lt"/>
                </a:endParaRPr>
              </a:p>
            </p:txBody>
          </p:sp>
          <p:sp>
            <p:nvSpPr>
              <p:cNvPr id="54" name="íṣḷïḓè">
                <a:extLst>
                  <a:ext uri="{FF2B5EF4-FFF2-40B4-BE49-F238E27FC236}">
                    <a16:creationId xmlns:a16="http://schemas.microsoft.com/office/drawing/2014/main" id="{6FC1DB32-467E-40DF-B567-6AE53C3303DD}"/>
                  </a:ext>
                </a:extLst>
              </p:cNvPr>
              <p:cNvSpPr/>
              <p:nvPr/>
            </p:nvSpPr>
            <p:spPr bwMode="auto">
              <a:xfrm>
                <a:off x="9791303" y="4274738"/>
                <a:ext cx="67986" cy="142296"/>
              </a:xfrm>
              <a:custGeom>
                <a:avLst/>
                <a:gdLst>
                  <a:gd name="T0" fmla="*/ 12 w 12"/>
                  <a:gd name="T1" fmla="*/ 25 h 25"/>
                  <a:gd name="T2" fmla="*/ 12 w 12"/>
                  <a:gd name="T3" fmla="*/ 0 h 25"/>
                  <a:gd name="T4" fmla="*/ 6 w 12"/>
                  <a:gd name="T5" fmla="*/ 0 h 25"/>
                  <a:gd name="T6" fmla="*/ 0 w 12"/>
                  <a:gd name="T7" fmla="*/ 21 h 25"/>
                  <a:gd name="T8" fmla="*/ 12 w 12"/>
                  <a:gd name="T9" fmla="*/ 25 h 25"/>
                </a:gdLst>
                <a:ahLst/>
                <a:cxnLst>
                  <a:cxn ang="0">
                    <a:pos x="T0" y="T1"/>
                  </a:cxn>
                  <a:cxn ang="0">
                    <a:pos x="T2" y="T3"/>
                  </a:cxn>
                  <a:cxn ang="0">
                    <a:pos x="T4" y="T5"/>
                  </a:cxn>
                  <a:cxn ang="0">
                    <a:pos x="T6" y="T7"/>
                  </a:cxn>
                  <a:cxn ang="0">
                    <a:pos x="T8" y="T9"/>
                  </a:cxn>
                </a:cxnLst>
                <a:rect l="0" t="0" r="r" b="b"/>
                <a:pathLst>
                  <a:path w="12" h="25">
                    <a:moveTo>
                      <a:pt x="12" y="25"/>
                    </a:moveTo>
                    <a:cubicBezTo>
                      <a:pt x="12" y="0"/>
                      <a:pt x="12" y="0"/>
                      <a:pt x="12" y="0"/>
                    </a:cubicBezTo>
                    <a:cubicBezTo>
                      <a:pt x="6" y="0"/>
                      <a:pt x="6" y="0"/>
                      <a:pt x="6" y="0"/>
                    </a:cubicBezTo>
                    <a:cubicBezTo>
                      <a:pt x="6" y="9"/>
                      <a:pt x="3" y="16"/>
                      <a:pt x="0" y="21"/>
                    </a:cubicBezTo>
                    <a:cubicBezTo>
                      <a:pt x="3" y="23"/>
                      <a:pt x="8" y="25"/>
                      <a:pt x="12" y="25"/>
                    </a:cubicBezTo>
                    <a:close/>
                  </a:path>
                </a:pathLst>
              </a:custGeom>
              <a:solidFill>
                <a:schemeClr val="accent4"/>
              </a:solidFill>
              <a:ln>
                <a:noFill/>
              </a:ln>
              <a:extLst>
                <a:ext uri="{91240B29-F687-4f45-9708-019B960494DF}">
                  <a14:hiddenLine xmlns="" xmlns:lc="http://schemas.openxmlformats.org/drawingml/2006/lockedCanvas" xmlns:a14="http://schemas.microsoft.com/office/drawing/2010/main" xmlns:p14="http://schemas.microsoft.com/office/powerpoint/2010/main" xmlns:a16="http://schemas.microsoft.com/office/drawing/2014/main" w="9525">
                    <a:solidFill>
                      <a:srgbClr val="000000"/>
                    </a:solidFill>
                    <a:round/>
                    <a:headEnd/>
                    <a:tailEnd/>
                  </a14:hiddenLine>
                </a:ext>
              </a:extLst>
            </p:spPr>
            <p:txBody>
              <a:bodyPr anchor="ctr"/>
              <a:lstStyle/>
              <a:p>
                <a:pPr algn="ctr">
                  <a:lnSpc>
                    <a:spcPct val="120000"/>
                  </a:lnSpc>
                </a:pPr>
                <a:endParaRPr sz="3200">
                  <a:cs typeface="+mn-ea"/>
                  <a:sym typeface="+mn-lt"/>
                </a:endParaRPr>
              </a:p>
            </p:txBody>
          </p:sp>
          <p:sp>
            <p:nvSpPr>
              <p:cNvPr id="55" name="iśľïḍe">
                <a:extLst>
                  <a:ext uri="{FF2B5EF4-FFF2-40B4-BE49-F238E27FC236}">
                    <a16:creationId xmlns:a16="http://schemas.microsoft.com/office/drawing/2014/main" id="{FE262F27-0219-4487-8ADB-882F05CCB08B}"/>
                  </a:ext>
                </a:extLst>
              </p:cNvPr>
              <p:cNvSpPr/>
              <p:nvPr/>
            </p:nvSpPr>
            <p:spPr bwMode="auto">
              <a:xfrm>
                <a:off x="9791303" y="4108726"/>
                <a:ext cx="67986" cy="143878"/>
              </a:xfrm>
              <a:custGeom>
                <a:avLst/>
                <a:gdLst>
                  <a:gd name="T0" fmla="*/ 6 w 12"/>
                  <a:gd name="T1" fmla="*/ 25 h 25"/>
                  <a:gd name="T2" fmla="*/ 12 w 12"/>
                  <a:gd name="T3" fmla="*/ 25 h 25"/>
                  <a:gd name="T4" fmla="*/ 12 w 12"/>
                  <a:gd name="T5" fmla="*/ 0 h 25"/>
                  <a:gd name="T6" fmla="*/ 0 w 12"/>
                  <a:gd name="T7" fmla="*/ 5 h 25"/>
                  <a:gd name="T8" fmla="*/ 6 w 12"/>
                  <a:gd name="T9" fmla="*/ 25 h 25"/>
                </a:gdLst>
                <a:ahLst/>
                <a:cxnLst>
                  <a:cxn ang="0">
                    <a:pos x="T0" y="T1"/>
                  </a:cxn>
                  <a:cxn ang="0">
                    <a:pos x="T2" y="T3"/>
                  </a:cxn>
                  <a:cxn ang="0">
                    <a:pos x="T4" y="T5"/>
                  </a:cxn>
                  <a:cxn ang="0">
                    <a:pos x="T6" y="T7"/>
                  </a:cxn>
                  <a:cxn ang="0">
                    <a:pos x="T8" y="T9"/>
                  </a:cxn>
                </a:cxnLst>
                <a:rect l="0" t="0" r="r" b="b"/>
                <a:pathLst>
                  <a:path w="12" h="25">
                    <a:moveTo>
                      <a:pt x="6" y="25"/>
                    </a:moveTo>
                    <a:cubicBezTo>
                      <a:pt x="12" y="25"/>
                      <a:pt x="12" y="25"/>
                      <a:pt x="12" y="25"/>
                    </a:cubicBezTo>
                    <a:cubicBezTo>
                      <a:pt x="12" y="0"/>
                      <a:pt x="12" y="0"/>
                      <a:pt x="12" y="0"/>
                    </a:cubicBezTo>
                    <a:cubicBezTo>
                      <a:pt x="8" y="1"/>
                      <a:pt x="3" y="2"/>
                      <a:pt x="0" y="5"/>
                    </a:cubicBezTo>
                    <a:cubicBezTo>
                      <a:pt x="3" y="10"/>
                      <a:pt x="6" y="17"/>
                      <a:pt x="6" y="25"/>
                    </a:cubicBezTo>
                    <a:close/>
                  </a:path>
                </a:pathLst>
              </a:custGeom>
              <a:solidFill>
                <a:schemeClr val="accent4"/>
              </a:solidFill>
              <a:ln>
                <a:noFill/>
              </a:ln>
              <a:extLst>
                <a:ext uri="{91240B29-F687-4f45-9708-019B960494DF}">
                  <a14:hiddenLine xmlns="" xmlns:lc="http://schemas.openxmlformats.org/drawingml/2006/lockedCanvas" xmlns:a14="http://schemas.microsoft.com/office/drawing/2010/main" xmlns:p14="http://schemas.microsoft.com/office/powerpoint/2010/main" xmlns:a16="http://schemas.microsoft.com/office/drawing/2014/main" w="9525">
                    <a:solidFill>
                      <a:srgbClr val="000000"/>
                    </a:solidFill>
                    <a:round/>
                    <a:headEnd/>
                    <a:tailEnd/>
                  </a14:hiddenLine>
                </a:ext>
              </a:extLst>
            </p:spPr>
            <p:txBody>
              <a:bodyPr anchor="ctr"/>
              <a:lstStyle/>
              <a:p>
                <a:pPr algn="ctr">
                  <a:lnSpc>
                    <a:spcPct val="120000"/>
                  </a:lnSpc>
                </a:pPr>
                <a:endParaRPr sz="3200">
                  <a:cs typeface="+mn-ea"/>
                  <a:sym typeface="+mn-lt"/>
                </a:endParaRPr>
              </a:p>
            </p:txBody>
          </p:sp>
          <p:sp>
            <p:nvSpPr>
              <p:cNvPr id="56" name="iṧľiḑe">
                <a:extLst>
                  <a:ext uri="{FF2B5EF4-FFF2-40B4-BE49-F238E27FC236}">
                    <a16:creationId xmlns:a16="http://schemas.microsoft.com/office/drawing/2014/main" id="{EA0DD75B-FD3D-4A48-8B1F-DB6A91FF90B7}"/>
                  </a:ext>
                </a:extLst>
              </p:cNvPr>
              <p:cNvSpPr/>
              <p:nvPr/>
            </p:nvSpPr>
            <p:spPr bwMode="auto">
              <a:xfrm>
                <a:off x="9723318" y="4274738"/>
                <a:ext cx="79054" cy="102770"/>
              </a:xfrm>
              <a:custGeom>
                <a:avLst/>
                <a:gdLst>
                  <a:gd name="T0" fmla="*/ 8 w 14"/>
                  <a:gd name="T1" fmla="*/ 18 h 18"/>
                  <a:gd name="T2" fmla="*/ 14 w 14"/>
                  <a:gd name="T3" fmla="*/ 0 h 18"/>
                  <a:gd name="T4" fmla="*/ 0 w 14"/>
                  <a:gd name="T5" fmla="*/ 0 h 18"/>
                  <a:gd name="T6" fmla="*/ 8 w 14"/>
                  <a:gd name="T7" fmla="*/ 18 h 18"/>
                </a:gdLst>
                <a:ahLst/>
                <a:cxnLst>
                  <a:cxn ang="0">
                    <a:pos x="T0" y="T1"/>
                  </a:cxn>
                  <a:cxn ang="0">
                    <a:pos x="T2" y="T3"/>
                  </a:cxn>
                  <a:cxn ang="0">
                    <a:pos x="T4" y="T5"/>
                  </a:cxn>
                  <a:cxn ang="0">
                    <a:pos x="T6" y="T7"/>
                  </a:cxn>
                </a:cxnLst>
                <a:rect l="0" t="0" r="r" b="b"/>
                <a:pathLst>
                  <a:path w="14" h="18">
                    <a:moveTo>
                      <a:pt x="8" y="18"/>
                    </a:moveTo>
                    <a:cubicBezTo>
                      <a:pt x="11" y="14"/>
                      <a:pt x="13" y="7"/>
                      <a:pt x="14" y="0"/>
                    </a:cubicBezTo>
                    <a:cubicBezTo>
                      <a:pt x="0" y="0"/>
                      <a:pt x="0" y="0"/>
                      <a:pt x="0" y="0"/>
                    </a:cubicBezTo>
                    <a:cubicBezTo>
                      <a:pt x="0" y="7"/>
                      <a:pt x="3" y="13"/>
                      <a:pt x="8" y="18"/>
                    </a:cubicBezTo>
                    <a:close/>
                  </a:path>
                </a:pathLst>
              </a:custGeom>
              <a:solidFill>
                <a:schemeClr val="accent4"/>
              </a:solidFill>
              <a:ln>
                <a:noFill/>
              </a:ln>
              <a:extLst>
                <a:ext uri="{91240B29-F687-4f45-9708-019B960494DF}">
                  <a14:hiddenLine xmlns="" xmlns:lc="http://schemas.openxmlformats.org/drawingml/2006/lockedCanvas" xmlns:a14="http://schemas.microsoft.com/office/drawing/2010/main" xmlns:p14="http://schemas.microsoft.com/office/powerpoint/2010/main" xmlns:a16="http://schemas.microsoft.com/office/drawing/2014/main" w="9525">
                    <a:solidFill>
                      <a:srgbClr val="000000"/>
                    </a:solidFill>
                    <a:round/>
                    <a:headEnd/>
                    <a:tailEnd/>
                  </a14:hiddenLine>
                </a:ext>
              </a:extLst>
            </p:spPr>
            <p:txBody>
              <a:bodyPr anchor="ctr"/>
              <a:lstStyle/>
              <a:p>
                <a:pPr algn="ctr">
                  <a:lnSpc>
                    <a:spcPct val="120000"/>
                  </a:lnSpc>
                </a:pPr>
                <a:endParaRPr sz="3200">
                  <a:cs typeface="+mn-ea"/>
                  <a:sym typeface="+mn-lt"/>
                </a:endParaRPr>
              </a:p>
            </p:txBody>
          </p:sp>
          <p:sp>
            <p:nvSpPr>
              <p:cNvPr id="57" name="ïṧḻïdê">
                <a:extLst>
                  <a:ext uri="{FF2B5EF4-FFF2-40B4-BE49-F238E27FC236}">
                    <a16:creationId xmlns:a16="http://schemas.microsoft.com/office/drawing/2014/main" id="{FF66265A-FEF3-4E2F-A393-FE7B11D484D2}"/>
                  </a:ext>
                </a:extLst>
              </p:cNvPr>
              <p:cNvSpPr/>
              <p:nvPr/>
            </p:nvSpPr>
            <p:spPr bwMode="auto">
              <a:xfrm>
                <a:off x="9723318" y="4149833"/>
                <a:ext cx="79054" cy="102770"/>
              </a:xfrm>
              <a:custGeom>
                <a:avLst/>
                <a:gdLst>
                  <a:gd name="T0" fmla="*/ 8 w 14"/>
                  <a:gd name="T1" fmla="*/ 0 h 18"/>
                  <a:gd name="T2" fmla="*/ 0 w 14"/>
                  <a:gd name="T3" fmla="*/ 18 h 18"/>
                  <a:gd name="T4" fmla="*/ 14 w 14"/>
                  <a:gd name="T5" fmla="*/ 18 h 18"/>
                  <a:gd name="T6" fmla="*/ 8 w 14"/>
                  <a:gd name="T7" fmla="*/ 0 h 18"/>
                </a:gdLst>
                <a:ahLst/>
                <a:cxnLst>
                  <a:cxn ang="0">
                    <a:pos x="T0" y="T1"/>
                  </a:cxn>
                  <a:cxn ang="0">
                    <a:pos x="T2" y="T3"/>
                  </a:cxn>
                  <a:cxn ang="0">
                    <a:pos x="T4" y="T5"/>
                  </a:cxn>
                  <a:cxn ang="0">
                    <a:pos x="T6" y="T7"/>
                  </a:cxn>
                </a:cxnLst>
                <a:rect l="0" t="0" r="r" b="b"/>
                <a:pathLst>
                  <a:path w="14" h="18">
                    <a:moveTo>
                      <a:pt x="8" y="0"/>
                    </a:moveTo>
                    <a:cubicBezTo>
                      <a:pt x="3" y="5"/>
                      <a:pt x="0" y="11"/>
                      <a:pt x="0" y="18"/>
                    </a:cubicBezTo>
                    <a:cubicBezTo>
                      <a:pt x="14" y="18"/>
                      <a:pt x="14" y="18"/>
                      <a:pt x="14" y="18"/>
                    </a:cubicBezTo>
                    <a:cubicBezTo>
                      <a:pt x="13" y="11"/>
                      <a:pt x="11" y="5"/>
                      <a:pt x="8" y="0"/>
                    </a:cubicBezTo>
                    <a:close/>
                  </a:path>
                </a:pathLst>
              </a:custGeom>
              <a:solidFill>
                <a:schemeClr val="accent4"/>
              </a:solidFill>
              <a:ln>
                <a:noFill/>
              </a:ln>
              <a:extLst>
                <a:ext uri="{91240B29-F687-4f45-9708-019B960494DF}">
                  <a14:hiddenLine xmlns="" xmlns:lc="http://schemas.openxmlformats.org/drawingml/2006/lockedCanvas" xmlns:a14="http://schemas.microsoft.com/office/drawing/2010/main" xmlns:p14="http://schemas.microsoft.com/office/powerpoint/2010/main" xmlns:a16="http://schemas.microsoft.com/office/drawing/2014/main" w="9525">
                    <a:solidFill>
                      <a:srgbClr val="000000"/>
                    </a:solidFill>
                    <a:round/>
                    <a:headEnd/>
                    <a:tailEnd/>
                  </a14:hiddenLine>
                </a:ext>
              </a:extLst>
            </p:spPr>
            <p:txBody>
              <a:bodyPr anchor="ctr"/>
              <a:lstStyle/>
              <a:p>
                <a:pPr algn="ctr">
                  <a:lnSpc>
                    <a:spcPct val="120000"/>
                  </a:lnSpc>
                </a:pPr>
                <a:endParaRPr sz="3200">
                  <a:cs typeface="+mn-ea"/>
                  <a:sym typeface="+mn-lt"/>
                </a:endParaRPr>
              </a:p>
            </p:txBody>
          </p:sp>
          <p:sp>
            <p:nvSpPr>
              <p:cNvPr id="58" name="ïşľïḋe">
                <a:extLst>
                  <a:ext uri="{FF2B5EF4-FFF2-40B4-BE49-F238E27FC236}">
                    <a16:creationId xmlns:a16="http://schemas.microsoft.com/office/drawing/2014/main" id="{CD84BC4B-DA1E-49F4-9977-E685617FB9B3}"/>
                  </a:ext>
                </a:extLst>
              </p:cNvPr>
              <p:cNvSpPr/>
              <p:nvPr/>
            </p:nvSpPr>
            <p:spPr bwMode="auto">
              <a:xfrm>
                <a:off x="9887750" y="4274738"/>
                <a:ext cx="45851" cy="142296"/>
              </a:xfrm>
              <a:custGeom>
                <a:avLst/>
                <a:gdLst>
                  <a:gd name="T0" fmla="*/ 0 w 8"/>
                  <a:gd name="T1" fmla="*/ 25 h 25"/>
                  <a:gd name="T2" fmla="*/ 3 w 8"/>
                  <a:gd name="T3" fmla="*/ 25 h 25"/>
                  <a:gd name="T4" fmla="*/ 8 w 8"/>
                  <a:gd name="T5" fmla="*/ 11 h 25"/>
                  <a:gd name="T6" fmla="*/ 6 w 8"/>
                  <a:gd name="T7" fmla="*/ 0 h 25"/>
                  <a:gd name="T8" fmla="*/ 0 w 8"/>
                  <a:gd name="T9" fmla="*/ 0 h 25"/>
                  <a:gd name="T10" fmla="*/ 0 w 8"/>
                  <a:gd name="T11" fmla="*/ 25 h 25"/>
                </a:gdLst>
                <a:ahLst/>
                <a:cxnLst>
                  <a:cxn ang="0">
                    <a:pos x="T0" y="T1"/>
                  </a:cxn>
                  <a:cxn ang="0">
                    <a:pos x="T2" y="T3"/>
                  </a:cxn>
                  <a:cxn ang="0">
                    <a:pos x="T4" y="T5"/>
                  </a:cxn>
                  <a:cxn ang="0">
                    <a:pos x="T6" y="T7"/>
                  </a:cxn>
                  <a:cxn ang="0">
                    <a:pos x="T8" y="T9"/>
                  </a:cxn>
                  <a:cxn ang="0">
                    <a:pos x="T10" y="T11"/>
                  </a:cxn>
                </a:cxnLst>
                <a:rect l="0" t="0" r="r" b="b"/>
                <a:pathLst>
                  <a:path w="8" h="25">
                    <a:moveTo>
                      <a:pt x="0" y="25"/>
                    </a:moveTo>
                    <a:cubicBezTo>
                      <a:pt x="1" y="25"/>
                      <a:pt x="2" y="25"/>
                      <a:pt x="3" y="25"/>
                    </a:cubicBezTo>
                    <a:cubicBezTo>
                      <a:pt x="5" y="20"/>
                      <a:pt x="6" y="16"/>
                      <a:pt x="8" y="11"/>
                    </a:cubicBezTo>
                    <a:cubicBezTo>
                      <a:pt x="7" y="8"/>
                      <a:pt x="6" y="4"/>
                      <a:pt x="6" y="0"/>
                    </a:cubicBezTo>
                    <a:cubicBezTo>
                      <a:pt x="0" y="0"/>
                      <a:pt x="0" y="0"/>
                      <a:pt x="0" y="0"/>
                    </a:cubicBezTo>
                    <a:lnTo>
                      <a:pt x="0" y="25"/>
                    </a:lnTo>
                    <a:close/>
                  </a:path>
                </a:pathLst>
              </a:custGeom>
              <a:solidFill>
                <a:schemeClr val="accent4"/>
              </a:solidFill>
              <a:ln>
                <a:noFill/>
              </a:ln>
              <a:extLst>
                <a:ext uri="{91240B29-F687-4f45-9708-019B960494DF}">
                  <a14:hiddenLine xmlns="" xmlns:lc="http://schemas.openxmlformats.org/drawingml/2006/lockedCanvas" xmlns:a14="http://schemas.microsoft.com/office/drawing/2010/main" xmlns:p14="http://schemas.microsoft.com/office/powerpoint/2010/main" xmlns:a16="http://schemas.microsoft.com/office/drawing/2014/main" w="9525">
                    <a:solidFill>
                      <a:srgbClr val="000000"/>
                    </a:solidFill>
                    <a:round/>
                    <a:headEnd/>
                    <a:tailEnd/>
                  </a14:hiddenLine>
                </a:ext>
              </a:extLst>
            </p:spPr>
            <p:txBody>
              <a:bodyPr anchor="ctr"/>
              <a:lstStyle/>
              <a:p>
                <a:pPr algn="ctr">
                  <a:lnSpc>
                    <a:spcPct val="120000"/>
                  </a:lnSpc>
                </a:pPr>
                <a:endParaRPr sz="3200">
                  <a:cs typeface="+mn-ea"/>
                  <a:sym typeface="+mn-lt"/>
                </a:endParaRPr>
              </a:p>
            </p:txBody>
          </p:sp>
          <p:sp>
            <p:nvSpPr>
              <p:cNvPr id="59" name="íṣḷíďè">
                <a:extLst>
                  <a:ext uri="{FF2B5EF4-FFF2-40B4-BE49-F238E27FC236}">
                    <a16:creationId xmlns:a16="http://schemas.microsoft.com/office/drawing/2014/main" id="{9A1A68CD-AAC5-4C22-B7C9-D392BC9D0279}"/>
                  </a:ext>
                </a:extLst>
              </p:cNvPr>
              <p:cNvSpPr/>
              <p:nvPr/>
            </p:nvSpPr>
            <p:spPr bwMode="auto">
              <a:xfrm>
                <a:off x="8475852" y="4707952"/>
                <a:ext cx="79054" cy="79054"/>
              </a:xfrm>
              <a:prstGeom prst="ellipse">
                <a:avLst/>
              </a:prstGeom>
              <a:solidFill>
                <a:schemeClr val="accent4"/>
              </a:solidFill>
              <a:ln>
                <a:noFill/>
              </a:ln>
            </p:spPr>
            <p:txBody>
              <a:bodyPr anchor="ctr"/>
              <a:lstStyle/>
              <a:p>
                <a:pPr algn="ctr">
                  <a:lnSpc>
                    <a:spcPct val="120000"/>
                  </a:lnSpc>
                </a:pPr>
                <a:endParaRPr sz="3200">
                  <a:cs typeface="+mn-ea"/>
                  <a:sym typeface="+mn-lt"/>
                </a:endParaRPr>
              </a:p>
            </p:txBody>
          </p:sp>
          <p:sp>
            <p:nvSpPr>
              <p:cNvPr id="65" name="i$ļîḑe">
                <a:extLst>
                  <a:ext uri="{FF2B5EF4-FFF2-40B4-BE49-F238E27FC236}">
                    <a16:creationId xmlns:a16="http://schemas.microsoft.com/office/drawing/2014/main" id="{13815038-BFE5-4EB7-B751-5D9C1223146A}"/>
                  </a:ext>
                </a:extLst>
              </p:cNvPr>
              <p:cNvSpPr/>
              <p:nvPr/>
            </p:nvSpPr>
            <p:spPr bwMode="auto">
              <a:xfrm>
                <a:off x="8167543" y="4941950"/>
                <a:ext cx="170756" cy="170756"/>
              </a:xfrm>
              <a:custGeom>
                <a:avLst/>
                <a:gdLst>
                  <a:gd name="T0" fmla="*/ 15 w 30"/>
                  <a:gd name="T1" fmla="*/ 30 h 30"/>
                  <a:gd name="T2" fmla="*/ 30 w 30"/>
                  <a:gd name="T3" fmla="*/ 15 h 30"/>
                  <a:gd name="T4" fmla="*/ 15 w 30"/>
                  <a:gd name="T5" fmla="*/ 0 h 30"/>
                  <a:gd name="T6" fmla="*/ 15 w 30"/>
                  <a:gd name="T7" fmla="*/ 7 h 30"/>
                  <a:gd name="T8" fmla="*/ 23 w 30"/>
                  <a:gd name="T9" fmla="*/ 15 h 30"/>
                  <a:gd name="T10" fmla="*/ 15 w 30"/>
                  <a:gd name="T11" fmla="*/ 23 h 30"/>
                  <a:gd name="T12" fmla="*/ 15 w 30"/>
                  <a:gd name="T13" fmla="*/ 30 h 30"/>
                  <a:gd name="T14" fmla="*/ 15 w 30"/>
                  <a:gd name="T15" fmla="*/ 0 h 30"/>
                  <a:gd name="T16" fmla="*/ 0 w 30"/>
                  <a:gd name="T17" fmla="*/ 15 h 30"/>
                  <a:gd name="T18" fmla="*/ 15 w 30"/>
                  <a:gd name="T19" fmla="*/ 30 h 30"/>
                  <a:gd name="T20" fmla="*/ 15 w 30"/>
                  <a:gd name="T21" fmla="*/ 30 h 30"/>
                  <a:gd name="T22" fmla="*/ 15 w 30"/>
                  <a:gd name="T23" fmla="*/ 23 h 30"/>
                  <a:gd name="T24" fmla="*/ 15 w 30"/>
                  <a:gd name="T25" fmla="*/ 23 h 30"/>
                  <a:gd name="T26" fmla="*/ 15 w 30"/>
                  <a:gd name="T27" fmla="*/ 23 h 30"/>
                  <a:gd name="T28" fmla="*/ 7 w 30"/>
                  <a:gd name="T29" fmla="*/ 15 h 30"/>
                  <a:gd name="T30" fmla="*/ 15 w 30"/>
                  <a:gd name="T31" fmla="*/ 7 h 30"/>
                  <a:gd name="T32" fmla="*/ 15 w 30"/>
                  <a:gd name="T33" fmla="*/ 7 h 30"/>
                  <a:gd name="T34" fmla="*/ 15 w 30"/>
                  <a:gd name="T35"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0" h="30">
                    <a:moveTo>
                      <a:pt x="15" y="30"/>
                    </a:moveTo>
                    <a:cubicBezTo>
                      <a:pt x="23" y="30"/>
                      <a:pt x="30" y="23"/>
                      <a:pt x="30" y="15"/>
                    </a:cubicBezTo>
                    <a:cubicBezTo>
                      <a:pt x="30" y="7"/>
                      <a:pt x="23" y="0"/>
                      <a:pt x="15" y="0"/>
                    </a:cubicBezTo>
                    <a:cubicBezTo>
                      <a:pt x="15" y="7"/>
                      <a:pt x="15" y="7"/>
                      <a:pt x="15" y="7"/>
                    </a:cubicBezTo>
                    <a:cubicBezTo>
                      <a:pt x="19" y="7"/>
                      <a:pt x="23" y="10"/>
                      <a:pt x="23" y="15"/>
                    </a:cubicBezTo>
                    <a:cubicBezTo>
                      <a:pt x="23" y="20"/>
                      <a:pt x="19" y="23"/>
                      <a:pt x="15" y="23"/>
                    </a:cubicBezTo>
                    <a:lnTo>
                      <a:pt x="15" y="30"/>
                    </a:lnTo>
                    <a:close/>
                    <a:moveTo>
                      <a:pt x="15" y="0"/>
                    </a:moveTo>
                    <a:cubicBezTo>
                      <a:pt x="7" y="0"/>
                      <a:pt x="0" y="7"/>
                      <a:pt x="0" y="15"/>
                    </a:cubicBezTo>
                    <a:cubicBezTo>
                      <a:pt x="0" y="23"/>
                      <a:pt x="7" y="30"/>
                      <a:pt x="15" y="30"/>
                    </a:cubicBezTo>
                    <a:cubicBezTo>
                      <a:pt x="15" y="30"/>
                      <a:pt x="15" y="30"/>
                      <a:pt x="15" y="30"/>
                    </a:cubicBezTo>
                    <a:cubicBezTo>
                      <a:pt x="15" y="23"/>
                      <a:pt x="15" y="23"/>
                      <a:pt x="15" y="23"/>
                    </a:cubicBezTo>
                    <a:cubicBezTo>
                      <a:pt x="15" y="23"/>
                      <a:pt x="15" y="23"/>
                      <a:pt x="15" y="23"/>
                    </a:cubicBezTo>
                    <a:cubicBezTo>
                      <a:pt x="15" y="23"/>
                      <a:pt x="15" y="23"/>
                      <a:pt x="15" y="23"/>
                    </a:cubicBezTo>
                    <a:cubicBezTo>
                      <a:pt x="10" y="23"/>
                      <a:pt x="7" y="20"/>
                      <a:pt x="7" y="15"/>
                    </a:cubicBezTo>
                    <a:cubicBezTo>
                      <a:pt x="7" y="10"/>
                      <a:pt x="10" y="7"/>
                      <a:pt x="15" y="7"/>
                    </a:cubicBezTo>
                    <a:cubicBezTo>
                      <a:pt x="15" y="7"/>
                      <a:pt x="15" y="7"/>
                      <a:pt x="15" y="7"/>
                    </a:cubicBezTo>
                    <a:cubicBezTo>
                      <a:pt x="15" y="0"/>
                      <a:pt x="15" y="0"/>
                      <a:pt x="15" y="0"/>
                    </a:cubicBezTo>
                    <a:close/>
                  </a:path>
                </a:pathLst>
              </a:custGeom>
              <a:solidFill>
                <a:schemeClr val="accent4"/>
              </a:solidFill>
              <a:ln>
                <a:noFill/>
              </a:ln>
            </p:spPr>
            <p:txBody>
              <a:bodyPr anchor="ctr"/>
              <a:lstStyle/>
              <a:p>
                <a:pPr algn="ctr">
                  <a:lnSpc>
                    <a:spcPct val="120000"/>
                  </a:lnSpc>
                </a:pPr>
                <a:endParaRPr sz="3200">
                  <a:cs typeface="+mn-ea"/>
                  <a:sym typeface="+mn-lt"/>
                </a:endParaRPr>
              </a:p>
            </p:txBody>
          </p:sp>
          <p:sp>
            <p:nvSpPr>
              <p:cNvPr id="67" name="í$ḻïḑé">
                <a:extLst>
                  <a:ext uri="{FF2B5EF4-FFF2-40B4-BE49-F238E27FC236}">
                    <a16:creationId xmlns:a16="http://schemas.microsoft.com/office/drawing/2014/main" id="{A3291F37-C424-4FB7-ADD0-733DF259AAB2}"/>
                  </a:ext>
                </a:extLst>
              </p:cNvPr>
              <p:cNvSpPr/>
              <p:nvPr/>
            </p:nvSpPr>
            <p:spPr bwMode="auto">
              <a:xfrm>
                <a:off x="8150151" y="4900842"/>
                <a:ext cx="205540" cy="74310"/>
              </a:xfrm>
              <a:custGeom>
                <a:avLst/>
                <a:gdLst>
                  <a:gd name="T0" fmla="*/ 3 w 36"/>
                  <a:gd name="T1" fmla="*/ 13 h 13"/>
                  <a:gd name="T2" fmla="*/ 5 w 36"/>
                  <a:gd name="T3" fmla="*/ 12 h 13"/>
                  <a:gd name="T4" fmla="*/ 18 w 36"/>
                  <a:gd name="T5" fmla="*/ 4 h 13"/>
                  <a:gd name="T6" fmla="*/ 31 w 36"/>
                  <a:gd name="T7" fmla="*/ 12 h 13"/>
                  <a:gd name="T8" fmla="*/ 35 w 36"/>
                  <a:gd name="T9" fmla="*/ 12 h 13"/>
                  <a:gd name="T10" fmla="*/ 35 w 36"/>
                  <a:gd name="T11" fmla="*/ 9 h 13"/>
                  <a:gd name="T12" fmla="*/ 18 w 36"/>
                  <a:gd name="T13" fmla="*/ 0 h 13"/>
                  <a:gd name="T14" fmla="*/ 1 w 36"/>
                  <a:gd name="T15" fmla="*/ 9 h 13"/>
                  <a:gd name="T16" fmla="*/ 1 w 36"/>
                  <a:gd name="T17" fmla="*/ 12 h 13"/>
                  <a:gd name="T18" fmla="*/ 3 w 36"/>
                  <a:gd name="T19" fmla="*/ 13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13">
                    <a:moveTo>
                      <a:pt x="3" y="13"/>
                    </a:moveTo>
                    <a:cubicBezTo>
                      <a:pt x="3" y="13"/>
                      <a:pt x="4" y="12"/>
                      <a:pt x="5" y="12"/>
                    </a:cubicBezTo>
                    <a:cubicBezTo>
                      <a:pt x="8" y="7"/>
                      <a:pt x="13" y="4"/>
                      <a:pt x="18" y="4"/>
                    </a:cubicBezTo>
                    <a:cubicBezTo>
                      <a:pt x="23" y="4"/>
                      <a:pt x="28" y="7"/>
                      <a:pt x="31" y="12"/>
                    </a:cubicBezTo>
                    <a:cubicBezTo>
                      <a:pt x="32" y="13"/>
                      <a:pt x="34" y="13"/>
                      <a:pt x="35" y="12"/>
                    </a:cubicBezTo>
                    <a:cubicBezTo>
                      <a:pt x="36" y="11"/>
                      <a:pt x="36" y="10"/>
                      <a:pt x="35" y="9"/>
                    </a:cubicBezTo>
                    <a:cubicBezTo>
                      <a:pt x="31" y="3"/>
                      <a:pt x="25" y="0"/>
                      <a:pt x="18" y="0"/>
                    </a:cubicBezTo>
                    <a:cubicBezTo>
                      <a:pt x="11" y="0"/>
                      <a:pt x="5" y="3"/>
                      <a:pt x="1" y="9"/>
                    </a:cubicBezTo>
                    <a:cubicBezTo>
                      <a:pt x="0" y="10"/>
                      <a:pt x="0" y="11"/>
                      <a:pt x="1" y="12"/>
                    </a:cubicBezTo>
                    <a:cubicBezTo>
                      <a:pt x="2" y="12"/>
                      <a:pt x="2" y="13"/>
                      <a:pt x="3" y="13"/>
                    </a:cubicBezTo>
                    <a:close/>
                  </a:path>
                </a:pathLst>
              </a:custGeom>
              <a:solidFill>
                <a:schemeClr val="accent4"/>
              </a:solidFill>
              <a:ln>
                <a:noFill/>
              </a:ln>
            </p:spPr>
            <p:txBody>
              <a:bodyPr anchor="ctr"/>
              <a:lstStyle/>
              <a:p>
                <a:pPr algn="ctr">
                  <a:lnSpc>
                    <a:spcPct val="120000"/>
                  </a:lnSpc>
                </a:pPr>
                <a:endParaRPr sz="3200">
                  <a:cs typeface="+mn-ea"/>
                  <a:sym typeface="+mn-lt"/>
                </a:endParaRPr>
              </a:p>
            </p:txBody>
          </p:sp>
          <p:sp>
            <p:nvSpPr>
              <p:cNvPr id="68" name="îṣlïḑé">
                <a:extLst>
                  <a:ext uri="{FF2B5EF4-FFF2-40B4-BE49-F238E27FC236}">
                    <a16:creationId xmlns:a16="http://schemas.microsoft.com/office/drawing/2014/main" id="{E3CC4126-6430-48ED-9897-EE80F54249D6}"/>
                  </a:ext>
                </a:extLst>
              </p:cNvPr>
              <p:cNvSpPr/>
              <p:nvPr/>
            </p:nvSpPr>
            <p:spPr bwMode="auto">
              <a:xfrm>
                <a:off x="8480595" y="4941950"/>
                <a:ext cx="170756" cy="170756"/>
              </a:xfrm>
              <a:custGeom>
                <a:avLst/>
                <a:gdLst>
                  <a:gd name="T0" fmla="*/ 15 w 30"/>
                  <a:gd name="T1" fmla="*/ 0 h 30"/>
                  <a:gd name="T2" fmla="*/ 15 w 30"/>
                  <a:gd name="T3" fmla="*/ 0 h 30"/>
                  <a:gd name="T4" fmla="*/ 15 w 30"/>
                  <a:gd name="T5" fmla="*/ 7 h 30"/>
                  <a:gd name="T6" fmla="*/ 15 w 30"/>
                  <a:gd name="T7" fmla="*/ 7 h 30"/>
                  <a:gd name="T8" fmla="*/ 23 w 30"/>
                  <a:gd name="T9" fmla="*/ 15 h 30"/>
                  <a:gd name="T10" fmla="*/ 15 w 30"/>
                  <a:gd name="T11" fmla="*/ 23 h 30"/>
                  <a:gd name="T12" fmla="*/ 15 w 30"/>
                  <a:gd name="T13" fmla="*/ 23 h 30"/>
                  <a:gd name="T14" fmla="*/ 15 w 30"/>
                  <a:gd name="T15" fmla="*/ 23 h 30"/>
                  <a:gd name="T16" fmla="*/ 15 w 30"/>
                  <a:gd name="T17" fmla="*/ 30 h 30"/>
                  <a:gd name="T18" fmla="*/ 15 w 30"/>
                  <a:gd name="T19" fmla="*/ 30 h 30"/>
                  <a:gd name="T20" fmla="*/ 30 w 30"/>
                  <a:gd name="T21" fmla="*/ 15 h 30"/>
                  <a:gd name="T22" fmla="*/ 15 w 30"/>
                  <a:gd name="T23" fmla="*/ 0 h 30"/>
                  <a:gd name="T24" fmla="*/ 15 w 30"/>
                  <a:gd name="T25" fmla="*/ 0 h 30"/>
                  <a:gd name="T26" fmla="*/ 0 w 30"/>
                  <a:gd name="T27" fmla="*/ 15 h 30"/>
                  <a:gd name="T28" fmla="*/ 15 w 30"/>
                  <a:gd name="T29" fmla="*/ 30 h 30"/>
                  <a:gd name="T30" fmla="*/ 15 w 30"/>
                  <a:gd name="T31" fmla="*/ 23 h 30"/>
                  <a:gd name="T32" fmla="*/ 7 w 30"/>
                  <a:gd name="T33" fmla="*/ 15 h 30"/>
                  <a:gd name="T34" fmla="*/ 15 w 30"/>
                  <a:gd name="T35" fmla="*/ 7 h 30"/>
                  <a:gd name="T36" fmla="*/ 15 w 30"/>
                  <a:gd name="T3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0" h="30">
                    <a:moveTo>
                      <a:pt x="15" y="0"/>
                    </a:moveTo>
                    <a:cubicBezTo>
                      <a:pt x="15" y="0"/>
                      <a:pt x="15" y="0"/>
                      <a:pt x="15" y="0"/>
                    </a:cubicBezTo>
                    <a:cubicBezTo>
                      <a:pt x="15" y="7"/>
                      <a:pt x="15" y="7"/>
                      <a:pt x="15" y="7"/>
                    </a:cubicBezTo>
                    <a:cubicBezTo>
                      <a:pt x="15" y="7"/>
                      <a:pt x="15" y="7"/>
                      <a:pt x="15" y="7"/>
                    </a:cubicBezTo>
                    <a:cubicBezTo>
                      <a:pt x="19" y="7"/>
                      <a:pt x="23" y="10"/>
                      <a:pt x="23" y="15"/>
                    </a:cubicBezTo>
                    <a:cubicBezTo>
                      <a:pt x="23" y="20"/>
                      <a:pt x="19" y="23"/>
                      <a:pt x="15" y="23"/>
                    </a:cubicBezTo>
                    <a:cubicBezTo>
                      <a:pt x="15" y="23"/>
                      <a:pt x="15" y="23"/>
                      <a:pt x="15" y="23"/>
                    </a:cubicBezTo>
                    <a:cubicBezTo>
                      <a:pt x="15" y="23"/>
                      <a:pt x="15" y="23"/>
                      <a:pt x="15" y="23"/>
                    </a:cubicBezTo>
                    <a:cubicBezTo>
                      <a:pt x="15" y="30"/>
                      <a:pt x="15" y="30"/>
                      <a:pt x="15" y="30"/>
                    </a:cubicBezTo>
                    <a:cubicBezTo>
                      <a:pt x="15" y="30"/>
                      <a:pt x="15" y="30"/>
                      <a:pt x="15" y="30"/>
                    </a:cubicBezTo>
                    <a:cubicBezTo>
                      <a:pt x="23" y="30"/>
                      <a:pt x="30" y="23"/>
                      <a:pt x="30" y="15"/>
                    </a:cubicBezTo>
                    <a:cubicBezTo>
                      <a:pt x="30" y="7"/>
                      <a:pt x="23" y="0"/>
                      <a:pt x="15" y="0"/>
                    </a:cubicBezTo>
                    <a:close/>
                    <a:moveTo>
                      <a:pt x="15" y="0"/>
                    </a:moveTo>
                    <a:cubicBezTo>
                      <a:pt x="6" y="0"/>
                      <a:pt x="0" y="7"/>
                      <a:pt x="0" y="15"/>
                    </a:cubicBezTo>
                    <a:cubicBezTo>
                      <a:pt x="0" y="23"/>
                      <a:pt x="6" y="30"/>
                      <a:pt x="15" y="30"/>
                    </a:cubicBezTo>
                    <a:cubicBezTo>
                      <a:pt x="15" y="23"/>
                      <a:pt x="15" y="23"/>
                      <a:pt x="15" y="23"/>
                    </a:cubicBezTo>
                    <a:cubicBezTo>
                      <a:pt x="10" y="23"/>
                      <a:pt x="7" y="20"/>
                      <a:pt x="7" y="15"/>
                    </a:cubicBezTo>
                    <a:cubicBezTo>
                      <a:pt x="7" y="10"/>
                      <a:pt x="10" y="7"/>
                      <a:pt x="15" y="7"/>
                    </a:cubicBezTo>
                    <a:lnTo>
                      <a:pt x="15" y="0"/>
                    </a:lnTo>
                    <a:close/>
                  </a:path>
                </a:pathLst>
              </a:custGeom>
              <a:solidFill>
                <a:schemeClr val="accent4"/>
              </a:solidFill>
              <a:ln>
                <a:noFill/>
              </a:ln>
            </p:spPr>
            <p:txBody>
              <a:bodyPr anchor="ctr"/>
              <a:lstStyle/>
              <a:p>
                <a:pPr algn="ctr">
                  <a:lnSpc>
                    <a:spcPct val="120000"/>
                  </a:lnSpc>
                </a:pPr>
                <a:endParaRPr sz="3200">
                  <a:cs typeface="+mn-ea"/>
                  <a:sym typeface="+mn-lt"/>
                </a:endParaRPr>
              </a:p>
            </p:txBody>
          </p:sp>
          <p:sp>
            <p:nvSpPr>
              <p:cNvPr id="69" name="išļíďè">
                <a:extLst>
                  <a:ext uri="{FF2B5EF4-FFF2-40B4-BE49-F238E27FC236}">
                    <a16:creationId xmlns:a16="http://schemas.microsoft.com/office/drawing/2014/main" id="{0C5C6F9A-245F-431D-916B-07C44476BC99}"/>
                  </a:ext>
                </a:extLst>
              </p:cNvPr>
              <p:cNvSpPr/>
              <p:nvPr/>
            </p:nvSpPr>
            <p:spPr bwMode="auto">
              <a:xfrm>
                <a:off x="8463203" y="4900842"/>
                <a:ext cx="205540" cy="74310"/>
              </a:xfrm>
              <a:custGeom>
                <a:avLst/>
                <a:gdLst>
                  <a:gd name="T0" fmla="*/ 18 w 36"/>
                  <a:gd name="T1" fmla="*/ 0 h 13"/>
                  <a:gd name="T2" fmla="*/ 1 w 36"/>
                  <a:gd name="T3" fmla="*/ 9 h 13"/>
                  <a:gd name="T4" fmla="*/ 1 w 36"/>
                  <a:gd name="T5" fmla="*/ 12 h 13"/>
                  <a:gd name="T6" fmla="*/ 3 w 36"/>
                  <a:gd name="T7" fmla="*/ 13 h 13"/>
                  <a:gd name="T8" fmla="*/ 4 w 36"/>
                  <a:gd name="T9" fmla="*/ 12 h 13"/>
                  <a:gd name="T10" fmla="*/ 18 w 36"/>
                  <a:gd name="T11" fmla="*/ 4 h 13"/>
                  <a:gd name="T12" fmla="*/ 31 w 36"/>
                  <a:gd name="T13" fmla="*/ 12 h 13"/>
                  <a:gd name="T14" fmla="*/ 35 w 36"/>
                  <a:gd name="T15" fmla="*/ 12 h 13"/>
                  <a:gd name="T16" fmla="*/ 35 w 36"/>
                  <a:gd name="T17" fmla="*/ 9 h 13"/>
                  <a:gd name="T18" fmla="*/ 18 w 36"/>
                  <a:gd name="T19" fmla="*/ 0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13">
                    <a:moveTo>
                      <a:pt x="18" y="0"/>
                    </a:moveTo>
                    <a:cubicBezTo>
                      <a:pt x="11" y="0"/>
                      <a:pt x="4" y="3"/>
                      <a:pt x="1" y="9"/>
                    </a:cubicBezTo>
                    <a:cubicBezTo>
                      <a:pt x="0" y="10"/>
                      <a:pt x="0" y="11"/>
                      <a:pt x="1" y="12"/>
                    </a:cubicBezTo>
                    <a:cubicBezTo>
                      <a:pt x="2" y="12"/>
                      <a:pt x="2" y="13"/>
                      <a:pt x="3" y="13"/>
                    </a:cubicBezTo>
                    <a:cubicBezTo>
                      <a:pt x="3" y="13"/>
                      <a:pt x="4" y="12"/>
                      <a:pt x="4" y="12"/>
                    </a:cubicBezTo>
                    <a:cubicBezTo>
                      <a:pt x="7" y="7"/>
                      <a:pt x="12" y="4"/>
                      <a:pt x="18" y="4"/>
                    </a:cubicBezTo>
                    <a:cubicBezTo>
                      <a:pt x="23" y="4"/>
                      <a:pt x="28" y="7"/>
                      <a:pt x="31" y="12"/>
                    </a:cubicBezTo>
                    <a:cubicBezTo>
                      <a:pt x="32" y="13"/>
                      <a:pt x="33" y="13"/>
                      <a:pt x="35" y="12"/>
                    </a:cubicBezTo>
                    <a:cubicBezTo>
                      <a:pt x="36" y="11"/>
                      <a:pt x="36" y="10"/>
                      <a:pt x="35" y="9"/>
                    </a:cubicBezTo>
                    <a:cubicBezTo>
                      <a:pt x="31" y="3"/>
                      <a:pt x="25" y="0"/>
                      <a:pt x="18" y="0"/>
                    </a:cubicBezTo>
                    <a:close/>
                  </a:path>
                </a:pathLst>
              </a:custGeom>
              <a:solidFill>
                <a:schemeClr val="accent4"/>
              </a:solidFill>
              <a:ln>
                <a:noFill/>
              </a:ln>
            </p:spPr>
            <p:txBody>
              <a:bodyPr anchor="ctr"/>
              <a:lstStyle/>
              <a:p>
                <a:pPr algn="ctr">
                  <a:lnSpc>
                    <a:spcPct val="120000"/>
                  </a:lnSpc>
                </a:pPr>
                <a:endParaRPr sz="3200">
                  <a:cs typeface="+mn-ea"/>
                  <a:sym typeface="+mn-lt"/>
                </a:endParaRPr>
              </a:p>
            </p:txBody>
          </p:sp>
          <p:sp>
            <p:nvSpPr>
              <p:cNvPr id="70" name="iṣ1îďè">
                <a:extLst>
                  <a:ext uri="{FF2B5EF4-FFF2-40B4-BE49-F238E27FC236}">
                    <a16:creationId xmlns:a16="http://schemas.microsoft.com/office/drawing/2014/main" id="{68987052-DA1F-461F-89EF-1D9E8A60BC4C}"/>
                  </a:ext>
                </a:extLst>
              </p:cNvPr>
              <p:cNvSpPr/>
              <p:nvPr/>
            </p:nvSpPr>
            <p:spPr bwMode="auto">
              <a:xfrm>
                <a:off x="8309839" y="4753803"/>
                <a:ext cx="301985" cy="352579"/>
              </a:xfrm>
              <a:custGeom>
                <a:avLst/>
                <a:gdLst>
                  <a:gd name="T0" fmla="*/ 36 w 53"/>
                  <a:gd name="T1" fmla="*/ 22 h 62"/>
                  <a:gd name="T2" fmla="*/ 37 w 53"/>
                  <a:gd name="T3" fmla="*/ 23 h 62"/>
                  <a:gd name="T4" fmla="*/ 51 w 53"/>
                  <a:gd name="T5" fmla="*/ 17 h 62"/>
                  <a:gd name="T6" fmla="*/ 53 w 53"/>
                  <a:gd name="T7" fmla="*/ 12 h 62"/>
                  <a:gd name="T8" fmla="*/ 48 w 53"/>
                  <a:gd name="T9" fmla="*/ 11 h 62"/>
                  <a:gd name="T10" fmla="*/ 39 w 53"/>
                  <a:gd name="T11" fmla="*/ 15 h 62"/>
                  <a:gd name="T12" fmla="*/ 38 w 53"/>
                  <a:gd name="T13" fmla="*/ 15 h 62"/>
                  <a:gd name="T14" fmla="*/ 23 w 53"/>
                  <a:gd name="T15" fmla="*/ 0 h 62"/>
                  <a:gd name="T16" fmla="*/ 21 w 53"/>
                  <a:gd name="T17" fmla="*/ 0 h 62"/>
                  <a:gd name="T18" fmla="*/ 0 w 53"/>
                  <a:gd name="T19" fmla="*/ 21 h 62"/>
                  <a:gd name="T20" fmla="*/ 0 w 53"/>
                  <a:gd name="T21" fmla="*/ 22 h 62"/>
                  <a:gd name="T22" fmla="*/ 15 w 53"/>
                  <a:gd name="T23" fmla="*/ 35 h 62"/>
                  <a:gd name="T24" fmla="*/ 15 w 53"/>
                  <a:gd name="T25" fmla="*/ 36 h 62"/>
                  <a:gd name="T26" fmla="*/ 8 w 53"/>
                  <a:gd name="T27" fmla="*/ 52 h 62"/>
                  <a:gd name="T28" fmla="*/ 8 w 53"/>
                  <a:gd name="T29" fmla="*/ 54 h 62"/>
                  <a:gd name="T30" fmla="*/ 13 w 53"/>
                  <a:gd name="T31" fmla="*/ 60 h 62"/>
                  <a:gd name="T32" fmla="*/ 16 w 53"/>
                  <a:gd name="T33" fmla="*/ 62 h 62"/>
                  <a:gd name="T34" fmla="*/ 19 w 53"/>
                  <a:gd name="T35" fmla="*/ 61 h 62"/>
                  <a:gd name="T36" fmla="*/ 20 w 53"/>
                  <a:gd name="T37" fmla="*/ 55 h 62"/>
                  <a:gd name="T38" fmla="*/ 18 w 53"/>
                  <a:gd name="T39" fmla="*/ 53 h 62"/>
                  <a:gd name="T40" fmla="*/ 18 w 53"/>
                  <a:gd name="T41" fmla="*/ 51 h 62"/>
                  <a:gd name="T42" fmla="*/ 25 w 53"/>
                  <a:gd name="T43" fmla="*/ 34 h 62"/>
                  <a:gd name="T44" fmla="*/ 25 w 53"/>
                  <a:gd name="T45" fmla="*/ 32 h 62"/>
                  <a:gd name="T46" fmla="*/ 17 w 53"/>
                  <a:gd name="T47" fmla="*/ 25 h 62"/>
                  <a:gd name="T48" fmla="*/ 17 w 53"/>
                  <a:gd name="T49" fmla="*/ 23 h 62"/>
                  <a:gd name="T50" fmla="*/ 26 w 53"/>
                  <a:gd name="T51" fmla="*/ 14 h 62"/>
                  <a:gd name="T52" fmla="*/ 27 w 53"/>
                  <a:gd name="T53" fmla="*/ 15 h 62"/>
                  <a:gd name="T54" fmla="*/ 36 w 53"/>
                  <a:gd name="T55" fmla="*/ 22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3" h="62">
                    <a:moveTo>
                      <a:pt x="36" y="22"/>
                    </a:moveTo>
                    <a:cubicBezTo>
                      <a:pt x="36" y="23"/>
                      <a:pt x="37" y="23"/>
                      <a:pt x="37" y="23"/>
                    </a:cubicBezTo>
                    <a:cubicBezTo>
                      <a:pt x="51" y="17"/>
                      <a:pt x="51" y="17"/>
                      <a:pt x="51" y="17"/>
                    </a:cubicBezTo>
                    <a:cubicBezTo>
                      <a:pt x="53" y="16"/>
                      <a:pt x="53" y="14"/>
                      <a:pt x="53" y="12"/>
                    </a:cubicBezTo>
                    <a:cubicBezTo>
                      <a:pt x="52" y="11"/>
                      <a:pt x="50" y="10"/>
                      <a:pt x="48" y="11"/>
                    </a:cubicBezTo>
                    <a:cubicBezTo>
                      <a:pt x="39" y="15"/>
                      <a:pt x="39" y="15"/>
                      <a:pt x="39" y="15"/>
                    </a:cubicBezTo>
                    <a:cubicBezTo>
                      <a:pt x="39" y="15"/>
                      <a:pt x="38" y="15"/>
                      <a:pt x="38" y="15"/>
                    </a:cubicBezTo>
                    <a:cubicBezTo>
                      <a:pt x="23" y="0"/>
                      <a:pt x="23" y="0"/>
                      <a:pt x="23" y="0"/>
                    </a:cubicBezTo>
                    <a:cubicBezTo>
                      <a:pt x="22" y="0"/>
                      <a:pt x="22" y="0"/>
                      <a:pt x="21" y="0"/>
                    </a:cubicBezTo>
                    <a:cubicBezTo>
                      <a:pt x="0" y="21"/>
                      <a:pt x="0" y="21"/>
                      <a:pt x="0" y="21"/>
                    </a:cubicBezTo>
                    <a:cubicBezTo>
                      <a:pt x="0" y="21"/>
                      <a:pt x="0" y="22"/>
                      <a:pt x="0" y="22"/>
                    </a:cubicBezTo>
                    <a:cubicBezTo>
                      <a:pt x="3" y="25"/>
                      <a:pt x="12" y="32"/>
                      <a:pt x="15" y="35"/>
                    </a:cubicBezTo>
                    <a:cubicBezTo>
                      <a:pt x="15" y="35"/>
                      <a:pt x="15" y="36"/>
                      <a:pt x="15" y="36"/>
                    </a:cubicBezTo>
                    <a:cubicBezTo>
                      <a:pt x="8" y="52"/>
                      <a:pt x="8" y="52"/>
                      <a:pt x="8" y="52"/>
                    </a:cubicBezTo>
                    <a:cubicBezTo>
                      <a:pt x="8" y="52"/>
                      <a:pt x="8" y="53"/>
                      <a:pt x="8" y="54"/>
                    </a:cubicBezTo>
                    <a:cubicBezTo>
                      <a:pt x="13" y="60"/>
                      <a:pt x="13" y="60"/>
                      <a:pt x="13" y="60"/>
                    </a:cubicBezTo>
                    <a:cubicBezTo>
                      <a:pt x="14" y="61"/>
                      <a:pt x="15" y="62"/>
                      <a:pt x="16" y="62"/>
                    </a:cubicBezTo>
                    <a:cubicBezTo>
                      <a:pt x="17" y="62"/>
                      <a:pt x="18" y="62"/>
                      <a:pt x="19" y="61"/>
                    </a:cubicBezTo>
                    <a:cubicBezTo>
                      <a:pt x="21" y="60"/>
                      <a:pt x="21" y="57"/>
                      <a:pt x="20" y="55"/>
                    </a:cubicBezTo>
                    <a:cubicBezTo>
                      <a:pt x="18" y="53"/>
                      <a:pt x="18" y="53"/>
                      <a:pt x="18" y="53"/>
                    </a:cubicBezTo>
                    <a:cubicBezTo>
                      <a:pt x="18" y="52"/>
                      <a:pt x="18" y="51"/>
                      <a:pt x="18" y="51"/>
                    </a:cubicBezTo>
                    <a:cubicBezTo>
                      <a:pt x="25" y="34"/>
                      <a:pt x="25" y="34"/>
                      <a:pt x="25" y="34"/>
                    </a:cubicBezTo>
                    <a:cubicBezTo>
                      <a:pt x="25" y="33"/>
                      <a:pt x="25" y="33"/>
                      <a:pt x="25" y="32"/>
                    </a:cubicBezTo>
                    <a:cubicBezTo>
                      <a:pt x="23" y="31"/>
                      <a:pt x="19" y="27"/>
                      <a:pt x="17" y="25"/>
                    </a:cubicBezTo>
                    <a:cubicBezTo>
                      <a:pt x="17" y="24"/>
                      <a:pt x="17" y="24"/>
                      <a:pt x="17" y="23"/>
                    </a:cubicBezTo>
                    <a:cubicBezTo>
                      <a:pt x="26" y="14"/>
                      <a:pt x="26" y="14"/>
                      <a:pt x="26" y="14"/>
                    </a:cubicBezTo>
                    <a:cubicBezTo>
                      <a:pt x="26" y="14"/>
                      <a:pt x="27" y="14"/>
                      <a:pt x="27" y="15"/>
                    </a:cubicBezTo>
                    <a:lnTo>
                      <a:pt x="36" y="22"/>
                    </a:lnTo>
                    <a:close/>
                  </a:path>
                </a:pathLst>
              </a:custGeom>
              <a:solidFill>
                <a:schemeClr val="accent4"/>
              </a:solidFill>
              <a:ln>
                <a:noFill/>
              </a:ln>
            </p:spPr>
            <p:txBody>
              <a:bodyPr anchor="ctr"/>
              <a:lstStyle/>
              <a:p>
                <a:pPr algn="ctr">
                  <a:lnSpc>
                    <a:spcPct val="120000"/>
                  </a:lnSpc>
                </a:pPr>
                <a:endParaRPr sz="3200">
                  <a:cs typeface="+mn-ea"/>
                  <a:sym typeface="+mn-lt"/>
                </a:endParaRPr>
              </a:p>
            </p:txBody>
          </p:sp>
          <p:sp>
            <p:nvSpPr>
              <p:cNvPr id="71" name="i$ḻîḋe">
                <a:extLst>
                  <a:ext uri="{FF2B5EF4-FFF2-40B4-BE49-F238E27FC236}">
                    <a16:creationId xmlns:a16="http://schemas.microsoft.com/office/drawing/2014/main" id="{A72F70E9-54FE-469C-9572-9B1B7B69C3D0}"/>
                  </a:ext>
                </a:extLst>
              </p:cNvPr>
              <p:cNvSpPr/>
              <p:nvPr/>
            </p:nvSpPr>
            <p:spPr bwMode="auto">
              <a:xfrm>
                <a:off x="6885293" y="2622517"/>
                <a:ext cx="34783" cy="39526"/>
              </a:xfrm>
              <a:custGeom>
                <a:avLst/>
                <a:gdLst>
                  <a:gd name="T0" fmla="*/ 0 w 6"/>
                  <a:gd name="T1" fmla="*/ 7 h 7"/>
                  <a:gd name="T2" fmla="*/ 6 w 6"/>
                  <a:gd name="T3" fmla="*/ 7 h 7"/>
                  <a:gd name="T4" fmla="*/ 6 w 6"/>
                  <a:gd name="T5" fmla="*/ 0 h 7"/>
                  <a:gd name="T6" fmla="*/ 0 w 6"/>
                  <a:gd name="T7" fmla="*/ 7 h 7"/>
                </a:gdLst>
                <a:ahLst/>
                <a:cxnLst>
                  <a:cxn ang="0">
                    <a:pos x="T0" y="T1"/>
                  </a:cxn>
                  <a:cxn ang="0">
                    <a:pos x="T2" y="T3"/>
                  </a:cxn>
                  <a:cxn ang="0">
                    <a:pos x="T4" y="T5"/>
                  </a:cxn>
                  <a:cxn ang="0">
                    <a:pos x="T6" y="T7"/>
                  </a:cxn>
                </a:cxnLst>
                <a:rect l="0" t="0" r="r" b="b"/>
                <a:pathLst>
                  <a:path w="6" h="7">
                    <a:moveTo>
                      <a:pt x="0" y="7"/>
                    </a:moveTo>
                    <a:cubicBezTo>
                      <a:pt x="6" y="7"/>
                      <a:pt x="6" y="7"/>
                      <a:pt x="6" y="7"/>
                    </a:cubicBezTo>
                    <a:cubicBezTo>
                      <a:pt x="6" y="0"/>
                      <a:pt x="6" y="0"/>
                      <a:pt x="6" y="0"/>
                    </a:cubicBezTo>
                    <a:cubicBezTo>
                      <a:pt x="4" y="3"/>
                      <a:pt x="2" y="5"/>
                      <a:pt x="0" y="7"/>
                    </a:cubicBezTo>
                    <a:close/>
                  </a:path>
                </a:pathLst>
              </a:custGeom>
              <a:solidFill>
                <a:schemeClr val="accent4"/>
              </a:solidFill>
              <a:ln>
                <a:noFill/>
              </a:ln>
              <a:extLst>
                <a:ext uri="{91240B29-F687-4f45-9708-019B960494DF}">
                  <a14:hiddenLine xmlns="" xmlns:lc="http://schemas.openxmlformats.org/drawingml/2006/lockedCanvas" xmlns:a14="http://schemas.microsoft.com/office/drawing/2010/main" xmlns:p14="http://schemas.microsoft.com/office/powerpoint/2010/main" xmlns:a16="http://schemas.microsoft.com/office/drawing/2014/main" w="9525">
                    <a:solidFill>
                      <a:srgbClr val="000000"/>
                    </a:solidFill>
                    <a:round/>
                    <a:headEnd/>
                    <a:tailEnd/>
                  </a14:hiddenLine>
                </a:ext>
              </a:extLst>
            </p:spPr>
            <p:txBody>
              <a:bodyPr anchor="ctr"/>
              <a:lstStyle/>
              <a:p>
                <a:pPr algn="ctr">
                  <a:lnSpc>
                    <a:spcPct val="120000"/>
                  </a:lnSpc>
                </a:pPr>
                <a:endParaRPr sz="3200">
                  <a:cs typeface="+mn-ea"/>
                  <a:sym typeface="+mn-lt"/>
                </a:endParaRPr>
              </a:p>
            </p:txBody>
          </p:sp>
          <p:sp>
            <p:nvSpPr>
              <p:cNvPr id="72" name="íṥḷíḋè">
                <a:extLst>
                  <a:ext uri="{FF2B5EF4-FFF2-40B4-BE49-F238E27FC236}">
                    <a16:creationId xmlns:a16="http://schemas.microsoft.com/office/drawing/2014/main" id="{54D8B9D8-72A3-48B9-8351-815C133123E3}"/>
                  </a:ext>
                </a:extLst>
              </p:cNvPr>
              <p:cNvSpPr/>
              <p:nvPr/>
            </p:nvSpPr>
            <p:spPr bwMode="auto">
              <a:xfrm>
                <a:off x="7637883" y="5055788"/>
                <a:ext cx="188147" cy="188148"/>
              </a:xfrm>
              <a:custGeom>
                <a:avLst/>
                <a:gdLst>
                  <a:gd name="T0" fmla="*/ 8 w 33"/>
                  <a:gd name="T1" fmla="*/ 30 h 33"/>
                  <a:gd name="T2" fmla="*/ 17 w 33"/>
                  <a:gd name="T3" fmla="*/ 33 h 33"/>
                  <a:gd name="T4" fmla="*/ 33 w 33"/>
                  <a:gd name="T5" fmla="*/ 17 h 33"/>
                  <a:gd name="T6" fmla="*/ 17 w 33"/>
                  <a:gd name="T7" fmla="*/ 0 h 33"/>
                  <a:gd name="T8" fmla="*/ 0 w 33"/>
                  <a:gd name="T9" fmla="*/ 14 h 33"/>
                  <a:gd name="T10" fmla="*/ 17 w 33"/>
                  <a:gd name="T11" fmla="*/ 14 h 33"/>
                  <a:gd name="T12" fmla="*/ 22 w 33"/>
                  <a:gd name="T13" fmla="*/ 14 h 33"/>
                  <a:gd name="T14" fmla="*/ 18 w 33"/>
                  <a:gd name="T15" fmla="*/ 18 h 33"/>
                  <a:gd name="T16" fmla="*/ 8 w 33"/>
                  <a:gd name="T17" fmla="*/ 3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 h="33">
                    <a:moveTo>
                      <a:pt x="8" y="30"/>
                    </a:moveTo>
                    <a:cubicBezTo>
                      <a:pt x="10" y="32"/>
                      <a:pt x="13" y="33"/>
                      <a:pt x="17" y="33"/>
                    </a:cubicBezTo>
                    <a:cubicBezTo>
                      <a:pt x="26" y="33"/>
                      <a:pt x="33" y="26"/>
                      <a:pt x="33" y="17"/>
                    </a:cubicBezTo>
                    <a:cubicBezTo>
                      <a:pt x="33" y="7"/>
                      <a:pt x="26" y="0"/>
                      <a:pt x="17" y="0"/>
                    </a:cubicBezTo>
                    <a:cubicBezTo>
                      <a:pt x="8" y="0"/>
                      <a:pt x="1" y="6"/>
                      <a:pt x="0" y="14"/>
                    </a:cubicBezTo>
                    <a:cubicBezTo>
                      <a:pt x="17" y="14"/>
                      <a:pt x="17" y="14"/>
                      <a:pt x="17" y="14"/>
                    </a:cubicBezTo>
                    <a:cubicBezTo>
                      <a:pt x="22" y="14"/>
                      <a:pt x="22" y="14"/>
                      <a:pt x="22" y="14"/>
                    </a:cubicBezTo>
                    <a:cubicBezTo>
                      <a:pt x="18" y="18"/>
                      <a:pt x="18" y="18"/>
                      <a:pt x="18" y="18"/>
                    </a:cubicBezTo>
                    <a:lnTo>
                      <a:pt x="8" y="30"/>
                    </a:lnTo>
                    <a:close/>
                  </a:path>
                </a:pathLst>
              </a:custGeom>
              <a:solidFill>
                <a:schemeClr val="accent4"/>
              </a:solidFill>
              <a:ln>
                <a:noFill/>
              </a:ln>
            </p:spPr>
            <p:txBody>
              <a:bodyPr anchor="ctr"/>
              <a:lstStyle/>
              <a:p>
                <a:pPr algn="ctr">
                  <a:lnSpc>
                    <a:spcPct val="120000"/>
                  </a:lnSpc>
                </a:pPr>
                <a:endParaRPr sz="3200">
                  <a:cs typeface="+mn-ea"/>
                  <a:sym typeface="+mn-lt"/>
                </a:endParaRPr>
              </a:p>
            </p:txBody>
          </p:sp>
          <p:sp>
            <p:nvSpPr>
              <p:cNvPr id="73" name="îšļiḑé">
                <a:extLst>
                  <a:ext uri="{FF2B5EF4-FFF2-40B4-BE49-F238E27FC236}">
                    <a16:creationId xmlns:a16="http://schemas.microsoft.com/office/drawing/2014/main" id="{63B931F1-9E1C-4F1D-8DE0-A0DC0582FA78}"/>
                  </a:ext>
                </a:extLst>
              </p:cNvPr>
              <p:cNvSpPr/>
              <p:nvPr/>
            </p:nvSpPr>
            <p:spPr bwMode="auto">
              <a:xfrm>
                <a:off x="7346967" y="5152233"/>
                <a:ext cx="387363" cy="273525"/>
              </a:xfrm>
              <a:custGeom>
                <a:avLst/>
                <a:gdLst>
                  <a:gd name="T0" fmla="*/ 30 w 68"/>
                  <a:gd name="T1" fmla="*/ 34 h 48"/>
                  <a:gd name="T2" fmla="*/ 30 w 68"/>
                  <a:gd name="T3" fmla="*/ 35 h 48"/>
                  <a:gd name="T4" fmla="*/ 30 w 68"/>
                  <a:gd name="T5" fmla="*/ 37 h 48"/>
                  <a:gd name="T6" fmla="*/ 30 w 68"/>
                  <a:gd name="T7" fmla="*/ 44 h 48"/>
                  <a:gd name="T8" fmla="*/ 37 w 68"/>
                  <a:gd name="T9" fmla="*/ 48 h 48"/>
                  <a:gd name="T10" fmla="*/ 37 w 68"/>
                  <a:gd name="T11" fmla="*/ 37 h 48"/>
                  <a:gd name="T12" fmla="*/ 37 w 68"/>
                  <a:gd name="T13" fmla="*/ 35 h 48"/>
                  <a:gd name="T14" fmla="*/ 37 w 68"/>
                  <a:gd name="T15" fmla="*/ 34 h 48"/>
                  <a:gd name="T16" fmla="*/ 57 w 68"/>
                  <a:gd name="T17" fmla="*/ 12 h 48"/>
                  <a:gd name="T18" fmla="*/ 68 w 68"/>
                  <a:gd name="T19" fmla="*/ 0 h 48"/>
                  <a:gd name="T20" fmla="*/ 51 w 68"/>
                  <a:gd name="T21" fmla="*/ 0 h 48"/>
                  <a:gd name="T22" fmla="*/ 0 w 68"/>
                  <a:gd name="T23" fmla="*/ 0 h 48"/>
                  <a:gd name="T24" fmla="*/ 30 w 68"/>
                  <a:gd name="T25" fmla="*/ 34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8" h="48">
                    <a:moveTo>
                      <a:pt x="30" y="34"/>
                    </a:moveTo>
                    <a:cubicBezTo>
                      <a:pt x="30" y="35"/>
                      <a:pt x="30" y="35"/>
                      <a:pt x="30" y="35"/>
                    </a:cubicBezTo>
                    <a:cubicBezTo>
                      <a:pt x="30" y="37"/>
                      <a:pt x="30" y="37"/>
                      <a:pt x="30" y="37"/>
                    </a:cubicBezTo>
                    <a:cubicBezTo>
                      <a:pt x="30" y="44"/>
                      <a:pt x="30" y="44"/>
                      <a:pt x="30" y="44"/>
                    </a:cubicBezTo>
                    <a:cubicBezTo>
                      <a:pt x="33" y="45"/>
                      <a:pt x="35" y="47"/>
                      <a:pt x="37" y="48"/>
                    </a:cubicBezTo>
                    <a:cubicBezTo>
                      <a:pt x="37" y="37"/>
                      <a:pt x="37" y="37"/>
                      <a:pt x="37" y="37"/>
                    </a:cubicBezTo>
                    <a:cubicBezTo>
                      <a:pt x="37" y="35"/>
                      <a:pt x="37" y="35"/>
                      <a:pt x="37" y="35"/>
                    </a:cubicBezTo>
                    <a:cubicBezTo>
                      <a:pt x="37" y="34"/>
                      <a:pt x="37" y="34"/>
                      <a:pt x="37" y="34"/>
                    </a:cubicBezTo>
                    <a:cubicBezTo>
                      <a:pt x="57" y="12"/>
                      <a:pt x="57" y="12"/>
                      <a:pt x="57" y="12"/>
                    </a:cubicBezTo>
                    <a:cubicBezTo>
                      <a:pt x="68" y="0"/>
                      <a:pt x="68" y="0"/>
                      <a:pt x="68" y="0"/>
                    </a:cubicBezTo>
                    <a:cubicBezTo>
                      <a:pt x="51" y="0"/>
                      <a:pt x="51" y="0"/>
                      <a:pt x="51" y="0"/>
                    </a:cubicBezTo>
                    <a:cubicBezTo>
                      <a:pt x="0" y="0"/>
                      <a:pt x="0" y="0"/>
                      <a:pt x="0" y="0"/>
                    </a:cubicBezTo>
                    <a:lnTo>
                      <a:pt x="30" y="34"/>
                    </a:lnTo>
                    <a:close/>
                  </a:path>
                </a:pathLst>
              </a:custGeom>
              <a:solidFill>
                <a:schemeClr val="accent4"/>
              </a:solidFill>
              <a:ln>
                <a:noFill/>
              </a:ln>
            </p:spPr>
            <p:txBody>
              <a:bodyPr anchor="ctr"/>
              <a:lstStyle/>
              <a:p>
                <a:pPr algn="ctr">
                  <a:lnSpc>
                    <a:spcPct val="120000"/>
                  </a:lnSpc>
                </a:pPr>
                <a:endParaRPr sz="3200">
                  <a:cs typeface="+mn-ea"/>
                  <a:sym typeface="+mn-lt"/>
                </a:endParaRPr>
              </a:p>
            </p:txBody>
          </p:sp>
          <p:sp>
            <p:nvSpPr>
              <p:cNvPr id="74" name="íşľiḋe">
                <a:extLst>
                  <a:ext uri="{FF2B5EF4-FFF2-40B4-BE49-F238E27FC236}">
                    <a16:creationId xmlns:a16="http://schemas.microsoft.com/office/drawing/2014/main" id="{2C37A609-1D1D-4B97-9ECE-F69A8A515E87}"/>
                  </a:ext>
                </a:extLst>
              </p:cNvPr>
              <p:cNvSpPr/>
              <p:nvPr/>
            </p:nvSpPr>
            <p:spPr bwMode="auto">
              <a:xfrm>
                <a:off x="6565917" y="2889718"/>
                <a:ext cx="308309" cy="347836"/>
              </a:xfrm>
              <a:custGeom>
                <a:avLst/>
                <a:gdLst>
                  <a:gd name="T0" fmla="*/ 0 w 54"/>
                  <a:gd name="T1" fmla="*/ 61 h 61"/>
                  <a:gd name="T2" fmla="*/ 11 w 54"/>
                  <a:gd name="T3" fmla="*/ 50 h 61"/>
                  <a:gd name="T4" fmla="*/ 11 w 54"/>
                  <a:gd name="T5" fmla="*/ 50 h 61"/>
                  <a:gd name="T6" fmla="*/ 11 w 54"/>
                  <a:gd name="T7" fmla="*/ 32 h 61"/>
                  <a:gd name="T8" fmla="*/ 0 w 54"/>
                  <a:gd name="T9" fmla="*/ 61 h 61"/>
                  <a:gd name="T10" fmla="*/ 0 w 54"/>
                  <a:gd name="T11" fmla="*/ 61 h 61"/>
                  <a:gd name="T12" fmla="*/ 20 w 54"/>
                  <a:gd name="T13" fmla="*/ 14 h 61"/>
                  <a:gd name="T14" fmla="*/ 47 w 54"/>
                  <a:gd name="T15" fmla="*/ 14 h 61"/>
                  <a:gd name="T16" fmla="*/ 47 w 54"/>
                  <a:gd name="T17" fmla="*/ 40 h 61"/>
                  <a:gd name="T18" fmla="*/ 43 w 54"/>
                  <a:gd name="T19" fmla="*/ 39 h 61"/>
                  <a:gd name="T20" fmla="*/ 32 w 54"/>
                  <a:gd name="T21" fmla="*/ 50 h 61"/>
                  <a:gd name="T22" fmla="*/ 43 w 54"/>
                  <a:gd name="T23" fmla="*/ 61 h 61"/>
                  <a:gd name="T24" fmla="*/ 54 w 54"/>
                  <a:gd name="T25" fmla="*/ 50 h 61"/>
                  <a:gd name="T26" fmla="*/ 54 w 54"/>
                  <a:gd name="T27" fmla="*/ 50 h 61"/>
                  <a:gd name="T28" fmla="*/ 54 w 54"/>
                  <a:gd name="T29" fmla="*/ 50 h 61"/>
                  <a:gd name="T30" fmla="*/ 54 w 54"/>
                  <a:gd name="T31" fmla="*/ 14 h 61"/>
                  <a:gd name="T32" fmla="*/ 54 w 54"/>
                  <a:gd name="T33" fmla="*/ 0 h 61"/>
                  <a:gd name="T34" fmla="*/ 47 w 54"/>
                  <a:gd name="T35" fmla="*/ 0 h 61"/>
                  <a:gd name="T36" fmla="*/ 28 w 54"/>
                  <a:gd name="T37" fmla="*/ 0 h 61"/>
                  <a:gd name="T38" fmla="*/ 20 w 54"/>
                  <a:gd name="T39" fmla="*/ 14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4" h="61">
                    <a:moveTo>
                      <a:pt x="0" y="61"/>
                    </a:moveTo>
                    <a:cubicBezTo>
                      <a:pt x="6" y="61"/>
                      <a:pt x="11" y="56"/>
                      <a:pt x="11" y="50"/>
                    </a:cubicBezTo>
                    <a:cubicBezTo>
                      <a:pt x="11" y="50"/>
                      <a:pt x="11" y="50"/>
                      <a:pt x="11" y="50"/>
                    </a:cubicBezTo>
                    <a:cubicBezTo>
                      <a:pt x="11" y="32"/>
                      <a:pt x="11" y="32"/>
                      <a:pt x="11" y="32"/>
                    </a:cubicBezTo>
                    <a:cubicBezTo>
                      <a:pt x="7" y="42"/>
                      <a:pt x="3" y="51"/>
                      <a:pt x="0" y="61"/>
                    </a:cubicBezTo>
                    <a:cubicBezTo>
                      <a:pt x="0" y="61"/>
                      <a:pt x="0" y="61"/>
                      <a:pt x="0" y="61"/>
                    </a:cubicBezTo>
                    <a:close/>
                    <a:moveTo>
                      <a:pt x="20" y="14"/>
                    </a:moveTo>
                    <a:cubicBezTo>
                      <a:pt x="47" y="14"/>
                      <a:pt x="47" y="14"/>
                      <a:pt x="47" y="14"/>
                    </a:cubicBezTo>
                    <a:cubicBezTo>
                      <a:pt x="47" y="40"/>
                      <a:pt x="47" y="40"/>
                      <a:pt x="47" y="40"/>
                    </a:cubicBezTo>
                    <a:cubicBezTo>
                      <a:pt x="46" y="39"/>
                      <a:pt x="44" y="39"/>
                      <a:pt x="43" y="39"/>
                    </a:cubicBezTo>
                    <a:cubicBezTo>
                      <a:pt x="37" y="39"/>
                      <a:pt x="32" y="44"/>
                      <a:pt x="32" y="50"/>
                    </a:cubicBezTo>
                    <a:cubicBezTo>
                      <a:pt x="32" y="56"/>
                      <a:pt x="37" y="61"/>
                      <a:pt x="43" y="61"/>
                    </a:cubicBezTo>
                    <a:cubicBezTo>
                      <a:pt x="49" y="61"/>
                      <a:pt x="54" y="56"/>
                      <a:pt x="54" y="50"/>
                    </a:cubicBezTo>
                    <a:cubicBezTo>
                      <a:pt x="54" y="50"/>
                      <a:pt x="54" y="50"/>
                      <a:pt x="54" y="50"/>
                    </a:cubicBezTo>
                    <a:cubicBezTo>
                      <a:pt x="54" y="50"/>
                      <a:pt x="54" y="50"/>
                      <a:pt x="54" y="50"/>
                    </a:cubicBezTo>
                    <a:cubicBezTo>
                      <a:pt x="54" y="14"/>
                      <a:pt x="54" y="14"/>
                      <a:pt x="54" y="14"/>
                    </a:cubicBezTo>
                    <a:cubicBezTo>
                      <a:pt x="54" y="0"/>
                      <a:pt x="54" y="0"/>
                      <a:pt x="54" y="0"/>
                    </a:cubicBezTo>
                    <a:cubicBezTo>
                      <a:pt x="47" y="0"/>
                      <a:pt x="47" y="0"/>
                      <a:pt x="47" y="0"/>
                    </a:cubicBezTo>
                    <a:cubicBezTo>
                      <a:pt x="28" y="0"/>
                      <a:pt x="28" y="0"/>
                      <a:pt x="28" y="0"/>
                    </a:cubicBezTo>
                    <a:cubicBezTo>
                      <a:pt x="25" y="5"/>
                      <a:pt x="22" y="9"/>
                      <a:pt x="20" y="14"/>
                    </a:cubicBezTo>
                    <a:close/>
                  </a:path>
                </a:pathLst>
              </a:custGeom>
              <a:solidFill>
                <a:schemeClr val="accent4"/>
              </a:solidFill>
              <a:ln>
                <a:noFill/>
              </a:ln>
            </p:spPr>
            <p:txBody>
              <a:bodyPr anchor="ctr"/>
              <a:lstStyle/>
              <a:p>
                <a:pPr algn="ctr">
                  <a:lnSpc>
                    <a:spcPct val="120000"/>
                  </a:lnSpc>
                </a:pPr>
                <a:endParaRPr sz="3200">
                  <a:cs typeface="+mn-ea"/>
                  <a:sym typeface="+mn-lt"/>
                </a:endParaRPr>
              </a:p>
            </p:txBody>
          </p:sp>
          <p:sp>
            <p:nvSpPr>
              <p:cNvPr id="75" name="íŝļïďè">
                <a:extLst>
                  <a:ext uri="{FF2B5EF4-FFF2-40B4-BE49-F238E27FC236}">
                    <a16:creationId xmlns:a16="http://schemas.microsoft.com/office/drawing/2014/main" id="{9BAD6890-91A9-4A04-B20B-0080AFE4BE29}"/>
                  </a:ext>
                </a:extLst>
              </p:cNvPr>
              <p:cNvSpPr/>
              <p:nvPr/>
            </p:nvSpPr>
            <p:spPr bwMode="auto">
              <a:xfrm>
                <a:off x="8594432" y="2080209"/>
                <a:ext cx="439538" cy="354160"/>
              </a:xfrm>
              <a:custGeom>
                <a:avLst/>
                <a:gdLst>
                  <a:gd name="T0" fmla="*/ 11 w 77"/>
                  <a:gd name="T1" fmla="*/ 48 h 62"/>
                  <a:gd name="T2" fmla="*/ 32 w 77"/>
                  <a:gd name="T3" fmla="*/ 37 h 62"/>
                  <a:gd name="T4" fmla="*/ 36 w 77"/>
                  <a:gd name="T5" fmla="*/ 37 h 62"/>
                  <a:gd name="T6" fmla="*/ 36 w 77"/>
                  <a:gd name="T7" fmla="*/ 41 h 62"/>
                  <a:gd name="T8" fmla="*/ 36 w 77"/>
                  <a:gd name="T9" fmla="*/ 50 h 62"/>
                  <a:gd name="T10" fmla="*/ 35 w 77"/>
                  <a:gd name="T11" fmla="*/ 62 h 62"/>
                  <a:gd name="T12" fmla="*/ 42 w 77"/>
                  <a:gd name="T13" fmla="*/ 62 h 62"/>
                  <a:gd name="T14" fmla="*/ 41 w 77"/>
                  <a:gd name="T15" fmla="*/ 50 h 62"/>
                  <a:gd name="T16" fmla="*/ 41 w 77"/>
                  <a:gd name="T17" fmla="*/ 41 h 62"/>
                  <a:gd name="T18" fmla="*/ 41 w 77"/>
                  <a:gd name="T19" fmla="*/ 37 h 62"/>
                  <a:gd name="T20" fmla="*/ 45 w 77"/>
                  <a:gd name="T21" fmla="*/ 37 h 62"/>
                  <a:gd name="T22" fmla="*/ 66 w 77"/>
                  <a:gd name="T23" fmla="*/ 48 h 62"/>
                  <a:gd name="T24" fmla="*/ 74 w 77"/>
                  <a:gd name="T25" fmla="*/ 40 h 62"/>
                  <a:gd name="T26" fmla="*/ 74 w 77"/>
                  <a:gd name="T27" fmla="*/ 20 h 62"/>
                  <a:gd name="T28" fmla="*/ 60 w 77"/>
                  <a:gd name="T29" fmla="*/ 14 h 62"/>
                  <a:gd name="T30" fmla="*/ 43 w 77"/>
                  <a:gd name="T31" fmla="*/ 30 h 62"/>
                  <a:gd name="T32" fmla="*/ 42 w 77"/>
                  <a:gd name="T33" fmla="*/ 28 h 62"/>
                  <a:gd name="T34" fmla="*/ 46 w 77"/>
                  <a:gd name="T35" fmla="*/ 19 h 62"/>
                  <a:gd name="T36" fmla="*/ 52 w 77"/>
                  <a:gd name="T37" fmla="*/ 11 h 62"/>
                  <a:gd name="T38" fmla="*/ 22 w 77"/>
                  <a:gd name="T39" fmla="*/ 0 h 62"/>
                  <a:gd name="T40" fmla="*/ 30 w 77"/>
                  <a:gd name="T41" fmla="*/ 19 h 62"/>
                  <a:gd name="T42" fmla="*/ 35 w 77"/>
                  <a:gd name="T43" fmla="*/ 28 h 62"/>
                  <a:gd name="T44" fmla="*/ 34 w 77"/>
                  <a:gd name="T45" fmla="*/ 30 h 62"/>
                  <a:gd name="T46" fmla="*/ 8 w 77"/>
                  <a:gd name="T47" fmla="*/ 13 h 62"/>
                  <a:gd name="T48" fmla="*/ 2 w 77"/>
                  <a:gd name="T49" fmla="*/ 40 h 62"/>
                  <a:gd name="T50" fmla="*/ 11 w 77"/>
                  <a:gd name="T51" fmla="*/ 48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7" h="62">
                    <a:moveTo>
                      <a:pt x="11" y="48"/>
                    </a:moveTo>
                    <a:cubicBezTo>
                      <a:pt x="19" y="49"/>
                      <a:pt x="25" y="41"/>
                      <a:pt x="32" y="37"/>
                    </a:cubicBezTo>
                    <a:cubicBezTo>
                      <a:pt x="33" y="37"/>
                      <a:pt x="35" y="35"/>
                      <a:pt x="36" y="37"/>
                    </a:cubicBezTo>
                    <a:cubicBezTo>
                      <a:pt x="36" y="38"/>
                      <a:pt x="36" y="40"/>
                      <a:pt x="36" y="41"/>
                    </a:cubicBezTo>
                    <a:cubicBezTo>
                      <a:pt x="36" y="44"/>
                      <a:pt x="36" y="47"/>
                      <a:pt x="36" y="50"/>
                    </a:cubicBezTo>
                    <a:cubicBezTo>
                      <a:pt x="36" y="53"/>
                      <a:pt x="35" y="59"/>
                      <a:pt x="35" y="62"/>
                    </a:cubicBezTo>
                    <a:cubicBezTo>
                      <a:pt x="42" y="62"/>
                      <a:pt x="42" y="62"/>
                      <a:pt x="42" y="62"/>
                    </a:cubicBezTo>
                    <a:cubicBezTo>
                      <a:pt x="41" y="59"/>
                      <a:pt x="41" y="53"/>
                      <a:pt x="41" y="50"/>
                    </a:cubicBezTo>
                    <a:cubicBezTo>
                      <a:pt x="41" y="47"/>
                      <a:pt x="41" y="44"/>
                      <a:pt x="41" y="41"/>
                    </a:cubicBezTo>
                    <a:cubicBezTo>
                      <a:pt x="41" y="40"/>
                      <a:pt x="40" y="38"/>
                      <a:pt x="41" y="37"/>
                    </a:cubicBezTo>
                    <a:cubicBezTo>
                      <a:pt x="42" y="35"/>
                      <a:pt x="44" y="37"/>
                      <a:pt x="45" y="37"/>
                    </a:cubicBezTo>
                    <a:cubicBezTo>
                      <a:pt x="51" y="41"/>
                      <a:pt x="58" y="49"/>
                      <a:pt x="66" y="48"/>
                    </a:cubicBezTo>
                    <a:cubicBezTo>
                      <a:pt x="70" y="48"/>
                      <a:pt x="73" y="44"/>
                      <a:pt x="74" y="40"/>
                    </a:cubicBezTo>
                    <a:cubicBezTo>
                      <a:pt x="76" y="35"/>
                      <a:pt x="77" y="26"/>
                      <a:pt x="74" y="20"/>
                    </a:cubicBezTo>
                    <a:cubicBezTo>
                      <a:pt x="70" y="18"/>
                      <a:pt x="65" y="16"/>
                      <a:pt x="60" y="14"/>
                    </a:cubicBezTo>
                    <a:cubicBezTo>
                      <a:pt x="54" y="18"/>
                      <a:pt x="50" y="29"/>
                      <a:pt x="43" y="30"/>
                    </a:cubicBezTo>
                    <a:cubicBezTo>
                      <a:pt x="41" y="30"/>
                      <a:pt x="41" y="29"/>
                      <a:pt x="42" y="28"/>
                    </a:cubicBezTo>
                    <a:cubicBezTo>
                      <a:pt x="43" y="24"/>
                      <a:pt x="44" y="21"/>
                      <a:pt x="46" y="19"/>
                    </a:cubicBezTo>
                    <a:cubicBezTo>
                      <a:pt x="48" y="16"/>
                      <a:pt x="50" y="14"/>
                      <a:pt x="52" y="11"/>
                    </a:cubicBezTo>
                    <a:cubicBezTo>
                      <a:pt x="42" y="7"/>
                      <a:pt x="32" y="3"/>
                      <a:pt x="22" y="0"/>
                    </a:cubicBezTo>
                    <a:cubicBezTo>
                      <a:pt x="21" y="7"/>
                      <a:pt x="27" y="14"/>
                      <a:pt x="30" y="19"/>
                    </a:cubicBezTo>
                    <a:cubicBezTo>
                      <a:pt x="32" y="21"/>
                      <a:pt x="34" y="24"/>
                      <a:pt x="35" y="28"/>
                    </a:cubicBezTo>
                    <a:cubicBezTo>
                      <a:pt x="36" y="29"/>
                      <a:pt x="36" y="30"/>
                      <a:pt x="34" y="30"/>
                    </a:cubicBezTo>
                    <a:cubicBezTo>
                      <a:pt x="24" y="29"/>
                      <a:pt x="20" y="6"/>
                      <a:pt x="8" y="13"/>
                    </a:cubicBezTo>
                    <a:cubicBezTo>
                      <a:pt x="0" y="18"/>
                      <a:pt x="0" y="32"/>
                      <a:pt x="2" y="40"/>
                    </a:cubicBezTo>
                    <a:cubicBezTo>
                      <a:pt x="4" y="44"/>
                      <a:pt x="6" y="48"/>
                      <a:pt x="11" y="48"/>
                    </a:cubicBezTo>
                    <a:close/>
                  </a:path>
                </a:pathLst>
              </a:custGeom>
              <a:solidFill>
                <a:schemeClr val="accent4"/>
              </a:solidFill>
              <a:ln>
                <a:noFill/>
              </a:ln>
            </p:spPr>
            <p:txBody>
              <a:bodyPr anchor="ctr"/>
              <a:lstStyle/>
              <a:p>
                <a:pPr algn="ctr">
                  <a:lnSpc>
                    <a:spcPct val="120000"/>
                  </a:lnSpc>
                </a:pPr>
                <a:endParaRPr sz="3200">
                  <a:cs typeface="+mn-ea"/>
                  <a:sym typeface="+mn-lt"/>
                </a:endParaRPr>
              </a:p>
            </p:txBody>
          </p:sp>
          <p:sp>
            <p:nvSpPr>
              <p:cNvPr id="76" name="išļîdê">
                <a:extLst>
                  <a:ext uri="{FF2B5EF4-FFF2-40B4-BE49-F238E27FC236}">
                    <a16:creationId xmlns:a16="http://schemas.microsoft.com/office/drawing/2014/main" id="{0EE33D66-4B26-451A-A65E-9ADD484EDDCF}"/>
                  </a:ext>
                </a:extLst>
              </p:cNvPr>
              <p:cNvSpPr/>
              <p:nvPr/>
            </p:nvSpPr>
            <p:spPr bwMode="auto">
              <a:xfrm>
                <a:off x="9876682" y="3613849"/>
                <a:ext cx="131229" cy="131229"/>
              </a:xfrm>
              <a:custGeom>
                <a:avLst/>
                <a:gdLst>
                  <a:gd name="T0" fmla="*/ 11 w 23"/>
                  <a:gd name="T1" fmla="*/ 23 h 23"/>
                  <a:gd name="T2" fmla="*/ 11 w 23"/>
                  <a:gd name="T3" fmla="*/ 23 h 23"/>
                  <a:gd name="T4" fmla="*/ 23 w 23"/>
                  <a:gd name="T5" fmla="*/ 11 h 23"/>
                  <a:gd name="T6" fmla="*/ 11 w 23"/>
                  <a:gd name="T7" fmla="*/ 0 h 23"/>
                  <a:gd name="T8" fmla="*/ 0 w 23"/>
                  <a:gd name="T9" fmla="*/ 11 h 23"/>
                  <a:gd name="T10" fmla="*/ 6 w 23"/>
                  <a:gd name="T11" fmla="*/ 15 h 23"/>
                  <a:gd name="T12" fmla="*/ 11 w 23"/>
                  <a:gd name="T13" fmla="*/ 23 h 23"/>
                </a:gdLst>
                <a:ahLst/>
                <a:cxnLst>
                  <a:cxn ang="0">
                    <a:pos x="T0" y="T1"/>
                  </a:cxn>
                  <a:cxn ang="0">
                    <a:pos x="T2" y="T3"/>
                  </a:cxn>
                  <a:cxn ang="0">
                    <a:pos x="T4" y="T5"/>
                  </a:cxn>
                  <a:cxn ang="0">
                    <a:pos x="T6" y="T7"/>
                  </a:cxn>
                  <a:cxn ang="0">
                    <a:pos x="T8" y="T9"/>
                  </a:cxn>
                  <a:cxn ang="0">
                    <a:pos x="T10" y="T11"/>
                  </a:cxn>
                  <a:cxn ang="0">
                    <a:pos x="T12" y="T13"/>
                  </a:cxn>
                </a:cxnLst>
                <a:rect l="0" t="0" r="r" b="b"/>
                <a:pathLst>
                  <a:path w="23" h="23">
                    <a:moveTo>
                      <a:pt x="11" y="23"/>
                    </a:moveTo>
                    <a:cubicBezTo>
                      <a:pt x="11" y="23"/>
                      <a:pt x="11" y="23"/>
                      <a:pt x="11" y="23"/>
                    </a:cubicBezTo>
                    <a:cubicBezTo>
                      <a:pt x="18" y="23"/>
                      <a:pt x="23" y="17"/>
                      <a:pt x="23" y="11"/>
                    </a:cubicBezTo>
                    <a:cubicBezTo>
                      <a:pt x="23" y="5"/>
                      <a:pt x="18" y="0"/>
                      <a:pt x="11" y="0"/>
                    </a:cubicBezTo>
                    <a:cubicBezTo>
                      <a:pt x="5" y="0"/>
                      <a:pt x="0" y="5"/>
                      <a:pt x="0" y="11"/>
                    </a:cubicBezTo>
                    <a:cubicBezTo>
                      <a:pt x="2" y="12"/>
                      <a:pt x="4" y="13"/>
                      <a:pt x="6" y="15"/>
                    </a:cubicBezTo>
                    <a:cubicBezTo>
                      <a:pt x="8" y="17"/>
                      <a:pt x="10" y="20"/>
                      <a:pt x="11" y="23"/>
                    </a:cubicBezTo>
                    <a:close/>
                  </a:path>
                </a:pathLst>
              </a:custGeom>
              <a:solidFill>
                <a:schemeClr val="accent4"/>
              </a:solidFill>
              <a:ln>
                <a:noFill/>
              </a:ln>
            </p:spPr>
            <p:txBody>
              <a:bodyPr anchor="ctr"/>
              <a:lstStyle/>
              <a:p>
                <a:pPr algn="ctr">
                  <a:lnSpc>
                    <a:spcPct val="120000"/>
                  </a:lnSpc>
                </a:pPr>
                <a:endParaRPr sz="3200">
                  <a:cs typeface="+mn-ea"/>
                  <a:sym typeface="+mn-lt"/>
                </a:endParaRPr>
              </a:p>
            </p:txBody>
          </p:sp>
          <p:sp>
            <p:nvSpPr>
              <p:cNvPr id="77" name="íŝliḍé">
                <a:extLst>
                  <a:ext uri="{FF2B5EF4-FFF2-40B4-BE49-F238E27FC236}">
                    <a16:creationId xmlns:a16="http://schemas.microsoft.com/office/drawing/2014/main" id="{D347661E-3629-4ECD-9378-F75166BACA2F}"/>
                  </a:ext>
                </a:extLst>
              </p:cNvPr>
              <p:cNvSpPr/>
              <p:nvPr/>
            </p:nvSpPr>
            <p:spPr bwMode="auto">
              <a:xfrm>
                <a:off x="9922533" y="3574322"/>
                <a:ext cx="34783" cy="28459"/>
              </a:xfrm>
              <a:custGeom>
                <a:avLst/>
                <a:gdLst>
                  <a:gd name="T0" fmla="*/ 22 w 22"/>
                  <a:gd name="T1" fmla="*/ 18 h 18"/>
                  <a:gd name="T2" fmla="*/ 11 w 22"/>
                  <a:gd name="T3" fmla="*/ 0 h 18"/>
                  <a:gd name="T4" fmla="*/ 0 w 22"/>
                  <a:gd name="T5" fmla="*/ 18 h 18"/>
                  <a:gd name="T6" fmla="*/ 22 w 22"/>
                  <a:gd name="T7" fmla="*/ 18 h 18"/>
                </a:gdLst>
                <a:ahLst/>
                <a:cxnLst>
                  <a:cxn ang="0">
                    <a:pos x="T0" y="T1"/>
                  </a:cxn>
                  <a:cxn ang="0">
                    <a:pos x="T2" y="T3"/>
                  </a:cxn>
                  <a:cxn ang="0">
                    <a:pos x="T4" y="T5"/>
                  </a:cxn>
                  <a:cxn ang="0">
                    <a:pos x="T6" y="T7"/>
                  </a:cxn>
                </a:cxnLst>
                <a:rect l="0" t="0" r="r" b="b"/>
                <a:pathLst>
                  <a:path w="22" h="18">
                    <a:moveTo>
                      <a:pt x="22" y="18"/>
                    </a:moveTo>
                    <a:lnTo>
                      <a:pt x="11" y="0"/>
                    </a:lnTo>
                    <a:lnTo>
                      <a:pt x="0" y="18"/>
                    </a:lnTo>
                    <a:lnTo>
                      <a:pt x="22" y="18"/>
                    </a:lnTo>
                    <a:close/>
                  </a:path>
                </a:pathLst>
              </a:custGeom>
              <a:solidFill>
                <a:schemeClr val="accent4"/>
              </a:solidFill>
              <a:ln>
                <a:noFill/>
              </a:ln>
            </p:spPr>
            <p:txBody>
              <a:bodyPr anchor="ctr"/>
              <a:lstStyle/>
              <a:p>
                <a:pPr algn="ctr">
                  <a:lnSpc>
                    <a:spcPct val="120000"/>
                  </a:lnSpc>
                </a:pPr>
                <a:endParaRPr sz="3200">
                  <a:cs typeface="+mn-ea"/>
                  <a:sym typeface="+mn-lt"/>
                </a:endParaRPr>
              </a:p>
            </p:txBody>
          </p:sp>
          <p:sp>
            <p:nvSpPr>
              <p:cNvPr id="78" name="ï$ľíḋe">
                <a:extLst>
                  <a:ext uri="{FF2B5EF4-FFF2-40B4-BE49-F238E27FC236}">
                    <a16:creationId xmlns:a16="http://schemas.microsoft.com/office/drawing/2014/main" id="{72FB70E8-162B-4C31-A90C-97997160FC74}"/>
                  </a:ext>
                </a:extLst>
              </p:cNvPr>
              <p:cNvSpPr/>
              <p:nvPr/>
            </p:nvSpPr>
            <p:spPr bwMode="auto">
              <a:xfrm>
                <a:off x="10014236" y="3659700"/>
                <a:ext cx="4743" cy="33203"/>
              </a:xfrm>
              <a:custGeom>
                <a:avLst/>
                <a:gdLst>
                  <a:gd name="T0" fmla="*/ 0 w 1"/>
                  <a:gd name="T1" fmla="*/ 6 h 6"/>
                  <a:gd name="T2" fmla="*/ 1 w 1"/>
                  <a:gd name="T3" fmla="*/ 6 h 6"/>
                  <a:gd name="T4" fmla="*/ 0 w 1"/>
                  <a:gd name="T5" fmla="*/ 0 h 6"/>
                  <a:gd name="T6" fmla="*/ 0 w 1"/>
                  <a:gd name="T7" fmla="*/ 0 h 6"/>
                  <a:gd name="T8" fmla="*/ 0 w 1"/>
                  <a:gd name="T9" fmla="*/ 6 h 6"/>
                </a:gdLst>
                <a:ahLst/>
                <a:cxnLst>
                  <a:cxn ang="0">
                    <a:pos x="T0" y="T1"/>
                  </a:cxn>
                  <a:cxn ang="0">
                    <a:pos x="T2" y="T3"/>
                  </a:cxn>
                  <a:cxn ang="0">
                    <a:pos x="T4" y="T5"/>
                  </a:cxn>
                  <a:cxn ang="0">
                    <a:pos x="T6" y="T7"/>
                  </a:cxn>
                  <a:cxn ang="0">
                    <a:pos x="T8" y="T9"/>
                  </a:cxn>
                </a:cxnLst>
                <a:rect l="0" t="0" r="r" b="b"/>
                <a:pathLst>
                  <a:path w="1" h="6">
                    <a:moveTo>
                      <a:pt x="0" y="6"/>
                    </a:moveTo>
                    <a:cubicBezTo>
                      <a:pt x="1" y="6"/>
                      <a:pt x="1" y="6"/>
                      <a:pt x="1" y="6"/>
                    </a:cubicBezTo>
                    <a:cubicBezTo>
                      <a:pt x="1" y="4"/>
                      <a:pt x="1" y="2"/>
                      <a:pt x="0" y="0"/>
                    </a:cubicBezTo>
                    <a:cubicBezTo>
                      <a:pt x="0" y="0"/>
                      <a:pt x="0" y="0"/>
                      <a:pt x="0" y="0"/>
                    </a:cubicBezTo>
                    <a:lnTo>
                      <a:pt x="0" y="6"/>
                    </a:lnTo>
                    <a:close/>
                  </a:path>
                </a:pathLst>
              </a:custGeom>
              <a:solidFill>
                <a:schemeClr val="accent4"/>
              </a:solidFill>
              <a:ln>
                <a:noFill/>
              </a:ln>
            </p:spPr>
            <p:txBody>
              <a:bodyPr anchor="ctr"/>
              <a:lstStyle/>
              <a:p>
                <a:pPr algn="ctr">
                  <a:lnSpc>
                    <a:spcPct val="120000"/>
                  </a:lnSpc>
                </a:pPr>
                <a:endParaRPr sz="3200">
                  <a:cs typeface="+mn-ea"/>
                  <a:sym typeface="+mn-lt"/>
                </a:endParaRPr>
              </a:p>
            </p:txBody>
          </p:sp>
          <p:sp>
            <p:nvSpPr>
              <p:cNvPr id="79" name="îšľîde">
                <a:extLst>
                  <a:ext uri="{FF2B5EF4-FFF2-40B4-BE49-F238E27FC236}">
                    <a16:creationId xmlns:a16="http://schemas.microsoft.com/office/drawing/2014/main" id="{A1147B22-4E9E-440D-B101-6B031E38B851}"/>
                  </a:ext>
                </a:extLst>
              </p:cNvPr>
              <p:cNvSpPr/>
              <p:nvPr/>
            </p:nvSpPr>
            <p:spPr bwMode="auto">
              <a:xfrm>
                <a:off x="9848222" y="3659700"/>
                <a:ext cx="17392" cy="11068"/>
              </a:xfrm>
              <a:custGeom>
                <a:avLst/>
                <a:gdLst>
                  <a:gd name="T0" fmla="*/ 3 w 3"/>
                  <a:gd name="T1" fmla="*/ 0 h 2"/>
                  <a:gd name="T2" fmla="*/ 0 w 3"/>
                  <a:gd name="T3" fmla="*/ 2 h 2"/>
                  <a:gd name="T4" fmla="*/ 3 w 3"/>
                  <a:gd name="T5" fmla="*/ 2 h 2"/>
                  <a:gd name="T6" fmla="*/ 3 w 3"/>
                  <a:gd name="T7" fmla="*/ 0 h 2"/>
                </a:gdLst>
                <a:ahLst/>
                <a:cxnLst>
                  <a:cxn ang="0">
                    <a:pos x="T0" y="T1"/>
                  </a:cxn>
                  <a:cxn ang="0">
                    <a:pos x="T2" y="T3"/>
                  </a:cxn>
                  <a:cxn ang="0">
                    <a:pos x="T4" y="T5"/>
                  </a:cxn>
                  <a:cxn ang="0">
                    <a:pos x="T6" y="T7"/>
                  </a:cxn>
                </a:cxnLst>
                <a:rect l="0" t="0" r="r" b="b"/>
                <a:pathLst>
                  <a:path w="3" h="2">
                    <a:moveTo>
                      <a:pt x="3" y="0"/>
                    </a:moveTo>
                    <a:cubicBezTo>
                      <a:pt x="0" y="2"/>
                      <a:pt x="0" y="2"/>
                      <a:pt x="0" y="2"/>
                    </a:cubicBezTo>
                    <a:cubicBezTo>
                      <a:pt x="1" y="2"/>
                      <a:pt x="2" y="2"/>
                      <a:pt x="3" y="2"/>
                    </a:cubicBezTo>
                    <a:lnTo>
                      <a:pt x="3" y="0"/>
                    </a:lnTo>
                    <a:close/>
                  </a:path>
                </a:pathLst>
              </a:custGeom>
              <a:solidFill>
                <a:schemeClr val="accent4"/>
              </a:solidFill>
              <a:ln>
                <a:noFill/>
              </a:ln>
            </p:spPr>
            <p:txBody>
              <a:bodyPr anchor="ctr"/>
              <a:lstStyle/>
              <a:p>
                <a:pPr algn="ctr">
                  <a:lnSpc>
                    <a:spcPct val="120000"/>
                  </a:lnSpc>
                </a:pPr>
                <a:endParaRPr sz="3200">
                  <a:cs typeface="+mn-ea"/>
                  <a:sym typeface="+mn-lt"/>
                </a:endParaRPr>
              </a:p>
            </p:txBody>
          </p:sp>
          <p:sp>
            <p:nvSpPr>
              <p:cNvPr id="80" name="işḻíḓé">
                <a:extLst>
                  <a:ext uri="{FF2B5EF4-FFF2-40B4-BE49-F238E27FC236}">
                    <a16:creationId xmlns:a16="http://schemas.microsoft.com/office/drawing/2014/main" id="{406E2CEE-997B-4779-9329-400B0284F16F}"/>
                  </a:ext>
                </a:extLst>
              </p:cNvPr>
              <p:cNvSpPr/>
              <p:nvPr/>
            </p:nvSpPr>
            <p:spPr bwMode="auto">
              <a:xfrm>
                <a:off x="9979451" y="3602781"/>
                <a:ext cx="34783" cy="33203"/>
              </a:xfrm>
              <a:custGeom>
                <a:avLst/>
                <a:gdLst>
                  <a:gd name="T0" fmla="*/ 0 w 6"/>
                  <a:gd name="T1" fmla="*/ 2 h 6"/>
                  <a:gd name="T2" fmla="*/ 5 w 6"/>
                  <a:gd name="T3" fmla="*/ 6 h 6"/>
                  <a:gd name="T4" fmla="*/ 6 w 6"/>
                  <a:gd name="T5" fmla="*/ 2 h 6"/>
                  <a:gd name="T6" fmla="*/ 6 w 6"/>
                  <a:gd name="T7" fmla="*/ 0 h 6"/>
                  <a:gd name="T8" fmla="*/ 0 w 6"/>
                  <a:gd name="T9" fmla="*/ 2 h 6"/>
                </a:gdLst>
                <a:ahLst/>
                <a:cxnLst>
                  <a:cxn ang="0">
                    <a:pos x="T0" y="T1"/>
                  </a:cxn>
                  <a:cxn ang="0">
                    <a:pos x="T2" y="T3"/>
                  </a:cxn>
                  <a:cxn ang="0">
                    <a:pos x="T4" y="T5"/>
                  </a:cxn>
                  <a:cxn ang="0">
                    <a:pos x="T6" y="T7"/>
                  </a:cxn>
                  <a:cxn ang="0">
                    <a:pos x="T8" y="T9"/>
                  </a:cxn>
                </a:cxnLst>
                <a:rect l="0" t="0" r="r" b="b"/>
                <a:pathLst>
                  <a:path w="6" h="6">
                    <a:moveTo>
                      <a:pt x="0" y="2"/>
                    </a:moveTo>
                    <a:cubicBezTo>
                      <a:pt x="5" y="6"/>
                      <a:pt x="5" y="6"/>
                      <a:pt x="5" y="6"/>
                    </a:cubicBezTo>
                    <a:cubicBezTo>
                      <a:pt x="6" y="2"/>
                      <a:pt x="6" y="2"/>
                      <a:pt x="6" y="2"/>
                    </a:cubicBezTo>
                    <a:cubicBezTo>
                      <a:pt x="6" y="1"/>
                      <a:pt x="6" y="1"/>
                      <a:pt x="6" y="0"/>
                    </a:cubicBezTo>
                    <a:lnTo>
                      <a:pt x="0" y="2"/>
                    </a:lnTo>
                    <a:close/>
                  </a:path>
                </a:pathLst>
              </a:custGeom>
              <a:solidFill>
                <a:schemeClr val="accent4"/>
              </a:solidFill>
              <a:ln>
                <a:noFill/>
              </a:ln>
            </p:spPr>
            <p:txBody>
              <a:bodyPr anchor="ctr"/>
              <a:lstStyle/>
              <a:p>
                <a:pPr algn="ctr">
                  <a:lnSpc>
                    <a:spcPct val="120000"/>
                  </a:lnSpc>
                </a:pPr>
                <a:endParaRPr sz="3200">
                  <a:cs typeface="+mn-ea"/>
                  <a:sym typeface="+mn-lt"/>
                </a:endParaRPr>
              </a:p>
            </p:txBody>
          </p:sp>
          <p:sp>
            <p:nvSpPr>
              <p:cNvPr id="81" name="išḻíḑê">
                <a:extLst>
                  <a:ext uri="{FF2B5EF4-FFF2-40B4-BE49-F238E27FC236}">
                    <a16:creationId xmlns:a16="http://schemas.microsoft.com/office/drawing/2014/main" id="{3FE53E56-5E17-481A-AFC2-AE45141F8EE6}"/>
                  </a:ext>
                </a:extLst>
              </p:cNvPr>
              <p:cNvSpPr/>
              <p:nvPr/>
            </p:nvSpPr>
            <p:spPr bwMode="auto">
              <a:xfrm>
                <a:off x="9979451" y="3716619"/>
                <a:ext cx="34783" cy="33203"/>
              </a:xfrm>
              <a:custGeom>
                <a:avLst/>
                <a:gdLst>
                  <a:gd name="T0" fmla="*/ 18 w 22"/>
                  <a:gd name="T1" fmla="*/ 0 h 21"/>
                  <a:gd name="T2" fmla="*/ 0 w 22"/>
                  <a:gd name="T3" fmla="*/ 18 h 21"/>
                  <a:gd name="T4" fmla="*/ 22 w 22"/>
                  <a:gd name="T5" fmla="*/ 21 h 21"/>
                  <a:gd name="T6" fmla="*/ 18 w 22"/>
                  <a:gd name="T7" fmla="*/ 0 h 21"/>
                </a:gdLst>
                <a:ahLst/>
                <a:cxnLst>
                  <a:cxn ang="0">
                    <a:pos x="T0" y="T1"/>
                  </a:cxn>
                  <a:cxn ang="0">
                    <a:pos x="T2" y="T3"/>
                  </a:cxn>
                  <a:cxn ang="0">
                    <a:pos x="T4" y="T5"/>
                  </a:cxn>
                  <a:cxn ang="0">
                    <a:pos x="T6" y="T7"/>
                  </a:cxn>
                </a:cxnLst>
                <a:rect l="0" t="0" r="r" b="b"/>
                <a:pathLst>
                  <a:path w="22" h="21">
                    <a:moveTo>
                      <a:pt x="18" y="0"/>
                    </a:moveTo>
                    <a:lnTo>
                      <a:pt x="0" y="18"/>
                    </a:lnTo>
                    <a:lnTo>
                      <a:pt x="22" y="21"/>
                    </a:lnTo>
                    <a:lnTo>
                      <a:pt x="18" y="0"/>
                    </a:lnTo>
                    <a:close/>
                  </a:path>
                </a:pathLst>
              </a:custGeom>
              <a:solidFill>
                <a:schemeClr val="accent4"/>
              </a:solidFill>
              <a:ln>
                <a:noFill/>
              </a:ln>
            </p:spPr>
            <p:txBody>
              <a:bodyPr anchor="ctr"/>
              <a:lstStyle/>
              <a:p>
                <a:pPr algn="ctr">
                  <a:lnSpc>
                    <a:spcPct val="120000"/>
                  </a:lnSpc>
                </a:pPr>
                <a:endParaRPr sz="3200">
                  <a:cs typeface="+mn-ea"/>
                  <a:sym typeface="+mn-lt"/>
                </a:endParaRPr>
              </a:p>
            </p:txBody>
          </p:sp>
          <p:sp>
            <p:nvSpPr>
              <p:cNvPr id="82" name="iṡḷiḍe">
                <a:extLst>
                  <a:ext uri="{FF2B5EF4-FFF2-40B4-BE49-F238E27FC236}">
                    <a16:creationId xmlns:a16="http://schemas.microsoft.com/office/drawing/2014/main" id="{81A9F995-B628-4C24-8F5D-99185BB66BB5}"/>
                  </a:ext>
                </a:extLst>
              </p:cNvPr>
              <p:cNvSpPr/>
              <p:nvPr/>
            </p:nvSpPr>
            <p:spPr bwMode="auto">
              <a:xfrm>
                <a:off x="9865615" y="3602781"/>
                <a:ext cx="34783" cy="33203"/>
              </a:xfrm>
              <a:custGeom>
                <a:avLst/>
                <a:gdLst>
                  <a:gd name="T0" fmla="*/ 7 w 22"/>
                  <a:gd name="T1" fmla="*/ 21 h 21"/>
                  <a:gd name="T2" fmla="*/ 22 w 22"/>
                  <a:gd name="T3" fmla="*/ 7 h 21"/>
                  <a:gd name="T4" fmla="*/ 0 w 22"/>
                  <a:gd name="T5" fmla="*/ 0 h 21"/>
                  <a:gd name="T6" fmla="*/ 7 w 22"/>
                  <a:gd name="T7" fmla="*/ 21 h 21"/>
                </a:gdLst>
                <a:ahLst/>
                <a:cxnLst>
                  <a:cxn ang="0">
                    <a:pos x="T0" y="T1"/>
                  </a:cxn>
                  <a:cxn ang="0">
                    <a:pos x="T2" y="T3"/>
                  </a:cxn>
                  <a:cxn ang="0">
                    <a:pos x="T4" y="T5"/>
                  </a:cxn>
                  <a:cxn ang="0">
                    <a:pos x="T6" y="T7"/>
                  </a:cxn>
                </a:cxnLst>
                <a:rect l="0" t="0" r="r" b="b"/>
                <a:pathLst>
                  <a:path w="22" h="21">
                    <a:moveTo>
                      <a:pt x="7" y="21"/>
                    </a:moveTo>
                    <a:lnTo>
                      <a:pt x="22" y="7"/>
                    </a:lnTo>
                    <a:lnTo>
                      <a:pt x="0" y="0"/>
                    </a:lnTo>
                    <a:lnTo>
                      <a:pt x="7" y="21"/>
                    </a:lnTo>
                    <a:close/>
                  </a:path>
                </a:pathLst>
              </a:custGeom>
              <a:solidFill>
                <a:schemeClr val="accent4"/>
              </a:solidFill>
              <a:ln>
                <a:noFill/>
              </a:ln>
            </p:spPr>
            <p:txBody>
              <a:bodyPr anchor="ctr"/>
              <a:lstStyle/>
              <a:p>
                <a:pPr algn="ctr">
                  <a:lnSpc>
                    <a:spcPct val="120000"/>
                  </a:lnSpc>
                </a:pPr>
                <a:endParaRPr sz="3200">
                  <a:cs typeface="+mn-ea"/>
                  <a:sym typeface="+mn-lt"/>
                </a:endParaRPr>
              </a:p>
            </p:txBody>
          </p:sp>
          <p:sp>
            <p:nvSpPr>
              <p:cNvPr id="83" name="îṩļiḋé">
                <a:extLst>
                  <a:ext uri="{FF2B5EF4-FFF2-40B4-BE49-F238E27FC236}">
                    <a16:creationId xmlns:a16="http://schemas.microsoft.com/office/drawing/2014/main" id="{96A56AAC-EE91-4056-A726-0A13C98C9CA3}"/>
                  </a:ext>
                </a:extLst>
              </p:cNvPr>
              <p:cNvSpPr/>
              <p:nvPr/>
            </p:nvSpPr>
            <p:spPr bwMode="auto">
              <a:xfrm>
                <a:off x="9728061" y="3677092"/>
                <a:ext cx="286175" cy="175499"/>
              </a:xfrm>
              <a:custGeom>
                <a:avLst/>
                <a:gdLst>
                  <a:gd name="T0" fmla="*/ 41 w 50"/>
                  <a:gd name="T1" fmla="*/ 13 h 31"/>
                  <a:gd name="T2" fmla="*/ 40 w 50"/>
                  <a:gd name="T3" fmla="*/ 14 h 31"/>
                  <a:gd name="T4" fmla="*/ 36 w 50"/>
                  <a:gd name="T5" fmla="*/ 16 h 31"/>
                  <a:gd name="T6" fmla="*/ 35 w 50"/>
                  <a:gd name="T7" fmla="*/ 13 h 31"/>
                  <a:gd name="T8" fmla="*/ 35 w 50"/>
                  <a:gd name="T9" fmla="*/ 11 h 31"/>
                  <a:gd name="T10" fmla="*/ 26 w 50"/>
                  <a:gd name="T11" fmla="*/ 1 h 31"/>
                  <a:gd name="T12" fmla="*/ 24 w 50"/>
                  <a:gd name="T13" fmla="*/ 1 h 31"/>
                  <a:gd name="T14" fmla="*/ 20 w 50"/>
                  <a:gd name="T15" fmla="*/ 0 h 31"/>
                  <a:gd name="T16" fmla="*/ 19 w 50"/>
                  <a:gd name="T17" fmla="*/ 0 h 31"/>
                  <a:gd name="T18" fmla="*/ 5 w 50"/>
                  <a:gd name="T19" fmla="*/ 16 h 31"/>
                  <a:gd name="T20" fmla="*/ 5 w 50"/>
                  <a:gd name="T21" fmla="*/ 20 h 31"/>
                  <a:gd name="T22" fmla="*/ 0 w 50"/>
                  <a:gd name="T23" fmla="*/ 26 h 31"/>
                  <a:gd name="T24" fmla="*/ 5 w 50"/>
                  <a:gd name="T25" fmla="*/ 31 h 31"/>
                  <a:gd name="T26" fmla="*/ 20 w 50"/>
                  <a:gd name="T27" fmla="*/ 31 h 31"/>
                  <a:gd name="T28" fmla="*/ 21 w 50"/>
                  <a:gd name="T29" fmla="*/ 31 h 31"/>
                  <a:gd name="T30" fmla="*/ 41 w 50"/>
                  <a:gd name="T31" fmla="*/ 31 h 31"/>
                  <a:gd name="T32" fmla="*/ 50 w 50"/>
                  <a:gd name="T33" fmla="*/ 22 h 31"/>
                  <a:gd name="T34" fmla="*/ 41 w 50"/>
                  <a:gd name="T35" fmla="*/ 13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0" h="31">
                    <a:moveTo>
                      <a:pt x="41" y="13"/>
                    </a:moveTo>
                    <a:cubicBezTo>
                      <a:pt x="41" y="13"/>
                      <a:pt x="41" y="14"/>
                      <a:pt x="40" y="14"/>
                    </a:cubicBezTo>
                    <a:cubicBezTo>
                      <a:pt x="38" y="14"/>
                      <a:pt x="37" y="15"/>
                      <a:pt x="36" y="16"/>
                    </a:cubicBezTo>
                    <a:cubicBezTo>
                      <a:pt x="36" y="15"/>
                      <a:pt x="36" y="14"/>
                      <a:pt x="35" y="13"/>
                    </a:cubicBezTo>
                    <a:cubicBezTo>
                      <a:pt x="35" y="13"/>
                      <a:pt x="35" y="12"/>
                      <a:pt x="35" y="11"/>
                    </a:cubicBezTo>
                    <a:cubicBezTo>
                      <a:pt x="34" y="7"/>
                      <a:pt x="30" y="3"/>
                      <a:pt x="26" y="1"/>
                    </a:cubicBezTo>
                    <a:cubicBezTo>
                      <a:pt x="25" y="1"/>
                      <a:pt x="25" y="1"/>
                      <a:pt x="24" y="1"/>
                    </a:cubicBezTo>
                    <a:cubicBezTo>
                      <a:pt x="23" y="1"/>
                      <a:pt x="21" y="0"/>
                      <a:pt x="20" y="0"/>
                    </a:cubicBezTo>
                    <a:cubicBezTo>
                      <a:pt x="20" y="0"/>
                      <a:pt x="20" y="0"/>
                      <a:pt x="19" y="0"/>
                    </a:cubicBezTo>
                    <a:cubicBezTo>
                      <a:pt x="11" y="1"/>
                      <a:pt x="5" y="8"/>
                      <a:pt x="5" y="16"/>
                    </a:cubicBezTo>
                    <a:cubicBezTo>
                      <a:pt x="5" y="17"/>
                      <a:pt x="5" y="19"/>
                      <a:pt x="5" y="20"/>
                    </a:cubicBezTo>
                    <a:cubicBezTo>
                      <a:pt x="2" y="21"/>
                      <a:pt x="0" y="23"/>
                      <a:pt x="0" y="26"/>
                    </a:cubicBezTo>
                    <a:cubicBezTo>
                      <a:pt x="0" y="29"/>
                      <a:pt x="2" y="31"/>
                      <a:pt x="5" y="31"/>
                    </a:cubicBezTo>
                    <a:cubicBezTo>
                      <a:pt x="20" y="31"/>
                      <a:pt x="20" y="31"/>
                      <a:pt x="20" y="31"/>
                    </a:cubicBezTo>
                    <a:cubicBezTo>
                      <a:pt x="21" y="31"/>
                      <a:pt x="21" y="31"/>
                      <a:pt x="21" y="31"/>
                    </a:cubicBezTo>
                    <a:cubicBezTo>
                      <a:pt x="41" y="31"/>
                      <a:pt x="41" y="31"/>
                      <a:pt x="41" y="31"/>
                    </a:cubicBezTo>
                    <a:cubicBezTo>
                      <a:pt x="46" y="31"/>
                      <a:pt x="50" y="27"/>
                      <a:pt x="50" y="22"/>
                    </a:cubicBezTo>
                    <a:cubicBezTo>
                      <a:pt x="50" y="18"/>
                      <a:pt x="46" y="13"/>
                      <a:pt x="41" y="13"/>
                    </a:cubicBezTo>
                    <a:close/>
                  </a:path>
                </a:pathLst>
              </a:custGeom>
              <a:solidFill>
                <a:schemeClr val="accent4"/>
              </a:solidFill>
              <a:ln>
                <a:noFill/>
              </a:ln>
            </p:spPr>
            <p:txBody>
              <a:bodyPr anchor="ctr"/>
              <a:lstStyle/>
              <a:p>
                <a:pPr algn="ctr">
                  <a:lnSpc>
                    <a:spcPct val="120000"/>
                  </a:lnSpc>
                </a:pPr>
                <a:endParaRPr sz="3200">
                  <a:cs typeface="+mn-ea"/>
                  <a:sym typeface="+mn-lt"/>
                </a:endParaRPr>
              </a:p>
            </p:txBody>
          </p:sp>
          <p:sp>
            <p:nvSpPr>
              <p:cNvPr id="84" name="íśḻiḋé">
                <a:extLst>
                  <a:ext uri="{FF2B5EF4-FFF2-40B4-BE49-F238E27FC236}">
                    <a16:creationId xmlns:a16="http://schemas.microsoft.com/office/drawing/2014/main" id="{F18E14EF-86A5-4038-B842-906A15781E89}"/>
                  </a:ext>
                </a:extLst>
              </p:cNvPr>
              <p:cNvSpPr/>
              <p:nvPr/>
            </p:nvSpPr>
            <p:spPr bwMode="auto">
              <a:xfrm>
                <a:off x="6810983" y="4771195"/>
                <a:ext cx="194472" cy="278269"/>
              </a:xfrm>
              <a:custGeom>
                <a:avLst/>
                <a:gdLst>
                  <a:gd name="T0" fmla="*/ 34 w 34"/>
                  <a:gd name="T1" fmla="*/ 49 h 49"/>
                  <a:gd name="T2" fmla="*/ 34 w 34"/>
                  <a:gd name="T3" fmla="*/ 21 h 49"/>
                  <a:gd name="T4" fmla="*/ 33 w 34"/>
                  <a:gd name="T5" fmla="*/ 13 h 49"/>
                  <a:gd name="T6" fmla="*/ 28 w 34"/>
                  <a:gd name="T7" fmla="*/ 7 h 49"/>
                  <a:gd name="T8" fmla="*/ 28 w 34"/>
                  <a:gd name="T9" fmla="*/ 2 h 49"/>
                  <a:gd name="T10" fmla="*/ 28 w 34"/>
                  <a:gd name="T11" fmla="*/ 0 h 49"/>
                  <a:gd name="T12" fmla="*/ 26 w 34"/>
                  <a:gd name="T13" fmla="*/ 0 h 49"/>
                  <a:gd name="T14" fmla="*/ 5 w 34"/>
                  <a:gd name="T15" fmla="*/ 0 h 49"/>
                  <a:gd name="T16" fmla="*/ 3 w 34"/>
                  <a:gd name="T17" fmla="*/ 0 h 49"/>
                  <a:gd name="T18" fmla="*/ 3 w 34"/>
                  <a:gd name="T19" fmla="*/ 2 h 49"/>
                  <a:gd name="T20" fmla="*/ 3 w 34"/>
                  <a:gd name="T21" fmla="*/ 7 h 49"/>
                  <a:gd name="T22" fmla="*/ 0 w 34"/>
                  <a:gd name="T23" fmla="*/ 9 h 49"/>
                  <a:gd name="T24" fmla="*/ 5 w 34"/>
                  <a:gd name="T25" fmla="*/ 17 h 49"/>
                  <a:gd name="T26" fmla="*/ 5 w 34"/>
                  <a:gd name="T27" fmla="*/ 6 h 49"/>
                  <a:gd name="T28" fmla="*/ 5 w 34"/>
                  <a:gd name="T29" fmla="*/ 6 h 49"/>
                  <a:gd name="T30" fmla="*/ 5 w 34"/>
                  <a:gd name="T31" fmla="*/ 6 h 49"/>
                  <a:gd name="T32" fmla="*/ 5 w 34"/>
                  <a:gd name="T33" fmla="*/ 2 h 49"/>
                  <a:gd name="T34" fmla="*/ 26 w 34"/>
                  <a:gd name="T35" fmla="*/ 2 h 49"/>
                  <a:gd name="T36" fmla="*/ 26 w 34"/>
                  <a:gd name="T37" fmla="*/ 6 h 49"/>
                  <a:gd name="T38" fmla="*/ 26 w 34"/>
                  <a:gd name="T39" fmla="*/ 34 h 49"/>
                  <a:gd name="T40" fmla="*/ 16 w 34"/>
                  <a:gd name="T41" fmla="*/ 24 h 49"/>
                  <a:gd name="T42" fmla="*/ 13 w 34"/>
                  <a:gd name="T43" fmla="*/ 26 h 49"/>
                  <a:gd name="T44" fmla="*/ 34 w 34"/>
                  <a:gd name="T45" fmla="*/ 49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4" h="49">
                    <a:moveTo>
                      <a:pt x="34" y="49"/>
                    </a:moveTo>
                    <a:cubicBezTo>
                      <a:pt x="34" y="38"/>
                      <a:pt x="34" y="27"/>
                      <a:pt x="34" y="21"/>
                    </a:cubicBezTo>
                    <a:cubicBezTo>
                      <a:pt x="34" y="19"/>
                      <a:pt x="34" y="15"/>
                      <a:pt x="33" y="13"/>
                    </a:cubicBezTo>
                    <a:cubicBezTo>
                      <a:pt x="32" y="10"/>
                      <a:pt x="30" y="8"/>
                      <a:pt x="28" y="7"/>
                    </a:cubicBezTo>
                    <a:cubicBezTo>
                      <a:pt x="28" y="2"/>
                      <a:pt x="28" y="2"/>
                      <a:pt x="28" y="2"/>
                    </a:cubicBezTo>
                    <a:cubicBezTo>
                      <a:pt x="28" y="0"/>
                      <a:pt x="28" y="0"/>
                      <a:pt x="28" y="0"/>
                    </a:cubicBezTo>
                    <a:cubicBezTo>
                      <a:pt x="26" y="0"/>
                      <a:pt x="26" y="0"/>
                      <a:pt x="26" y="0"/>
                    </a:cubicBezTo>
                    <a:cubicBezTo>
                      <a:pt x="5" y="0"/>
                      <a:pt x="5" y="0"/>
                      <a:pt x="5" y="0"/>
                    </a:cubicBezTo>
                    <a:cubicBezTo>
                      <a:pt x="3" y="0"/>
                      <a:pt x="3" y="0"/>
                      <a:pt x="3" y="0"/>
                    </a:cubicBezTo>
                    <a:cubicBezTo>
                      <a:pt x="3" y="2"/>
                      <a:pt x="3" y="2"/>
                      <a:pt x="3" y="2"/>
                    </a:cubicBezTo>
                    <a:cubicBezTo>
                      <a:pt x="3" y="7"/>
                      <a:pt x="3" y="7"/>
                      <a:pt x="3" y="7"/>
                    </a:cubicBezTo>
                    <a:cubicBezTo>
                      <a:pt x="2" y="8"/>
                      <a:pt x="1" y="8"/>
                      <a:pt x="0" y="9"/>
                    </a:cubicBezTo>
                    <a:cubicBezTo>
                      <a:pt x="2" y="12"/>
                      <a:pt x="3" y="14"/>
                      <a:pt x="5" y="17"/>
                    </a:cubicBezTo>
                    <a:cubicBezTo>
                      <a:pt x="5" y="6"/>
                      <a:pt x="5" y="6"/>
                      <a:pt x="5" y="6"/>
                    </a:cubicBezTo>
                    <a:cubicBezTo>
                      <a:pt x="5" y="6"/>
                      <a:pt x="5" y="6"/>
                      <a:pt x="5" y="6"/>
                    </a:cubicBezTo>
                    <a:cubicBezTo>
                      <a:pt x="5" y="6"/>
                      <a:pt x="5" y="6"/>
                      <a:pt x="5" y="6"/>
                    </a:cubicBezTo>
                    <a:cubicBezTo>
                      <a:pt x="5" y="2"/>
                      <a:pt x="5" y="2"/>
                      <a:pt x="5" y="2"/>
                    </a:cubicBezTo>
                    <a:cubicBezTo>
                      <a:pt x="26" y="2"/>
                      <a:pt x="26" y="2"/>
                      <a:pt x="26" y="2"/>
                    </a:cubicBezTo>
                    <a:cubicBezTo>
                      <a:pt x="26" y="6"/>
                      <a:pt x="26" y="6"/>
                      <a:pt x="26" y="6"/>
                    </a:cubicBezTo>
                    <a:cubicBezTo>
                      <a:pt x="26" y="34"/>
                      <a:pt x="26" y="34"/>
                      <a:pt x="26" y="34"/>
                    </a:cubicBezTo>
                    <a:cubicBezTo>
                      <a:pt x="16" y="24"/>
                      <a:pt x="16" y="24"/>
                      <a:pt x="16" y="24"/>
                    </a:cubicBezTo>
                    <a:cubicBezTo>
                      <a:pt x="13" y="26"/>
                      <a:pt x="13" y="26"/>
                      <a:pt x="13" y="26"/>
                    </a:cubicBezTo>
                    <a:cubicBezTo>
                      <a:pt x="20" y="34"/>
                      <a:pt x="26" y="42"/>
                      <a:pt x="34" y="49"/>
                    </a:cubicBezTo>
                    <a:close/>
                  </a:path>
                </a:pathLst>
              </a:custGeom>
              <a:solidFill>
                <a:schemeClr val="accent4"/>
              </a:solidFill>
              <a:ln>
                <a:noFill/>
              </a:ln>
              <a:extLst>
                <a:ext uri="{91240B29-F687-4f45-9708-019B960494DF}">
                  <a14:hiddenLine xmlns="" xmlns:lc="http://schemas.openxmlformats.org/drawingml/2006/lockedCanvas" xmlns:a14="http://schemas.microsoft.com/office/drawing/2010/main" xmlns:p14="http://schemas.microsoft.com/office/powerpoint/2010/main" xmlns:a16="http://schemas.microsoft.com/office/drawing/2014/main" w="9525">
                    <a:solidFill>
                      <a:srgbClr val="000000"/>
                    </a:solidFill>
                    <a:round/>
                    <a:headEnd/>
                    <a:tailEnd/>
                  </a14:hiddenLine>
                </a:ext>
              </a:extLst>
            </p:spPr>
            <p:txBody>
              <a:bodyPr anchor="ctr"/>
              <a:lstStyle/>
              <a:p>
                <a:pPr algn="ctr">
                  <a:lnSpc>
                    <a:spcPct val="120000"/>
                  </a:lnSpc>
                </a:pPr>
                <a:endParaRPr sz="3200">
                  <a:cs typeface="+mn-ea"/>
                  <a:sym typeface="+mn-lt"/>
                </a:endParaRPr>
              </a:p>
            </p:txBody>
          </p:sp>
          <p:sp>
            <p:nvSpPr>
              <p:cNvPr id="85" name="íšľîḑé">
                <a:extLst>
                  <a:ext uri="{FF2B5EF4-FFF2-40B4-BE49-F238E27FC236}">
                    <a16:creationId xmlns:a16="http://schemas.microsoft.com/office/drawing/2014/main" id="{7DB86C21-A247-4CCF-9CDB-DD492A028DDB}"/>
                  </a:ext>
                </a:extLst>
              </p:cNvPr>
              <p:cNvSpPr/>
              <p:nvPr/>
            </p:nvSpPr>
            <p:spPr bwMode="auto">
              <a:xfrm>
                <a:off x="7016522" y="4799654"/>
                <a:ext cx="210283" cy="437957"/>
              </a:xfrm>
              <a:custGeom>
                <a:avLst/>
                <a:gdLst>
                  <a:gd name="T0" fmla="*/ 22 w 37"/>
                  <a:gd name="T1" fmla="*/ 66 h 77"/>
                  <a:gd name="T2" fmla="*/ 36 w 37"/>
                  <a:gd name="T3" fmla="*/ 74 h 77"/>
                  <a:gd name="T4" fmla="*/ 37 w 37"/>
                  <a:gd name="T5" fmla="*/ 74 h 77"/>
                  <a:gd name="T6" fmla="*/ 37 w 37"/>
                  <a:gd name="T7" fmla="*/ 16 h 77"/>
                  <a:gd name="T8" fmla="*/ 36 w 37"/>
                  <a:gd name="T9" fmla="*/ 8 h 77"/>
                  <a:gd name="T10" fmla="*/ 18 w 37"/>
                  <a:gd name="T11" fmla="*/ 0 h 77"/>
                  <a:gd name="T12" fmla="*/ 1 w 37"/>
                  <a:gd name="T13" fmla="*/ 8 h 77"/>
                  <a:gd name="T14" fmla="*/ 0 w 37"/>
                  <a:gd name="T15" fmla="*/ 16 h 77"/>
                  <a:gd name="T16" fmla="*/ 0 w 37"/>
                  <a:gd name="T17" fmla="*/ 46 h 77"/>
                  <a:gd name="T18" fmla="*/ 22 w 37"/>
                  <a:gd name="T19" fmla="*/ 66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7" h="77">
                    <a:moveTo>
                      <a:pt x="22" y="66"/>
                    </a:moveTo>
                    <a:cubicBezTo>
                      <a:pt x="29" y="66"/>
                      <a:pt x="34" y="69"/>
                      <a:pt x="36" y="74"/>
                    </a:cubicBezTo>
                    <a:cubicBezTo>
                      <a:pt x="37" y="77"/>
                      <a:pt x="37" y="77"/>
                      <a:pt x="37" y="74"/>
                    </a:cubicBezTo>
                    <a:cubicBezTo>
                      <a:pt x="37" y="62"/>
                      <a:pt x="37" y="28"/>
                      <a:pt x="37" y="16"/>
                    </a:cubicBezTo>
                    <a:cubicBezTo>
                      <a:pt x="37" y="14"/>
                      <a:pt x="37" y="10"/>
                      <a:pt x="36" y="8"/>
                    </a:cubicBezTo>
                    <a:cubicBezTo>
                      <a:pt x="34" y="1"/>
                      <a:pt x="27" y="0"/>
                      <a:pt x="18" y="0"/>
                    </a:cubicBezTo>
                    <a:cubicBezTo>
                      <a:pt x="10" y="0"/>
                      <a:pt x="3" y="1"/>
                      <a:pt x="1" y="8"/>
                    </a:cubicBezTo>
                    <a:cubicBezTo>
                      <a:pt x="0" y="10"/>
                      <a:pt x="0" y="14"/>
                      <a:pt x="0" y="16"/>
                    </a:cubicBezTo>
                    <a:cubicBezTo>
                      <a:pt x="0" y="46"/>
                      <a:pt x="0" y="46"/>
                      <a:pt x="0" y="46"/>
                    </a:cubicBezTo>
                    <a:cubicBezTo>
                      <a:pt x="7" y="53"/>
                      <a:pt x="15" y="60"/>
                      <a:pt x="22" y="66"/>
                    </a:cubicBezTo>
                    <a:close/>
                  </a:path>
                </a:pathLst>
              </a:custGeom>
              <a:solidFill>
                <a:schemeClr val="accent4"/>
              </a:solidFill>
              <a:ln>
                <a:noFill/>
              </a:ln>
              <a:extLst>
                <a:ext uri="{91240B29-F687-4f45-9708-019B960494DF}">
                  <a14:hiddenLine xmlns="" xmlns:lc="http://schemas.openxmlformats.org/drawingml/2006/lockedCanvas" xmlns:a14="http://schemas.microsoft.com/office/drawing/2010/main" xmlns:p14="http://schemas.microsoft.com/office/powerpoint/2010/main" xmlns:a16="http://schemas.microsoft.com/office/drawing/2014/main" w="9525">
                    <a:solidFill>
                      <a:srgbClr val="000000"/>
                    </a:solidFill>
                    <a:round/>
                    <a:headEnd/>
                    <a:tailEnd/>
                  </a14:hiddenLine>
                </a:ext>
              </a:extLst>
            </p:spPr>
            <p:txBody>
              <a:bodyPr anchor="ctr"/>
              <a:lstStyle/>
              <a:p>
                <a:pPr algn="ctr">
                  <a:lnSpc>
                    <a:spcPct val="120000"/>
                  </a:lnSpc>
                </a:pPr>
                <a:endParaRPr sz="3200">
                  <a:cs typeface="+mn-ea"/>
                  <a:sym typeface="+mn-lt"/>
                </a:endParaRPr>
              </a:p>
            </p:txBody>
          </p:sp>
          <p:sp>
            <p:nvSpPr>
              <p:cNvPr id="86" name="íşḷîḋe">
                <a:extLst>
                  <a:ext uri="{FF2B5EF4-FFF2-40B4-BE49-F238E27FC236}">
                    <a16:creationId xmlns:a16="http://schemas.microsoft.com/office/drawing/2014/main" id="{E945A9D3-6992-41F6-86C8-4CDA2B8769FD}"/>
                  </a:ext>
                </a:extLst>
              </p:cNvPr>
              <p:cNvSpPr/>
              <p:nvPr/>
            </p:nvSpPr>
            <p:spPr bwMode="auto">
              <a:xfrm>
                <a:off x="9513036" y="4913491"/>
                <a:ext cx="33203" cy="118581"/>
              </a:xfrm>
              <a:custGeom>
                <a:avLst/>
                <a:gdLst>
                  <a:gd name="T0" fmla="*/ 6 w 6"/>
                  <a:gd name="T1" fmla="*/ 1 h 21"/>
                  <a:gd name="T2" fmla="*/ 3 w 6"/>
                  <a:gd name="T3" fmla="*/ 0 h 21"/>
                  <a:gd name="T4" fmla="*/ 3 w 6"/>
                  <a:gd name="T5" fmla="*/ 0 h 21"/>
                  <a:gd name="T6" fmla="*/ 0 w 6"/>
                  <a:gd name="T7" fmla="*/ 1 h 21"/>
                  <a:gd name="T8" fmla="*/ 0 w 6"/>
                  <a:gd name="T9" fmla="*/ 21 h 21"/>
                  <a:gd name="T10" fmla="*/ 6 w 6"/>
                  <a:gd name="T11" fmla="*/ 15 h 21"/>
                  <a:gd name="T12" fmla="*/ 6 w 6"/>
                  <a:gd name="T13" fmla="*/ 1 h 21"/>
                </a:gdLst>
                <a:ahLst/>
                <a:cxnLst>
                  <a:cxn ang="0">
                    <a:pos x="T0" y="T1"/>
                  </a:cxn>
                  <a:cxn ang="0">
                    <a:pos x="T2" y="T3"/>
                  </a:cxn>
                  <a:cxn ang="0">
                    <a:pos x="T4" y="T5"/>
                  </a:cxn>
                  <a:cxn ang="0">
                    <a:pos x="T6" y="T7"/>
                  </a:cxn>
                  <a:cxn ang="0">
                    <a:pos x="T8" y="T9"/>
                  </a:cxn>
                  <a:cxn ang="0">
                    <a:pos x="T10" y="T11"/>
                  </a:cxn>
                  <a:cxn ang="0">
                    <a:pos x="T12" y="T13"/>
                  </a:cxn>
                </a:cxnLst>
                <a:rect l="0" t="0" r="r" b="b"/>
                <a:pathLst>
                  <a:path w="6" h="21">
                    <a:moveTo>
                      <a:pt x="6" y="1"/>
                    </a:moveTo>
                    <a:cubicBezTo>
                      <a:pt x="5" y="1"/>
                      <a:pt x="4" y="0"/>
                      <a:pt x="3" y="0"/>
                    </a:cubicBezTo>
                    <a:cubicBezTo>
                      <a:pt x="3" y="0"/>
                      <a:pt x="3" y="0"/>
                      <a:pt x="3" y="0"/>
                    </a:cubicBezTo>
                    <a:cubicBezTo>
                      <a:pt x="2" y="0"/>
                      <a:pt x="1" y="1"/>
                      <a:pt x="0" y="1"/>
                    </a:cubicBezTo>
                    <a:cubicBezTo>
                      <a:pt x="0" y="21"/>
                      <a:pt x="0" y="21"/>
                      <a:pt x="0" y="21"/>
                    </a:cubicBezTo>
                    <a:cubicBezTo>
                      <a:pt x="2" y="19"/>
                      <a:pt x="4" y="17"/>
                      <a:pt x="6" y="15"/>
                    </a:cubicBezTo>
                    <a:lnTo>
                      <a:pt x="6" y="1"/>
                    </a:lnTo>
                    <a:close/>
                  </a:path>
                </a:pathLst>
              </a:custGeom>
              <a:solidFill>
                <a:schemeClr val="accent4"/>
              </a:solidFill>
              <a:ln>
                <a:noFill/>
              </a:ln>
            </p:spPr>
            <p:txBody>
              <a:bodyPr anchor="ctr"/>
              <a:lstStyle/>
              <a:p>
                <a:pPr algn="ctr">
                  <a:lnSpc>
                    <a:spcPct val="120000"/>
                  </a:lnSpc>
                </a:pPr>
                <a:endParaRPr sz="3200">
                  <a:cs typeface="+mn-ea"/>
                  <a:sym typeface="+mn-lt"/>
                </a:endParaRPr>
              </a:p>
            </p:txBody>
          </p:sp>
          <p:sp>
            <p:nvSpPr>
              <p:cNvPr id="87" name="ïṧ1íḍè">
                <a:extLst>
                  <a:ext uri="{FF2B5EF4-FFF2-40B4-BE49-F238E27FC236}">
                    <a16:creationId xmlns:a16="http://schemas.microsoft.com/office/drawing/2014/main" id="{5ABE0395-1DF8-4046-B421-CFEDC4371C53}"/>
                  </a:ext>
                </a:extLst>
              </p:cNvPr>
              <p:cNvSpPr/>
              <p:nvPr/>
            </p:nvSpPr>
            <p:spPr bwMode="auto">
              <a:xfrm>
                <a:off x="9513036" y="4679493"/>
                <a:ext cx="33203" cy="22135"/>
              </a:xfrm>
              <a:custGeom>
                <a:avLst/>
                <a:gdLst>
                  <a:gd name="T0" fmla="*/ 4 w 6"/>
                  <a:gd name="T1" fmla="*/ 4 h 4"/>
                  <a:gd name="T2" fmla="*/ 4 w 6"/>
                  <a:gd name="T3" fmla="*/ 4 h 4"/>
                  <a:gd name="T4" fmla="*/ 6 w 6"/>
                  <a:gd name="T5" fmla="*/ 4 h 4"/>
                  <a:gd name="T6" fmla="*/ 6 w 6"/>
                  <a:gd name="T7" fmla="*/ 0 h 4"/>
                  <a:gd name="T8" fmla="*/ 0 w 6"/>
                  <a:gd name="T9" fmla="*/ 0 h 4"/>
                  <a:gd name="T10" fmla="*/ 0 w 6"/>
                  <a:gd name="T11" fmla="*/ 4 h 4"/>
                  <a:gd name="T12" fmla="*/ 4 w 6"/>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6" h="4">
                    <a:moveTo>
                      <a:pt x="4" y="4"/>
                    </a:moveTo>
                    <a:cubicBezTo>
                      <a:pt x="4" y="4"/>
                      <a:pt x="4" y="4"/>
                      <a:pt x="4" y="4"/>
                    </a:cubicBezTo>
                    <a:cubicBezTo>
                      <a:pt x="5" y="4"/>
                      <a:pt x="5" y="4"/>
                      <a:pt x="6" y="4"/>
                    </a:cubicBezTo>
                    <a:cubicBezTo>
                      <a:pt x="6" y="0"/>
                      <a:pt x="6" y="0"/>
                      <a:pt x="6" y="0"/>
                    </a:cubicBezTo>
                    <a:cubicBezTo>
                      <a:pt x="0" y="0"/>
                      <a:pt x="0" y="0"/>
                      <a:pt x="0" y="0"/>
                    </a:cubicBezTo>
                    <a:cubicBezTo>
                      <a:pt x="0" y="4"/>
                      <a:pt x="0" y="4"/>
                      <a:pt x="0" y="4"/>
                    </a:cubicBezTo>
                    <a:cubicBezTo>
                      <a:pt x="1" y="4"/>
                      <a:pt x="2" y="4"/>
                      <a:pt x="4" y="4"/>
                    </a:cubicBezTo>
                    <a:close/>
                  </a:path>
                </a:pathLst>
              </a:custGeom>
              <a:solidFill>
                <a:schemeClr val="accent4"/>
              </a:solidFill>
              <a:ln>
                <a:noFill/>
              </a:ln>
            </p:spPr>
            <p:txBody>
              <a:bodyPr anchor="ctr"/>
              <a:lstStyle/>
              <a:p>
                <a:pPr algn="ctr">
                  <a:lnSpc>
                    <a:spcPct val="120000"/>
                  </a:lnSpc>
                </a:pPr>
                <a:endParaRPr sz="3200">
                  <a:cs typeface="+mn-ea"/>
                  <a:sym typeface="+mn-lt"/>
                </a:endParaRPr>
              </a:p>
            </p:txBody>
          </p:sp>
          <p:sp>
            <p:nvSpPr>
              <p:cNvPr id="88" name="îš1iḓe">
                <a:extLst>
                  <a:ext uri="{FF2B5EF4-FFF2-40B4-BE49-F238E27FC236}">
                    <a16:creationId xmlns:a16="http://schemas.microsoft.com/office/drawing/2014/main" id="{80140AF7-A380-4DD6-BEAA-14115F6DE5B1}"/>
                  </a:ext>
                </a:extLst>
              </p:cNvPr>
              <p:cNvSpPr/>
              <p:nvPr/>
            </p:nvSpPr>
            <p:spPr bwMode="auto">
              <a:xfrm>
                <a:off x="9369157" y="4712694"/>
                <a:ext cx="314633" cy="229256"/>
              </a:xfrm>
              <a:custGeom>
                <a:avLst/>
                <a:gdLst>
                  <a:gd name="T0" fmla="*/ 31 w 55"/>
                  <a:gd name="T1" fmla="*/ 0 h 40"/>
                  <a:gd name="T2" fmla="*/ 29 w 55"/>
                  <a:gd name="T3" fmla="*/ 0 h 40"/>
                  <a:gd name="T4" fmla="*/ 29 w 55"/>
                  <a:gd name="T5" fmla="*/ 0 h 40"/>
                  <a:gd name="T6" fmla="*/ 25 w 55"/>
                  <a:gd name="T7" fmla="*/ 0 h 40"/>
                  <a:gd name="T8" fmla="*/ 0 w 55"/>
                  <a:gd name="T9" fmla="*/ 27 h 40"/>
                  <a:gd name="T10" fmla="*/ 2 w 55"/>
                  <a:gd name="T11" fmla="*/ 38 h 40"/>
                  <a:gd name="T12" fmla="*/ 3 w 55"/>
                  <a:gd name="T13" fmla="*/ 39 h 40"/>
                  <a:gd name="T14" fmla="*/ 5 w 55"/>
                  <a:gd name="T15" fmla="*/ 37 h 40"/>
                  <a:gd name="T16" fmla="*/ 12 w 55"/>
                  <a:gd name="T17" fmla="*/ 33 h 40"/>
                  <a:gd name="T18" fmla="*/ 12 w 55"/>
                  <a:gd name="T19" fmla="*/ 33 h 40"/>
                  <a:gd name="T20" fmla="*/ 19 w 55"/>
                  <a:gd name="T21" fmla="*/ 38 h 40"/>
                  <a:gd name="T22" fmla="*/ 20 w 55"/>
                  <a:gd name="T23" fmla="*/ 39 h 40"/>
                  <a:gd name="T24" fmla="*/ 21 w 55"/>
                  <a:gd name="T25" fmla="*/ 38 h 40"/>
                  <a:gd name="T26" fmla="*/ 25 w 55"/>
                  <a:gd name="T27" fmla="*/ 34 h 40"/>
                  <a:gd name="T28" fmla="*/ 28 w 55"/>
                  <a:gd name="T29" fmla="*/ 33 h 40"/>
                  <a:gd name="T30" fmla="*/ 28 w 55"/>
                  <a:gd name="T31" fmla="*/ 33 h 40"/>
                  <a:gd name="T32" fmla="*/ 31 w 55"/>
                  <a:gd name="T33" fmla="*/ 34 h 40"/>
                  <a:gd name="T34" fmla="*/ 36 w 55"/>
                  <a:gd name="T35" fmla="*/ 38 h 40"/>
                  <a:gd name="T36" fmla="*/ 36 w 55"/>
                  <a:gd name="T37" fmla="*/ 40 h 40"/>
                  <a:gd name="T38" fmla="*/ 37 w 55"/>
                  <a:gd name="T39" fmla="*/ 38 h 40"/>
                  <a:gd name="T40" fmla="*/ 44 w 55"/>
                  <a:gd name="T41" fmla="*/ 34 h 40"/>
                  <a:gd name="T42" fmla="*/ 44 w 55"/>
                  <a:gd name="T43" fmla="*/ 34 h 40"/>
                  <a:gd name="T44" fmla="*/ 45 w 55"/>
                  <a:gd name="T45" fmla="*/ 34 h 40"/>
                  <a:gd name="T46" fmla="*/ 55 w 55"/>
                  <a:gd name="T47" fmla="*/ 20 h 40"/>
                  <a:gd name="T48" fmla="*/ 31 w 55"/>
                  <a:gd name="T49"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5" h="40">
                    <a:moveTo>
                      <a:pt x="31" y="0"/>
                    </a:moveTo>
                    <a:cubicBezTo>
                      <a:pt x="30" y="0"/>
                      <a:pt x="30" y="0"/>
                      <a:pt x="29" y="0"/>
                    </a:cubicBezTo>
                    <a:cubicBezTo>
                      <a:pt x="29" y="0"/>
                      <a:pt x="29" y="0"/>
                      <a:pt x="29" y="0"/>
                    </a:cubicBezTo>
                    <a:cubicBezTo>
                      <a:pt x="27" y="0"/>
                      <a:pt x="26" y="0"/>
                      <a:pt x="25" y="0"/>
                    </a:cubicBezTo>
                    <a:cubicBezTo>
                      <a:pt x="11" y="2"/>
                      <a:pt x="1" y="13"/>
                      <a:pt x="0" y="27"/>
                    </a:cubicBezTo>
                    <a:cubicBezTo>
                      <a:pt x="0" y="31"/>
                      <a:pt x="1" y="34"/>
                      <a:pt x="2" y="38"/>
                    </a:cubicBezTo>
                    <a:cubicBezTo>
                      <a:pt x="3" y="39"/>
                      <a:pt x="3" y="39"/>
                      <a:pt x="3" y="39"/>
                    </a:cubicBezTo>
                    <a:cubicBezTo>
                      <a:pt x="4" y="39"/>
                      <a:pt x="4" y="38"/>
                      <a:pt x="5" y="37"/>
                    </a:cubicBezTo>
                    <a:cubicBezTo>
                      <a:pt x="6" y="35"/>
                      <a:pt x="9" y="33"/>
                      <a:pt x="12" y="33"/>
                    </a:cubicBezTo>
                    <a:cubicBezTo>
                      <a:pt x="12" y="33"/>
                      <a:pt x="12" y="33"/>
                      <a:pt x="12" y="33"/>
                    </a:cubicBezTo>
                    <a:cubicBezTo>
                      <a:pt x="15" y="33"/>
                      <a:pt x="18" y="35"/>
                      <a:pt x="19" y="38"/>
                    </a:cubicBezTo>
                    <a:cubicBezTo>
                      <a:pt x="20" y="39"/>
                      <a:pt x="20" y="39"/>
                      <a:pt x="20" y="39"/>
                    </a:cubicBezTo>
                    <a:cubicBezTo>
                      <a:pt x="20" y="39"/>
                      <a:pt x="20" y="39"/>
                      <a:pt x="21" y="38"/>
                    </a:cubicBezTo>
                    <a:cubicBezTo>
                      <a:pt x="22" y="36"/>
                      <a:pt x="23" y="35"/>
                      <a:pt x="25" y="34"/>
                    </a:cubicBezTo>
                    <a:cubicBezTo>
                      <a:pt x="26" y="34"/>
                      <a:pt x="27" y="33"/>
                      <a:pt x="28" y="33"/>
                    </a:cubicBezTo>
                    <a:cubicBezTo>
                      <a:pt x="28" y="33"/>
                      <a:pt x="28" y="33"/>
                      <a:pt x="28" y="33"/>
                    </a:cubicBezTo>
                    <a:cubicBezTo>
                      <a:pt x="29" y="33"/>
                      <a:pt x="30" y="34"/>
                      <a:pt x="31" y="34"/>
                    </a:cubicBezTo>
                    <a:cubicBezTo>
                      <a:pt x="33" y="35"/>
                      <a:pt x="35" y="36"/>
                      <a:pt x="36" y="38"/>
                    </a:cubicBezTo>
                    <a:cubicBezTo>
                      <a:pt x="36" y="39"/>
                      <a:pt x="36" y="40"/>
                      <a:pt x="36" y="40"/>
                    </a:cubicBezTo>
                    <a:cubicBezTo>
                      <a:pt x="37" y="40"/>
                      <a:pt x="37" y="39"/>
                      <a:pt x="37" y="38"/>
                    </a:cubicBezTo>
                    <a:cubicBezTo>
                      <a:pt x="39" y="36"/>
                      <a:pt x="41" y="34"/>
                      <a:pt x="44" y="34"/>
                    </a:cubicBezTo>
                    <a:cubicBezTo>
                      <a:pt x="44" y="34"/>
                      <a:pt x="44" y="34"/>
                      <a:pt x="44" y="34"/>
                    </a:cubicBezTo>
                    <a:cubicBezTo>
                      <a:pt x="45" y="34"/>
                      <a:pt x="45" y="34"/>
                      <a:pt x="45" y="34"/>
                    </a:cubicBezTo>
                    <a:cubicBezTo>
                      <a:pt x="48" y="29"/>
                      <a:pt x="52" y="25"/>
                      <a:pt x="55" y="20"/>
                    </a:cubicBezTo>
                    <a:cubicBezTo>
                      <a:pt x="52" y="9"/>
                      <a:pt x="43" y="1"/>
                      <a:pt x="31" y="0"/>
                    </a:cubicBezTo>
                    <a:close/>
                  </a:path>
                </a:pathLst>
              </a:custGeom>
              <a:solidFill>
                <a:schemeClr val="accent4"/>
              </a:solidFill>
              <a:ln>
                <a:noFill/>
              </a:ln>
            </p:spPr>
            <p:txBody>
              <a:bodyPr anchor="ctr"/>
              <a:lstStyle/>
              <a:p>
                <a:pPr algn="ctr">
                  <a:lnSpc>
                    <a:spcPct val="120000"/>
                  </a:lnSpc>
                </a:pPr>
                <a:endParaRPr sz="3200">
                  <a:cs typeface="+mn-ea"/>
                  <a:sym typeface="+mn-lt"/>
                </a:endParaRPr>
              </a:p>
            </p:txBody>
          </p:sp>
          <p:sp>
            <p:nvSpPr>
              <p:cNvPr id="89" name="ïṥ1ïdê">
                <a:extLst>
                  <a:ext uri="{FF2B5EF4-FFF2-40B4-BE49-F238E27FC236}">
                    <a16:creationId xmlns:a16="http://schemas.microsoft.com/office/drawing/2014/main" id="{01952E68-264C-4D07-9B52-94860F3CEE65}"/>
                  </a:ext>
                </a:extLst>
              </p:cNvPr>
              <p:cNvSpPr/>
              <p:nvPr/>
            </p:nvSpPr>
            <p:spPr bwMode="auto">
              <a:xfrm>
                <a:off x="7894017" y="2018547"/>
                <a:ext cx="415823" cy="330444"/>
              </a:xfrm>
              <a:custGeom>
                <a:avLst/>
                <a:gdLst>
                  <a:gd name="T0" fmla="*/ 71 w 73"/>
                  <a:gd name="T1" fmla="*/ 14 h 58"/>
                  <a:gd name="T2" fmla="*/ 57 w 73"/>
                  <a:gd name="T3" fmla="*/ 20 h 58"/>
                  <a:gd name="T4" fmla="*/ 51 w 73"/>
                  <a:gd name="T5" fmla="*/ 20 h 58"/>
                  <a:gd name="T6" fmla="*/ 48 w 73"/>
                  <a:gd name="T7" fmla="*/ 13 h 58"/>
                  <a:gd name="T8" fmla="*/ 52 w 73"/>
                  <a:gd name="T9" fmla="*/ 9 h 58"/>
                  <a:gd name="T10" fmla="*/ 67 w 73"/>
                  <a:gd name="T11" fmla="*/ 3 h 58"/>
                  <a:gd name="T12" fmla="*/ 51 w 73"/>
                  <a:gd name="T13" fmla="*/ 1 h 58"/>
                  <a:gd name="T14" fmla="*/ 50 w 73"/>
                  <a:gd name="T15" fmla="*/ 3 h 58"/>
                  <a:gd name="T16" fmla="*/ 43 w 73"/>
                  <a:gd name="T17" fmla="*/ 13 h 58"/>
                  <a:gd name="T18" fmla="*/ 44 w 73"/>
                  <a:gd name="T19" fmla="*/ 2 h 58"/>
                  <a:gd name="T20" fmla="*/ 38 w 73"/>
                  <a:gd name="T21" fmla="*/ 1 h 58"/>
                  <a:gd name="T22" fmla="*/ 34 w 73"/>
                  <a:gd name="T23" fmla="*/ 7 h 58"/>
                  <a:gd name="T24" fmla="*/ 27 w 73"/>
                  <a:gd name="T25" fmla="*/ 10 h 58"/>
                  <a:gd name="T26" fmla="*/ 23 w 73"/>
                  <a:gd name="T27" fmla="*/ 3 h 58"/>
                  <a:gd name="T28" fmla="*/ 22 w 73"/>
                  <a:gd name="T29" fmla="*/ 3 h 58"/>
                  <a:gd name="T30" fmla="*/ 19 w 73"/>
                  <a:gd name="T31" fmla="*/ 7 h 58"/>
                  <a:gd name="T32" fmla="*/ 17 w 73"/>
                  <a:gd name="T33" fmla="*/ 13 h 58"/>
                  <a:gd name="T34" fmla="*/ 25 w 73"/>
                  <a:gd name="T35" fmla="*/ 20 h 58"/>
                  <a:gd name="T36" fmla="*/ 14 w 73"/>
                  <a:gd name="T37" fmla="*/ 18 h 58"/>
                  <a:gd name="T38" fmla="*/ 4 w 73"/>
                  <a:gd name="T39" fmla="*/ 11 h 58"/>
                  <a:gd name="T40" fmla="*/ 0 w 73"/>
                  <a:gd name="T41" fmla="*/ 20 h 58"/>
                  <a:gd name="T42" fmla="*/ 1 w 73"/>
                  <a:gd name="T43" fmla="*/ 30 h 58"/>
                  <a:gd name="T44" fmla="*/ 16 w 73"/>
                  <a:gd name="T45" fmla="*/ 24 h 58"/>
                  <a:gd name="T46" fmla="*/ 22 w 73"/>
                  <a:gd name="T47" fmla="*/ 24 h 58"/>
                  <a:gd name="T48" fmla="*/ 24 w 73"/>
                  <a:gd name="T49" fmla="*/ 31 h 58"/>
                  <a:gd name="T50" fmla="*/ 20 w 73"/>
                  <a:gd name="T51" fmla="*/ 35 h 58"/>
                  <a:gd name="T52" fmla="*/ 6 w 73"/>
                  <a:gd name="T53" fmla="*/ 41 h 58"/>
                  <a:gd name="T54" fmla="*/ 12 w 73"/>
                  <a:gd name="T55" fmla="*/ 49 h 58"/>
                  <a:gd name="T56" fmla="*/ 22 w 73"/>
                  <a:gd name="T57" fmla="*/ 53 h 58"/>
                  <a:gd name="T58" fmla="*/ 23 w 73"/>
                  <a:gd name="T59" fmla="*/ 41 h 58"/>
                  <a:gd name="T60" fmla="*/ 30 w 73"/>
                  <a:gd name="T61" fmla="*/ 31 h 58"/>
                  <a:gd name="T62" fmla="*/ 29 w 73"/>
                  <a:gd name="T63" fmla="*/ 42 h 58"/>
                  <a:gd name="T64" fmla="*/ 34 w 73"/>
                  <a:gd name="T65" fmla="*/ 45 h 58"/>
                  <a:gd name="T66" fmla="*/ 34 w 73"/>
                  <a:gd name="T67" fmla="*/ 51 h 58"/>
                  <a:gd name="T68" fmla="*/ 38 w 73"/>
                  <a:gd name="T69" fmla="*/ 51 h 58"/>
                  <a:gd name="T70" fmla="*/ 38 w 73"/>
                  <a:gd name="T71" fmla="*/ 45 h 58"/>
                  <a:gd name="T72" fmla="*/ 44 w 73"/>
                  <a:gd name="T73" fmla="*/ 42 h 58"/>
                  <a:gd name="T74" fmla="*/ 43 w 73"/>
                  <a:gd name="T75" fmla="*/ 31 h 58"/>
                  <a:gd name="T76" fmla="*/ 50 w 73"/>
                  <a:gd name="T77" fmla="*/ 41 h 58"/>
                  <a:gd name="T78" fmla="*/ 51 w 73"/>
                  <a:gd name="T79" fmla="*/ 53 h 58"/>
                  <a:gd name="T80" fmla="*/ 61 w 73"/>
                  <a:gd name="T81" fmla="*/ 49 h 58"/>
                  <a:gd name="T82" fmla="*/ 67 w 73"/>
                  <a:gd name="T83" fmla="*/ 41 h 58"/>
                  <a:gd name="T84" fmla="*/ 52 w 73"/>
                  <a:gd name="T85" fmla="*/ 35 h 58"/>
                  <a:gd name="T86" fmla="*/ 48 w 73"/>
                  <a:gd name="T87" fmla="*/ 31 h 58"/>
                  <a:gd name="T88" fmla="*/ 51 w 73"/>
                  <a:gd name="T89" fmla="*/ 24 h 58"/>
                  <a:gd name="T90" fmla="*/ 57 w 73"/>
                  <a:gd name="T91" fmla="*/ 24 h 58"/>
                  <a:gd name="T92" fmla="*/ 71 w 73"/>
                  <a:gd name="T93" fmla="*/ 30 h 58"/>
                  <a:gd name="T94" fmla="*/ 73 w 73"/>
                  <a:gd name="T95" fmla="*/ 20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73" h="58">
                    <a:moveTo>
                      <a:pt x="73" y="20"/>
                    </a:moveTo>
                    <a:cubicBezTo>
                      <a:pt x="65" y="20"/>
                      <a:pt x="65" y="20"/>
                      <a:pt x="65" y="20"/>
                    </a:cubicBezTo>
                    <a:cubicBezTo>
                      <a:pt x="71" y="14"/>
                      <a:pt x="71" y="14"/>
                      <a:pt x="71" y="14"/>
                    </a:cubicBezTo>
                    <a:cubicBezTo>
                      <a:pt x="69" y="11"/>
                      <a:pt x="69" y="11"/>
                      <a:pt x="69" y="11"/>
                    </a:cubicBezTo>
                    <a:cubicBezTo>
                      <a:pt x="59" y="20"/>
                      <a:pt x="59" y="20"/>
                      <a:pt x="59" y="20"/>
                    </a:cubicBezTo>
                    <a:cubicBezTo>
                      <a:pt x="57" y="20"/>
                      <a:pt x="57" y="20"/>
                      <a:pt x="57" y="20"/>
                    </a:cubicBezTo>
                    <a:cubicBezTo>
                      <a:pt x="59" y="18"/>
                      <a:pt x="59" y="18"/>
                      <a:pt x="59" y="18"/>
                    </a:cubicBezTo>
                    <a:cubicBezTo>
                      <a:pt x="56" y="15"/>
                      <a:pt x="56" y="15"/>
                      <a:pt x="56" y="15"/>
                    </a:cubicBezTo>
                    <a:cubicBezTo>
                      <a:pt x="51" y="20"/>
                      <a:pt x="51" y="20"/>
                      <a:pt x="51" y="20"/>
                    </a:cubicBezTo>
                    <a:cubicBezTo>
                      <a:pt x="47" y="20"/>
                      <a:pt x="47" y="20"/>
                      <a:pt x="47" y="20"/>
                    </a:cubicBezTo>
                    <a:cubicBezTo>
                      <a:pt x="47" y="18"/>
                      <a:pt x="46" y="17"/>
                      <a:pt x="46" y="16"/>
                    </a:cubicBezTo>
                    <a:cubicBezTo>
                      <a:pt x="48" y="13"/>
                      <a:pt x="48" y="13"/>
                      <a:pt x="48" y="13"/>
                    </a:cubicBezTo>
                    <a:cubicBezTo>
                      <a:pt x="56" y="13"/>
                      <a:pt x="56" y="13"/>
                      <a:pt x="56" y="13"/>
                    </a:cubicBezTo>
                    <a:cubicBezTo>
                      <a:pt x="56" y="9"/>
                      <a:pt x="56" y="9"/>
                      <a:pt x="56" y="9"/>
                    </a:cubicBezTo>
                    <a:cubicBezTo>
                      <a:pt x="52" y="9"/>
                      <a:pt x="52" y="9"/>
                      <a:pt x="52" y="9"/>
                    </a:cubicBezTo>
                    <a:cubicBezTo>
                      <a:pt x="54" y="7"/>
                      <a:pt x="54" y="7"/>
                      <a:pt x="54" y="7"/>
                    </a:cubicBezTo>
                    <a:cubicBezTo>
                      <a:pt x="67" y="7"/>
                      <a:pt x="67" y="7"/>
                      <a:pt x="67" y="7"/>
                    </a:cubicBezTo>
                    <a:cubicBezTo>
                      <a:pt x="67" y="3"/>
                      <a:pt x="67" y="3"/>
                      <a:pt x="67" y="3"/>
                    </a:cubicBezTo>
                    <a:cubicBezTo>
                      <a:pt x="58" y="3"/>
                      <a:pt x="58" y="3"/>
                      <a:pt x="58" y="3"/>
                    </a:cubicBezTo>
                    <a:cubicBezTo>
                      <a:pt x="61" y="0"/>
                      <a:pt x="61" y="0"/>
                      <a:pt x="61" y="0"/>
                    </a:cubicBezTo>
                    <a:cubicBezTo>
                      <a:pt x="58" y="0"/>
                      <a:pt x="54" y="0"/>
                      <a:pt x="51" y="1"/>
                    </a:cubicBezTo>
                    <a:cubicBezTo>
                      <a:pt x="51" y="4"/>
                      <a:pt x="51" y="4"/>
                      <a:pt x="51" y="4"/>
                    </a:cubicBezTo>
                    <a:cubicBezTo>
                      <a:pt x="50" y="6"/>
                      <a:pt x="50" y="6"/>
                      <a:pt x="50" y="6"/>
                    </a:cubicBezTo>
                    <a:cubicBezTo>
                      <a:pt x="50" y="3"/>
                      <a:pt x="50" y="3"/>
                      <a:pt x="50" y="3"/>
                    </a:cubicBezTo>
                    <a:cubicBezTo>
                      <a:pt x="46" y="3"/>
                      <a:pt x="46" y="3"/>
                      <a:pt x="46" y="3"/>
                    </a:cubicBezTo>
                    <a:cubicBezTo>
                      <a:pt x="46" y="10"/>
                      <a:pt x="46" y="10"/>
                      <a:pt x="46" y="10"/>
                    </a:cubicBezTo>
                    <a:cubicBezTo>
                      <a:pt x="43" y="13"/>
                      <a:pt x="43" y="13"/>
                      <a:pt x="43" y="13"/>
                    </a:cubicBezTo>
                    <a:cubicBezTo>
                      <a:pt x="41" y="12"/>
                      <a:pt x="40" y="11"/>
                      <a:pt x="38" y="11"/>
                    </a:cubicBezTo>
                    <a:cubicBezTo>
                      <a:pt x="38" y="7"/>
                      <a:pt x="38" y="7"/>
                      <a:pt x="38" y="7"/>
                    </a:cubicBezTo>
                    <a:cubicBezTo>
                      <a:pt x="44" y="2"/>
                      <a:pt x="44" y="2"/>
                      <a:pt x="44" y="2"/>
                    </a:cubicBezTo>
                    <a:cubicBezTo>
                      <a:pt x="43" y="1"/>
                      <a:pt x="43" y="1"/>
                      <a:pt x="43" y="1"/>
                    </a:cubicBezTo>
                    <a:cubicBezTo>
                      <a:pt x="41" y="1"/>
                      <a:pt x="40" y="1"/>
                      <a:pt x="39" y="1"/>
                    </a:cubicBezTo>
                    <a:cubicBezTo>
                      <a:pt x="38" y="1"/>
                      <a:pt x="38" y="1"/>
                      <a:pt x="38" y="1"/>
                    </a:cubicBezTo>
                    <a:cubicBezTo>
                      <a:pt x="38" y="1"/>
                      <a:pt x="38" y="1"/>
                      <a:pt x="38" y="1"/>
                    </a:cubicBezTo>
                    <a:cubicBezTo>
                      <a:pt x="35" y="2"/>
                      <a:pt x="32" y="2"/>
                      <a:pt x="29" y="2"/>
                    </a:cubicBezTo>
                    <a:cubicBezTo>
                      <a:pt x="34" y="7"/>
                      <a:pt x="34" y="7"/>
                      <a:pt x="34" y="7"/>
                    </a:cubicBezTo>
                    <a:cubicBezTo>
                      <a:pt x="34" y="11"/>
                      <a:pt x="34" y="11"/>
                      <a:pt x="34" y="11"/>
                    </a:cubicBezTo>
                    <a:cubicBezTo>
                      <a:pt x="33" y="11"/>
                      <a:pt x="31" y="12"/>
                      <a:pt x="30" y="13"/>
                    </a:cubicBezTo>
                    <a:cubicBezTo>
                      <a:pt x="27" y="10"/>
                      <a:pt x="27" y="10"/>
                      <a:pt x="27" y="10"/>
                    </a:cubicBezTo>
                    <a:cubicBezTo>
                      <a:pt x="27" y="3"/>
                      <a:pt x="27" y="3"/>
                      <a:pt x="27" y="3"/>
                    </a:cubicBezTo>
                    <a:cubicBezTo>
                      <a:pt x="24" y="3"/>
                      <a:pt x="24" y="3"/>
                      <a:pt x="24" y="3"/>
                    </a:cubicBezTo>
                    <a:cubicBezTo>
                      <a:pt x="24" y="3"/>
                      <a:pt x="23" y="3"/>
                      <a:pt x="23" y="3"/>
                    </a:cubicBezTo>
                    <a:cubicBezTo>
                      <a:pt x="23" y="6"/>
                      <a:pt x="23" y="6"/>
                      <a:pt x="23" y="6"/>
                    </a:cubicBezTo>
                    <a:cubicBezTo>
                      <a:pt x="22" y="4"/>
                      <a:pt x="22" y="4"/>
                      <a:pt x="22" y="4"/>
                    </a:cubicBezTo>
                    <a:cubicBezTo>
                      <a:pt x="22" y="3"/>
                      <a:pt x="22" y="3"/>
                      <a:pt x="22" y="3"/>
                    </a:cubicBezTo>
                    <a:cubicBezTo>
                      <a:pt x="16" y="4"/>
                      <a:pt x="11" y="5"/>
                      <a:pt x="6" y="6"/>
                    </a:cubicBezTo>
                    <a:cubicBezTo>
                      <a:pt x="6" y="7"/>
                      <a:pt x="6" y="7"/>
                      <a:pt x="6" y="7"/>
                    </a:cubicBezTo>
                    <a:cubicBezTo>
                      <a:pt x="19" y="7"/>
                      <a:pt x="19" y="7"/>
                      <a:pt x="19" y="7"/>
                    </a:cubicBezTo>
                    <a:cubicBezTo>
                      <a:pt x="20" y="9"/>
                      <a:pt x="20" y="9"/>
                      <a:pt x="20" y="9"/>
                    </a:cubicBezTo>
                    <a:cubicBezTo>
                      <a:pt x="17" y="9"/>
                      <a:pt x="17" y="9"/>
                      <a:pt x="17" y="9"/>
                    </a:cubicBezTo>
                    <a:cubicBezTo>
                      <a:pt x="17" y="13"/>
                      <a:pt x="17" y="13"/>
                      <a:pt x="17" y="13"/>
                    </a:cubicBezTo>
                    <a:cubicBezTo>
                      <a:pt x="24" y="13"/>
                      <a:pt x="24" y="13"/>
                      <a:pt x="24" y="13"/>
                    </a:cubicBezTo>
                    <a:cubicBezTo>
                      <a:pt x="27" y="16"/>
                      <a:pt x="27" y="16"/>
                      <a:pt x="27" y="16"/>
                    </a:cubicBezTo>
                    <a:cubicBezTo>
                      <a:pt x="26" y="17"/>
                      <a:pt x="26" y="18"/>
                      <a:pt x="25" y="20"/>
                    </a:cubicBezTo>
                    <a:cubicBezTo>
                      <a:pt x="22" y="20"/>
                      <a:pt x="22" y="20"/>
                      <a:pt x="22" y="20"/>
                    </a:cubicBezTo>
                    <a:cubicBezTo>
                      <a:pt x="16" y="15"/>
                      <a:pt x="16" y="15"/>
                      <a:pt x="16" y="15"/>
                    </a:cubicBezTo>
                    <a:cubicBezTo>
                      <a:pt x="14" y="18"/>
                      <a:pt x="14" y="18"/>
                      <a:pt x="14" y="18"/>
                    </a:cubicBezTo>
                    <a:cubicBezTo>
                      <a:pt x="16" y="20"/>
                      <a:pt x="16" y="20"/>
                      <a:pt x="16" y="20"/>
                    </a:cubicBezTo>
                    <a:cubicBezTo>
                      <a:pt x="13" y="20"/>
                      <a:pt x="13" y="20"/>
                      <a:pt x="13" y="20"/>
                    </a:cubicBezTo>
                    <a:cubicBezTo>
                      <a:pt x="4" y="11"/>
                      <a:pt x="4" y="11"/>
                      <a:pt x="4" y="11"/>
                    </a:cubicBezTo>
                    <a:cubicBezTo>
                      <a:pt x="1" y="14"/>
                      <a:pt x="1" y="14"/>
                      <a:pt x="1" y="14"/>
                    </a:cubicBezTo>
                    <a:cubicBezTo>
                      <a:pt x="8" y="20"/>
                      <a:pt x="8" y="20"/>
                      <a:pt x="8" y="20"/>
                    </a:cubicBezTo>
                    <a:cubicBezTo>
                      <a:pt x="0" y="20"/>
                      <a:pt x="0" y="20"/>
                      <a:pt x="0" y="20"/>
                    </a:cubicBezTo>
                    <a:cubicBezTo>
                      <a:pt x="0" y="24"/>
                      <a:pt x="0" y="24"/>
                      <a:pt x="0" y="24"/>
                    </a:cubicBezTo>
                    <a:cubicBezTo>
                      <a:pt x="8" y="24"/>
                      <a:pt x="8" y="24"/>
                      <a:pt x="8" y="24"/>
                    </a:cubicBezTo>
                    <a:cubicBezTo>
                      <a:pt x="1" y="30"/>
                      <a:pt x="1" y="30"/>
                      <a:pt x="1" y="30"/>
                    </a:cubicBezTo>
                    <a:cubicBezTo>
                      <a:pt x="4" y="33"/>
                      <a:pt x="4" y="33"/>
                      <a:pt x="4" y="33"/>
                    </a:cubicBezTo>
                    <a:cubicBezTo>
                      <a:pt x="13" y="24"/>
                      <a:pt x="13" y="24"/>
                      <a:pt x="13" y="24"/>
                    </a:cubicBezTo>
                    <a:cubicBezTo>
                      <a:pt x="16" y="24"/>
                      <a:pt x="16" y="24"/>
                      <a:pt x="16" y="24"/>
                    </a:cubicBezTo>
                    <a:cubicBezTo>
                      <a:pt x="14" y="26"/>
                      <a:pt x="14" y="26"/>
                      <a:pt x="14" y="26"/>
                    </a:cubicBezTo>
                    <a:cubicBezTo>
                      <a:pt x="16" y="29"/>
                      <a:pt x="16" y="29"/>
                      <a:pt x="16" y="29"/>
                    </a:cubicBezTo>
                    <a:cubicBezTo>
                      <a:pt x="22" y="24"/>
                      <a:pt x="22" y="24"/>
                      <a:pt x="22" y="24"/>
                    </a:cubicBezTo>
                    <a:cubicBezTo>
                      <a:pt x="25" y="24"/>
                      <a:pt x="25" y="24"/>
                      <a:pt x="25" y="24"/>
                    </a:cubicBezTo>
                    <a:cubicBezTo>
                      <a:pt x="26" y="26"/>
                      <a:pt x="26" y="27"/>
                      <a:pt x="27" y="28"/>
                    </a:cubicBezTo>
                    <a:cubicBezTo>
                      <a:pt x="24" y="31"/>
                      <a:pt x="24" y="31"/>
                      <a:pt x="24" y="31"/>
                    </a:cubicBezTo>
                    <a:cubicBezTo>
                      <a:pt x="17" y="31"/>
                      <a:pt x="17" y="31"/>
                      <a:pt x="17" y="31"/>
                    </a:cubicBezTo>
                    <a:cubicBezTo>
                      <a:pt x="17" y="35"/>
                      <a:pt x="17" y="35"/>
                      <a:pt x="17" y="35"/>
                    </a:cubicBezTo>
                    <a:cubicBezTo>
                      <a:pt x="20" y="35"/>
                      <a:pt x="20" y="35"/>
                      <a:pt x="20" y="35"/>
                    </a:cubicBezTo>
                    <a:cubicBezTo>
                      <a:pt x="19" y="37"/>
                      <a:pt x="19" y="37"/>
                      <a:pt x="19" y="37"/>
                    </a:cubicBezTo>
                    <a:cubicBezTo>
                      <a:pt x="6" y="37"/>
                      <a:pt x="6" y="37"/>
                      <a:pt x="6" y="37"/>
                    </a:cubicBezTo>
                    <a:cubicBezTo>
                      <a:pt x="6" y="41"/>
                      <a:pt x="6" y="41"/>
                      <a:pt x="6" y="41"/>
                    </a:cubicBezTo>
                    <a:cubicBezTo>
                      <a:pt x="15" y="41"/>
                      <a:pt x="15" y="41"/>
                      <a:pt x="15" y="41"/>
                    </a:cubicBezTo>
                    <a:cubicBezTo>
                      <a:pt x="9" y="46"/>
                      <a:pt x="9" y="46"/>
                      <a:pt x="9" y="46"/>
                    </a:cubicBezTo>
                    <a:cubicBezTo>
                      <a:pt x="12" y="49"/>
                      <a:pt x="12" y="49"/>
                      <a:pt x="12" y="49"/>
                    </a:cubicBezTo>
                    <a:cubicBezTo>
                      <a:pt x="18" y="44"/>
                      <a:pt x="18" y="44"/>
                      <a:pt x="18" y="44"/>
                    </a:cubicBezTo>
                    <a:cubicBezTo>
                      <a:pt x="18" y="53"/>
                      <a:pt x="18" y="53"/>
                      <a:pt x="18" y="53"/>
                    </a:cubicBezTo>
                    <a:cubicBezTo>
                      <a:pt x="22" y="53"/>
                      <a:pt x="22" y="53"/>
                      <a:pt x="22" y="53"/>
                    </a:cubicBezTo>
                    <a:cubicBezTo>
                      <a:pt x="22" y="40"/>
                      <a:pt x="22" y="40"/>
                      <a:pt x="22" y="40"/>
                    </a:cubicBezTo>
                    <a:cubicBezTo>
                      <a:pt x="23" y="38"/>
                      <a:pt x="23" y="38"/>
                      <a:pt x="23" y="38"/>
                    </a:cubicBezTo>
                    <a:cubicBezTo>
                      <a:pt x="23" y="41"/>
                      <a:pt x="23" y="41"/>
                      <a:pt x="23" y="41"/>
                    </a:cubicBezTo>
                    <a:cubicBezTo>
                      <a:pt x="27" y="41"/>
                      <a:pt x="27" y="41"/>
                      <a:pt x="27" y="41"/>
                    </a:cubicBezTo>
                    <a:cubicBezTo>
                      <a:pt x="27" y="34"/>
                      <a:pt x="27" y="34"/>
                      <a:pt x="27" y="34"/>
                    </a:cubicBezTo>
                    <a:cubicBezTo>
                      <a:pt x="30" y="31"/>
                      <a:pt x="30" y="31"/>
                      <a:pt x="30" y="31"/>
                    </a:cubicBezTo>
                    <a:cubicBezTo>
                      <a:pt x="31" y="32"/>
                      <a:pt x="33" y="33"/>
                      <a:pt x="34" y="33"/>
                    </a:cubicBezTo>
                    <a:cubicBezTo>
                      <a:pt x="34" y="37"/>
                      <a:pt x="34" y="37"/>
                      <a:pt x="34" y="37"/>
                    </a:cubicBezTo>
                    <a:cubicBezTo>
                      <a:pt x="29" y="42"/>
                      <a:pt x="29" y="42"/>
                      <a:pt x="29" y="42"/>
                    </a:cubicBezTo>
                    <a:cubicBezTo>
                      <a:pt x="32" y="45"/>
                      <a:pt x="32" y="45"/>
                      <a:pt x="32" y="45"/>
                    </a:cubicBezTo>
                    <a:cubicBezTo>
                      <a:pt x="34" y="43"/>
                      <a:pt x="34" y="43"/>
                      <a:pt x="34" y="43"/>
                    </a:cubicBezTo>
                    <a:cubicBezTo>
                      <a:pt x="34" y="45"/>
                      <a:pt x="34" y="45"/>
                      <a:pt x="34" y="45"/>
                    </a:cubicBezTo>
                    <a:cubicBezTo>
                      <a:pt x="25" y="54"/>
                      <a:pt x="25" y="54"/>
                      <a:pt x="25" y="54"/>
                    </a:cubicBezTo>
                    <a:cubicBezTo>
                      <a:pt x="28" y="57"/>
                      <a:pt x="28" y="57"/>
                      <a:pt x="28" y="57"/>
                    </a:cubicBezTo>
                    <a:cubicBezTo>
                      <a:pt x="34" y="51"/>
                      <a:pt x="34" y="51"/>
                      <a:pt x="34" y="51"/>
                    </a:cubicBezTo>
                    <a:cubicBezTo>
                      <a:pt x="34" y="58"/>
                      <a:pt x="34" y="58"/>
                      <a:pt x="34" y="58"/>
                    </a:cubicBezTo>
                    <a:cubicBezTo>
                      <a:pt x="38" y="58"/>
                      <a:pt x="38" y="58"/>
                      <a:pt x="38" y="58"/>
                    </a:cubicBezTo>
                    <a:cubicBezTo>
                      <a:pt x="38" y="51"/>
                      <a:pt x="38" y="51"/>
                      <a:pt x="38" y="51"/>
                    </a:cubicBezTo>
                    <a:cubicBezTo>
                      <a:pt x="45" y="57"/>
                      <a:pt x="45" y="57"/>
                      <a:pt x="45" y="57"/>
                    </a:cubicBezTo>
                    <a:cubicBezTo>
                      <a:pt x="48" y="54"/>
                      <a:pt x="48" y="54"/>
                      <a:pt x="48" y="54"/>
                    </a:cubicBezTo>
                    <a:cubicBezTo>
                      <a:pt x="38" y="45"/>
                      <a:pt x="38" y="45"/>
                      <a:pt x="38" y="45"/>
                    </a:cubicBezTo>
                    <a:cubicBezTo>
                      <a:pt x="38" y="43"/>
                      <a:pt x="38" y="43"/>
                      <a:pt x="38" y="43"/>
                    </a:cubicBezTo>
                    <a:cubicBezTo>
                      <a:pt x="41" y="45"/>
                      <a:pt x="41" y="45"/>
                      <a:pt x="41" y="45"/>
                    </a:cubicBezTo>
                    <a:cubicBezTo>
                      <a:pt x="44" y="42"/>
                      <a:pt x="44" y="42"/>
                      <a:pt x="44" y="42"/>
                    </a:cubicBezTo>
                    <a:cubicBezTo>
                      <a:pt x="38" y="37"/>
                      <a:pt x="38" y="37"/>
                      <a:pt x="38" y="37"/>
                    </a:cubicBezTo>
                    <a:cubicBezTo>
                      <a:pt x="38" y="33"/>
                      <a:pt x="38" y="33"/>
                      <a:pt x="38" y="33"/>
                    </a:cubicBezTo>
                    <a:cubicBezTo>
                      <a:pt x="40" y="33"/>
                      <a:pt x="41" y="32"/>
                      <a:pt x="43" y="31"/>
                    </a:cubicBezTo>
                    <a:cubicBezTo>
                      <a:pt x="46" y="34"/>
                      <a:pt x="46" y="34"/>
                      <a:pt x="46" y="34"/>
                    </a:cubicBezTo>
                    <a:cubicBezTo>
                      <a:pt x="46" y="41"/>
                      <a:pt x="46" y="41"/>
                      <a:pt x="46" y="41"/>
                    </a:cubicBezTo>
                    <a:cubicBezTo>
                      <a:pt x="50" y="41"/>
                      <a:pt x="50" y="41"/>
                      <a:pt x="50" y="41"/>
                    </a:cubicBezTo>
                    <a:cubicBezTo>
                      <a:pt x="50" y="38"/>
                      <a:pt x="50" y="38"/>
                      <a:pt x="50" y="38"/>
                    </a:cubicBezTo>
                    <a:cubicBezTo>
                      <a:pt x="51" y="40"/>
                      <a:pt x="51" y="40"/>
                      <a:pt x="51" y="40"/>
                    </a:cubicBezTo>
                    <a:cubicBezTo>
                      <a:pt x="51" y="53"/>
                      <a:pt x="51" y="53"/>
                      <a:pt x="51" y="53"/>
                    </a:cubicBezTo>
                    <a:cubicBezTo>
                      <a:pt x="55" y="53"/>
                      <a:pt x="55" y="53"/>
                      <a:pt x="55" y="53"/>
                    </a:cubicBezTo>
                    <a:cubicBezTo>
                      <a:pt x="55" y="44"/>
                      <a:pt x="55" y="44"/>
                      <a:pt x="55" y="44"/>
                    </a:cubicBezTo>
                    <a:cubicBezTo>
                      <a:pt x="61" y="49"/>
                      <a:pt x="61" y="49"/>
                      <a:pt x="61" y="49"/>
                    </a:cubicBezTo>
                    <a:cubicBezTo>
                      <a:pt x="63" y="46"/>
                      <a:pt x="63" y="46"/>
                      <a:pt x="63" y="46"/>
                    </a:cubicBezTo>
                    <a:cubicBezTo>
                      <a:pt x="58" y="41"/>
                      <a:pt x="58" y="41"/>
                      <a:pt x="58" y="41"/>
                    </a:cubicBezTo>
                    <a:cubicBezTo>
                      <a:pt x="67" y="41"/>
                      <a:pt x="67" y="41"/>
                      <a:pt x="67" y="41"/>
                    </a:cubicBezTo>
                    <a:cubicBezTo>
                      <a:pt x="67" y="37"/>
                      <a:pt x="67" y="37"/>
                      <a:pt x="67" y="37"/>
                    </a:cubicBezTo>
                    <a:cubicBezTo>
                      <a:pt x="54" y="37"/>
                      <a:pt x="54" y="37"/>
                      <a:pt x="54" y="37"/>
                    </a:cubicBezTo>
                    <a:cubicBezTo>
                      <a:pt x="52" y="35"/>
                      <a:pt x="52" y="35"/>
                      <a:pt x="52" y="35"/>
                    </a:cubicBezTo>
                    <a:cubicBezTo>
                      <a:pt x="56" y="35"/>
                      <a:pt x="56" y="35"/>
                      <a:pt x="56" y="35"/>
                    </a:cubicBezTo>
                    <a:cubicBezTo>
                      <a:pt x="56" y="31"/>
                      <a:pt x="56" y="31"/>
                      <a:pt x="56" y="31"/>
                    </a:cubicBezTo>
                    <a:cubicBezTo>
                      <a:pt x="48" y="31"/>
                      <a:pt x="48" y="31"/>
                      <a:pt x="48" y="31"/>
                    </a:cubicBezTo>
                    <a:cubicBezTo>
                      <a:pt x="46" y="28"/>
                      <a:pt x="46" y="28"/>
                      <a:pt x="46" y="28"/>
                    </a:cubicBezTo>
                    <a:cubicBezTo>
                      <a:pt x="46" y="27"/>
                      <a:pt x="47" y="26"/>
                      <a:pt x="47" y="24"/>
                    </a:cubicBezTo>
                    <a:cubicBezTo>
                      <a:pt x="51" y="24"/>
                      <a:pt x="51" y="24"/>
                      <a:pt x="51" y="24"/>
                    </a:cubicBezTo>
                    <a:cubicBezTo>
                      <a:pt x="56" y="29"/>
                      <a:pt x="56" y="29"/>
                      <a:pt x="56" y="29"/>
                    </a:cubicBezTo>
                    <a:cubicBezTo>
                      <a:pt x="59" y="26"/>
                      <a:pt x="59" y="26"/>
                      <a:pt x="59" y="26"/>
                    </a:cubicBezTo>
                    <a:cubicBezTo>
                      <a:pt x="57" y="24"/>
                      <a:pt x="57" y="24"/>
                      <a:pt x="57" y="24"/>
                    </a:cubicBezTo>
                    <a:cubicBezTo>
                      <a:pt x="59" y="24"/>
                      <a:pt x="59" y="24"/>
                      <a:pt x="59" y="24"/>
                    </a:cubicBezTo>
                    <a:cubicBezTo>
                      <a:pt x="69" y="33"/>
                      <a:pt x="69" y="33"/>
                      <a:pt x="69" y="33"/>
                    </a:cubicBezTo>
                    <a:cubicBezTo>
                      <a:pt x="71" y="30"/>
                      <a:pt x="71" y="30"/>
                      <a:pt x="71" y="30"/>
                    </a:cubicBezTo>
                    <a:cubicBezTo>
                      <a:pt x="65" y="24"/>
                      <a:pt x="65" y="24"/>
                      <a:pt x="65" y="24"/>
                    </a:cubicBezTo>
                    <a:cubicBezTo>
                      <a:pt x="73" y="24"/>
                      <a:pt x="73" y="24"/>
                      <a:pt x="73" y="24"/>
                    </a:cubicBezTo>
                    <a:lnTo>
                      <a:pt x="73" y="20"/>
                    </a:lnTo>
                    <a:close/>
                  </a:path>
                </a:pathLst>
              </a:custGeom>
              <a:solidFill>
                <a:schemeClr val="accent4"/>
              </a:solidFill>
              <a:ln>
                <a:noFill/>
              </a:ln>
              <a:extLst>
                <a:ext uri="{91240B29-F687-4f45-9708-019B960494DF}">
                  <a14:hiddenLine xmlns="" xmlns:lc="http://schemas.openxmlformats.org/drawingml/2006/lockedCanvas" xmlns:a14="http://schemas.microsoft.com/office/drawing/2010/main" xmlns:p14="http://schemas.microsoft.com/office/powerpoint/2010/main" xmlns:a16="http://schemas.microsoft.com/office/drawing/2014/main" w="9525">
                    <a:solidFill>
                      <a:srgbClr val="000000"/>
                    </a:solidFill>
                    <a:round/>
                    <a:headEnd/>
                    <a:tailEnd/>
                  </a14:hiddenLine>
                </a:ext>
              </a:extLst>
            </p:spPr>
            <p:txBody>
              <a:bodyPr anchor="ctr"/>
              <a:lstStyle/>
              <a:p>
                <a:pPr algn="ctr">
                  <a:lnSpc>
                    <a:spcPct val="120000"/>
                  </a:lnSpc>
                </a:pPr>
                <a:endParaRPr sz="3200">
                  <a:cs typeface="+mn-ea"/>
                  <a:sym typeface="+mn-lt"/>
                </a:endParaRPr>
              </a:p>
            </p:txBody>
          </p:sp>
          <p:sp>
            <p:nvSpPr>
              <p:cNvPr id="90" name="îṧḷíďê">
                <a:extLst>
                  <a:ext uri="{FF2B5EF4-FFF2-40B4-BE49-F238E27FC236}">
                    <a16:creationId xmlns:a16="http://schemas.microsoft.com/office/drawing/2014/main" id="{B17EDAEC-2D00-4367-AEAE-5F81FB95F546}"/>
                  </a:ext>
                </a:extLst>
              </p:cNvPr>
              <p:cNvSpPr/>
              <p:nvPr/>
            </p:nvSpPr>
            <p:spPr bwMode="auto">
              <a:xfrm>
                <a:off x="6635484" y="3379850"/>
                <a:ext cx="335187" cy="330444"/>
              </a:xfrm>
              <a:custGeom>
                <a:avLst/>
                <a:gdLst>
                  <a:gd name="T0" fmla="*/ 52 w 59"/>
                  <a:gd name="T1" fmla="*/ 41 h 58"/>
                  <a:gd name="T2" fmla="*/ 55 w 59"/>
                  <a:gd name="T3" fmla="*/ 44 h 58"/>
                  <a:gd name="T4" fmla="*/ 48 w 59"/>
                  <a:gd name="T5" fmla="*/ 52 h 58"/>
                  <a:gd name="T6" fmla="*/ 45 w 59"/>
                  <a:gd name="T7" fmla="*/ 49 h 58"/>
                  <a:gd name="T8" fmla="*/ 37 w 59"/>
                  <a:gd name="T9" fmla="*/ 53 h 58"/>
                  <a:gd name="T10" fmla="*/ 37 w 59"/>
                  <a:gd name="T11" fmla="*/ 58 h 58"/>
                  <a:gd name="T12" fmla="*/ 29 w 59"/>
                  <a:gd name="T13" fmla="*/ 58 h 58"/>
                  <a:gd name="T14" fmla="*/ 29 w 59"/>
                  <a:gd name="T15" fmla="*/ 46 h 58"/>
                  <a:gd name="T16" fmla="*/ 42 w 59"/>
                  <a:gd name="T17" fmla="*/ 40 h 58"/>
                  <a:gd name="T18" fmla="*/ 40 w 59"/>
                  <a:gd name="T19" fmla="*/ 16 h 58"/>
                  <a:gd name="T20" fmla="*/ 40 w 59"/>
                  <a:gd name="T21" fmla="*/ 16 h 58"/>
                  <a:gd name="T22" fmla="*/ 34 w 59"/>
                  <a:gd name="T23" fmla="*/ 13 h 58"/>
                  <a:gd name="T24" fmla="*/ 29 w 59"/>
                  <a:gd name="T25" fmla="*/ 12 h 58"/>
                  <a:gd name="T26" fmla="*/ 29 w 59"/>
                  <a:gd name="T27" fmla="*/ 0 h 58"/>
                  <a:gd name="T28" fmla="*/ 32 w 59"/>
                  <a:gd name="T29" fmla="*/ 0 h 58"/>
                  <a:gd name="T30" fmla="*/ 33 w 59"/>
                  <a:gd name="T31" fmla="*/ 4 h 58"/>
                  <a:gd name="T32" fmla="*/ 41 w 59"/>
                  <a:gd name="T33" fmla="*/ 7 h 58"/>
                  <a:gd name="T34" fmla="*/ 44 w 59"/>
                  <a:gd name="T35" fmla="*/ 3 h 58"/>
                  <a:gd name="T36" fmla="*/ 52 w 59"/>
                  <a:gd name="T37" fmla="*/ 10 h 58"/>
                  <a:gd name="T38" fmla="*/ 49 w 59"/>
                  <a:gd name="T39" fmla="*/ 14 h 58"/>
                  <a:gd name="T40" fmla="*/ 53 w 59"/>
                  <a:gd name="T41" fmla="*/ 22 h 58"/>
                  <a:gd name="T42" fmla="*/ 58 w 59"/>
                  <a:gd name="T43" fmla="*/ 21 h 58"/>
                  <a:gd name="T44" fmla="*/ 59 w 59"/>
                  <a:gd name="T45" fmla="*/ 32 h 58"/>
                  <a:gd name="T46" fmla="*/ 54 w 59"/>
                  <a:gd name="T47" fmla="*/ 32 h 58"/>
                  <a:gd name="T48" fmla="*/ 52 w 59"/>
                  <a:gd name="T49" fmla="*/ 41 h 58"/>
                  <a:gd name="T50" fmla="*/ 29 w 59"/>
                  <a:gd name="T51" fmla="*/ 58 h 58"/>
                  <a:gd name="T52" fmla="*/ 26 w 59"/>
                  <a:gd name="T53" fmla="*/ 58 h 58"/>
                  <a:gd name="T54" fmla="*/ 26 w 59"/>
                  <a:gd name="T55" fmla="*/ 54 h 58"/>
                  <a:gd name="T56" fmla="*/ 18 w 59"/>
                  <a:gd name="T57" fmla="*/ 51 h 58"/>
                  <a:gd name="T58" fmla="*/ 15 w 59"/>
                  <a:gd name="T59" fmla="*/ 55 h 58"/>
                  <a:gd name="T60" fmla="*/ 7 w 59"/>
                  <a:gd name="T61" fmla="*/ 48 h 58"/>
                  <a:gd name="T62" fmla="*/ 9 w 59"/>
                  <a:gd name="T63" fmla="*/ 45 h 58"/>
                  <a:gd name="T64" fmla="*/ 5 w 59"/>
                  <a:gd name="T65" fmla="*/ 37 h 58"/>
                  <a:gd name="T66" fmla="*/ 1 w 59"/>
                  <a:gd name="T67" fmla="*/ 37 h 58"/>
                  <a:gd name="T68" fmla="*/ 0 w 59"/>
                  <a:gd name="T69" fmla="*/ 26 h 58"/>
                  <a:gd name="T70" fmla="*/ 4 w 59"/>
                  <a:gd name="T71" fmla="*/ 26 h 58"/>
                  <a:gd name="T72" fmla="*/ 7 w 59"/>
                  <a:gd name="T73" fmla="*/ 17 h 58"/>
                  <a:gd name="T74" fmla="*/ 4 w 59"/>
                  <a:gd name="T75" fmla="*/ 15 h 58"/>
                  <a:gd name="T76" fmla="*/ 11 w 59"/>
                  <a:gd name="T77" fmla="*/ 6 h 58"/>
                  <a:gd name="T78" fmla="*/ 14 w 59"/>
                  <a:gd name="T79" fmla="*/ 9 h 58"/>
                  <a:gd name="T80" fmla="*/ 22 w 59"/>
                  <a:gd name="T81" fmla="*/ 5 h 58"/>
                  <a:gd name="T82" fmla="*/ 21 w 59"/>
                  <a:gd name="T83" fmla="*/ 1 h 58"/>
                  <a:gd name="T84" fmla="*/ 29 w 59"/>
                  <a:gd name="T85" fmla="*/ 0 h 58"/>
                  <a:gd name="T86" fmla="*/ 29 w 59"/>
                  <a:gd name="T87" fmla="*/ 12 h 58"/>
                  <a:gd name="T88" fmla="*/ 16 w 59"/>
                  <a:gd name="T89" fmla="*/ 18 h 58"/>
                  <a:gd name="T90" fmla="*/ 18 w 59"/>
                  <a:gd name="T91" fmla="*/ 42 h 58"/>
                  <a:gd name="T92" fmla="*/ 24 w 59"/>
                  <a:gd name="T93" fmla="*/ 45 h 58"/>
                  <a:gd name="T94" fmla="*/ 29 w 59"/>
                  <a:gd name="T95" fmla="*/ 46 h 58"/>
                  <a:gd name="T96" fmla="*/ 29 w 59"/>
                  <a:gd name="T97" fmla="*/ 58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59" h="58">
                    <a:moveTo>
                      <a:pt x="52" y="41"/>
                    </a:moveTo>
                    <a:cubicBezTo>
                      <a:pt x="55" y="44"/>
                      <a:pt x="55" y="44"/>
                      <a:pt x="55" y="44"/>
                    </a:cubicBezTo>
                    <a:cubicBezTo>
                      <a:pt x="48" y="52"/>
                      <a:pt x="48" y="52"/>
                      <a:pt x="48" y="52"/>
                    </a:cubicBezTo>
                    <a:cubicBezTo>
                      <a:pt x="45" y="49"/>
                      <a:pt x="45" y="49"/>
                      <a:pt x="45" y="49"/>
                    </a:cubicBezTo>
                    <a:cubicBezTo>
                      <a:pt x="42" y="51"/>
                      <a:pt x="40" y="52"/>
                      <a:pt x="37" y="53"/>
                    </a:cubicBezTo>
                    <a:cubicBezTo>
                      <a:pt x="37" y="58"/>
                      <a:pt x="37" y="58"/>
                      <a:pt x="37" y="58"/>
                    </a:cubicBezTo>
                    <a:cubicBezTo>
                      <a:pt x="29" y="58"/>
                      <a:pt x="29" y="58"/>
                      <a:pt x="29" y="58"/>
                    </a:cubicBezTo>
                    <a:cubicBezTo>
                      <a:pt x="29" y="46"/>
                      <a:pt x="29" y="46"/>
                      <a:pt x="29" y="46"/>
                    </a:cubicBezTo>
                    <a:cubicBezTo>
                      <a:pt x="34" y="46"/>
                      <a:pt x="39" y="44"/>
                      <a:pt x="42" y="40"/>
                    </a:cubicBezTo>
                    <a:cubicBezTo>
                      <a:pt x="48" y="33"/>
                      <a:pt x="47" y="22"/>
                      <a:pt x="40" y="16"/>
                    </a:cubicBezTo>
                    <a:cubicBezTo>
                      <a:pt x="40" y="16"/>
                      <a:pt x="40" y="16"/>
                      <a:pt x="40" y="16"/>
                    </a:cubicBezTo>
                    <a:cubicBezTo>
                      <a:pt x="38" y="15"/>
                      <a:pt x="36" y="14"/>
                      <a:pt x="34" y="13"/>
                    </a:cubicBezTo>
                    <a:cubicBezTo>
                      <a:pt x="33" y="12"/>
                      <a:pt x="31" y="12"/>
                      <a:pt x="29" y="12"/>
                    </a:cubicBezTo>
                    <a:cubicBezTo>
                      <a:pt x="29" y="0"/>
                      <a:pt x="29" y="0"/>
                      <a:pt x="29" y="0"/>
                    </a:cubicBezTo>
                    <a:cubicBezTo>
                      <a:pt x="32" y="0"/>
                      <a:pt x="32" y="0"/>
                      <a:pt x="32" y="0"/>
                    </a:cubicBezTo>
                    <a:cubicBezTo>
                      <a:pt x="33" y="4"/>
                      <a:pt x="33" y="4"/>
                      <a:pt x="33" y="4"/>
                    </a:cubicBezTo>
                    <a:cubicBezTo>
                      <a:pt x="36" y="4"/>
                      <a:pt x="38" y="5"/>
                      <a:pt x="41" y="7"/>
                    </a:cubicBezTo>
                    <a:cubicBezTo>
                      <a:pt x="44" y="3"/>
                      <a:pt x="44" y="3"/>
                      <a:pt x="44" y="3"/>
                    </a:cubicBezTo>
                    <a:cubicBezTo>
                      <a:pt x="52" y="10"/>
                      <a:pt x="52" y="10"/>
                      <a:pt x="52" y="10"/>
                    </a:cubicBezTo>
                    <a:cubicBezTo>
                      <a:pt x="49" y="14"/>
                      <a:pt x="49" y="14"/>
                      <a:pt x="49" y="14"/>
                    </a:cubicBezTo>
                    <a:cubicBezTo>
                      <a:pt x="51" y="16"/>
                      <a:pt x="53" y="19"/>
                      <a:pt x="53" y="22"/>
                    </a:cubicBezTo>
                    <a:cubicBezTo>
                      <a:pt x="58" y="21"/>
                      <a:pt x="58" y="21"/>
                      <a:pt x="58" y="21"/>
                    </a:cubicBezTo>
                    <a:cubicBezTo>
                      <a:pt x="59" y="32"/>
                      <a:pt x="59" y="32"/>
                      <a:pt x="59" y="32"/>
                    </a:cubicBezTo>
                    <a:cubicBezTo>
                      <a:pt x="54" y="32"/>
                      <a:pt x="54" y="32"/>
                      <a:pt x="54" y="32"/>
                    </a:cubicBezTo>
                    <a:cubicBezTo>
                      <a:pt x="54" y="35"/>
                      <a:pt x="53" y="38"/>
                      <a:pt x="52" y="41"/>
                    </a:cubicBezTo>
                    <a:close/>
                    <a:moveTo>
                      <a:pt x="29" y="58"/>
                    </a:moveTo>
                    <a:cubicBezTo>
                      <a:pt x="26" y="58"/>
                      <a:pt x="26" y="58"/>
                      <a:pt x="26" y="58"/>
                    </a:cubicBezTo>
                    <a:cubicBezTo>
                      <a:pt x="26" y="54"/>
                      <a:pt x="26" y="54"/>
                      <a:pt x="26" y="54"/>
                    </a:cubicBezTo>
                    <a:cubicBezTo>
                      <a:pt x="23" y="54"/>
                      <a:pt x="20" y="53"/>
                      <a:pt x="18" y="51"/>
                    </a:cubicBezTo>
                    <a:cubicBezTo>
                      <a:pt x="15" y="55"/>
                      <a:pt x="15" y="55"/>
                      <a:pt x="15" y="55"/>
                    </a:cubicBezTo>
                    <a:cubicBezTo>
                      <a:pt x="7" y="48"/>
                      <a:pt x="7" y="48"/>
                      <a:pt x="7" y="48"/>
                    </a:cubicBezTo>
                    <a:cubicBezTo>
                      <a:pt x="9" y="45"/>
                      <a:pt x="9" y="45"/>
                      <a:pt x="9" y="45"/>
                    </a:cubicBezTo>
                    <a:cubicBezTo>
                      <a:pt x="8" y="42"/>
                      <a:pt x="6" y="40"/>
                      <a:pt x="5" y="37"/>
                    </a:cubicBezTo>
                    <a:cubicBezTo>
                      <a:pt x="1" y="37"/>
                      <a:pt x="1" y="37"/>
                      <a:pt x="1" y="37"/>
                    </a:cubicBezTo>
                    <a:cubicBezTo>
                      <a:pt x="0" y="26"/>
                      <a:pt x="0" y="26"/>
                      <a:pt x="0" y="26"/>
                    </a:cubicBezTo>
                    <a:cubicBezTo>
                      <a:pt x="4" y="26"/>
                      <a:pt x="4" y="26"/>
                      <a:pt x="4" y="26"/>
                    </a:cubicBezTo>
                    <a:cubicBezTo>
                      <a:pt x="5" y="23"/>
                      <a:pt x="6" y="20"/>
                      <a:pt x="7" y="17"/>
                    </a:cubicBezTo>
                    <a:cubicBezTo>
                      <a:pt x="4" y="15"/>
                      <a:pt x="4" y="15"/>
                      <a:pt x="4" y="15"/>
                    </a:cubicBezTo>
                    <a:cubicBezTo>
                      <a:pt x="11" y="6"/>
                      <a:pt x="11" y="6"/>
                      <a:pt x="11" y="6"/>
                    </a:cubicBezTo>
                    <a:cubicBezTo>
                      <a:pt x="14" y="9"/>
                      <a:pt x="14" y="9"/>
                      <a:pt x="14" y="9"/>
                    </a:cubicBezTo>
                    <a:cubicBezTo>
                      <a:pt x="16" y="7"/>
                      <a:pt x="19" y="6"/>
                      <a:pt x="22" y="5"/>
                    </a:cubicBezTo>
                    <a:cubicBezTo>
                      <a:pt x="21" y="1"/>
                      <a:pt x="21" y="1"/>
                      <a:pt x="21" y="1"/>
                    </a:cubicBezTo>
                    <a:cubicBezTo>
                      <a:pt x="29" y="0"/>
                      <a:pt x="29" y="0"/>
                      <a:pt x="29" y="0"/>
                    </a:cubicBezTo>
                    <a:cubicBezTo>
                      <a:pt x="29" y="12"/>
                      <a:pt x="29" y="12"/>
                      <a:pt x="29" y="12"/>
                    </a:cubicBezTo>
                    <a:cubicBezTo>
                      <a:pt x="24" y="12"/>
                      <a:pt x="20" y="14"/>
                      <a:pt x="16" y="18"/>
                    </a:cubicBezTo>
                    <a:cubicBezTo>
                      <a:pt x="10" y="25"/>
                      <a:pt x="11" y="36"/>
                      <a:pt x="18" y="42"/>
                    </a:cubicBezTo>
                    <a:cubicBezTo>
                      <a:pt x="20" y="44"/>
                      <a:pt x="22" y="45"/>
                      <a:pt x="24" y="45"/>
                    </a:cubicBezTo>
                    <a:cubicBezTo>
                      <a:pt x="26" y="46"/>
                      <a:pt x="28" y="46"/>
                      <a:pt x="29" y="46"/>
                    </a:cubicBezTo>
                    <a:lnTo>
                      <a:pt x="29" y="58"/>
                    </a:lnTo>
                    <a:close/>
                  </a:path>
                </a:pathLst>
              </a:custGeom>
              <a:solidFill>
                <a:schemeClr val="accent4"/>
              </a:solidFill>
              <a:ln>
                <a:noFill/>
              </a:ln>
              <a:extLst>
                <a:ext uri="{91240B29-F687-4f45-9708-019B960494DF}">
                  <a14:hiddenLine xmlns="" xmlns:lc="http://schemas.openxmlformats.org/drawingml/2006/lockedCanvas" xmlns:a14="http://schemas.microsoft.com/office/drawing/2010/main" xmlns:p14="http://schemas.microsoft.com/office/powerpoint/2010/main" xmlns:a16="http://schemas.microsoft.com/office/drawing/2014/main" w="9525">
                    <a:solidFill>
                      <a:srgbClr val="000000"/>
                    </a:solidFill>
                    <a:round/>
                    <a:headEnd/>
                    <a:tailEnd/>
                  </a14:hiddenLine>
                </a:ext>
              </a:extLst>
            </p:spPr>
            <p:txBody>
              <a:bodyPr anchor="ctr"/>
              <a:lstStyle/>
              <a:p>
                <a:pPr algn="ctr">
                  <a:lnSpc>
                    <a:spcPct val="120000"/>
                  </a:lnSpc>
                </a:pPr>
                <a:endParaRPr sz="3200">
                  <a:cs typeface="+mn-ea"/>
                  <a:sym typeface="+mn-lt"/>
                </a:endParaRPr>
              </a:p>
            </p:txBody>
          </p:sp>
          <p:sp>
            <p:nvSpPr>
              <p:cNvPr id="91" name="îṧḷíḓé">
                <a:extLst>
                  <a:ext uri="{FF2B5EF4-FFF2-40B4-BE49-F238E27FC236}">
                    <a16:creationId xmlns:a16="http://schemas.microsoft.com/office/drawing/2014/main" id="{4C4C95B1-5C9B-46BE-B5A0-63629A51F1D2}"/>
                  </a:ext>
                </a:extLst>
              </p:cNvPr>
              <p:cNvSpPr/>
              <p:nvPr/>
            </p:nvSpPr>
            <p:spPr bwMode="auto">
              <a:xfrm>
                <a:off x="6486863" y="3955362"/>
                <a:ext cx="17392" cy="28459"/>
              </a:xfrm>
              <a:custGeom>
                <a:avLst/>
                <a:gdLst>
                  <a:gd name="T0" fmla="*/ 0 w 3"/>
                  <a:gd name="T1" fmla="*/ 5 h 5"/>
                  <a:gd name="T2" fmla="*/ 3 w 3"/>
                  <a:gd name="T3" fmla="*/ 1 h 5"/>
                  <a:gd name="T4" fmla="*/ 0 w 3"/>
                  <a:gd name="T5" fmla="*/ 0 h 5"/>
                  <a:gd name="T6" fmla="*/ 0 w 3"/>
                  <a:gd name="T7" fmla="*/ 5 h 5"/>
                </a:gdLst>
                <a:ahLst/>
                <a:cxnLst>
                  <a:cxn ang="0">
                    <a:pos x="T0" y="T1"/>
                  </a:cxn>
                  <a:cxn ang="0">
                    <a:pos x="T2" y="T3"/>
                  </a:cxn>
                  <a:cxn ang="0">
                    <a:pos x="T4" y="T5"/>
                  </a:cxn>
                  <a:cxn ang="0">
                    <a:pos x="T6" y="T7"/>
                  </a:cxn>
                </a:cxnLst>
                <a:rect l="0" t="0" r="r" b="b"/>
                <a:pathLst>
                  <a:path w="3" h="5">
                    <a:moveTo>
                      <a:pt x="0" y="5"/>
                    </a:moveTo>
                    <a:cubicBezTo>
                      <a:pt x="3" y="1"/>
                      <a:pt x="3" y="1"/>
                      <a:pt x="3" y="1"/>
                    </a:cubicBezTo>
                    <a:cubicBezTo>
                      <a:pt x="2" y="1"/>
                      <a:pt x="1" y="1"/>
                      <a:pt x="0" y="0"/>
                    </a:cubicBezTo>
                    <a:cubicBezTo>
                      <a:pt x="0" y="2"/>
                      <a:pt x="0" y="3"/>
                      <a:pt x="0" y="5"/>
                    </a:cubicBezTo>
                    <a:close/>
                  </a:path>
                </a:pathLst>
              </a:custGeom>
              <a:solidFill>
                <a:schemeClr val="accent4"/>
              </a:solidFill>
              <a:ln>
                <a:noFill/>
              </a:ln>
            </p:spPr>
            <p:txBody>
              <a:bodyPr anchor="ctr"/>
              <a:lstStyle/>
              <a:p>
                <a:pPr algn="ctr">
                  <a:lnSpc>
                    <a:spcPct val="120000"/>
                  </a:lnSpc>
                </a:pPr>
                <a:endParaRPr sz="3200">
                  <a:cs typeface="+mn-ea"/>
                  <a:sym typeface="+mn-lt"/>
                </a:endParaRPr>
              </a:p>
            </p:txBody>
          </p:sp>
          <p:sp>
            <p:nvSpPr>
              <p:cNvPr id="92" name="ïṩḻiḋê">
                <a:extLst>
                  <a:ext uri="{FF2B5EF4-FFF2-40B4-BE49-F238E27FC236}">
                    <a16:creationId xmlns:a16="http://schemas.microsoft.com/office/drawing/2014/main" id="{5E3CC0DE-CD9A-4979-AB4A-A46B18143B98}"/>
                  </a:ext>
                </a:extLst>
              </p:cNvPr>
              <p:cNvSpPr/>
              <p:nvPr/>
            </p:nvSpPr>
            <p:spPr bwMode="auto">
              <a:xfrm>
                <a:off x="6480538" y="3881050"/>
                <a:ext cx="63244" cy="69567"/>
              </a:xfrm>
              <a:custGeom>
                <a:avLst/>
                <a:gdLst>
                  <a:gd name="T0" fmla="*/ 5 w 11"/>
                  <a:gd name="T1" fmla="*/ 12 h 12"/>
                  <a:gd name="T2" fmla="*/ 6 w 11"/>
                  <a:gd name="T3" fmla="*/ 12 h 12"/>
                  <a:gd name="T4" fmla="*/ 6 w 11"/>
                  <a:gd name="T5" fmla="*/ 12 h 12"/>
                  <a:gd name="T6" fmla="*/ 11 w 11"/>
                  <a:gd name="T7" fmla="*/ 6 h 12"/>
                  <a:gd name="T8" fmla="*/ 11 w 11"/>
                  <a:gd name="T9" fmla="*/ 6 h 12"/>
                  <a:gd name="T10" fmla="*/ 11 w 11"/>
                  <a:gd name="T11" fmla="*/ 5 h 12"/>
                  <a:gd name="T12" fmla="*/ 5 w 11"/>
                  <a:gd name="T13" fmla="*/ 0 h 12"/>
                  <a:gd name="T14" fmla="*/ 4 w 11"/>
                  <a:gd name="T15" fmla="*/ 0 h 12"/>
                  <a:gd name="T16" fmla="*/ 0 w 11"/>
                  <a:gd name="T17" fmla="*/ 3 h 12"/>
                  <a:gd name="T18" fmla="*/ 1 w 11"/>
                  <a:gd name="T19" fmla="*/ 9 h 12"/>
                  <a:gd name="T20" fmla="*/ 5 w 11"/>
                  <a:gd name="T21" fmla="*/ 12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 h="12">
                    <a:moveTo>
                      <a:pt x="5" y="12"/>
                    </a:moveTo>
                    <a:cubicBezTo>
                      <a:pt x="5" y="12"/>
                      <a:pt x="6" y="12"/>
                      <a:pt x="6" y="12"/>
                    </a:cubicBezTo>
                    <a:cubicBezTo>
                      <a:pt x="6" y="12"/>
                      <a:pt x="6" y="12"/>
                      <a:pt x="6" y="12"/>
                    </a:cubicBezTo>
                    <a:cubicBezTo>
                      <a:pt x="9" y="11"/>
                      <a:pt x="11" y="8"/>
                      <a:pt x="11" y="6"/>
                    </a:cubicBezTo>
                    <a:cubicBezTo>
                      <a:pt x="11" y="6"/>
                      <a:pt x="11" y="6"/>
                      <a:pt x="11" y="6"/>
                    </a:cubicBezTo>
                    <a:cubicBezTo>
                      <a:pt x="11" y="5"/>
                      <a:pt x="11" y="5"/>
                      <a:pt x="11" y="5"/>
                    </a:cubicBezTo>
                    <a:cubicBezTo>
                      <a:pt x="10" y="2"/>
                      <a:pt x="8" y="0"/>
                      <a:pt x="5" y="0"/>
                    </a:cubicBezTo>
                    <a:cubicBezTo>
                      <a:pt x="5" y="0"/>
                      <a:pt x="4" y="0"/>
                      <a:pt x="4" y="0"/>
                    </a:cubicBezTo>
                    <a:cubicBezTo>
                      <a:pt x="2" y="1"/>
                      <a:pt x="1" y="2"/>
                      <a:pt x="0" y="3"/>
                    </a:cubicBezTo>
                    <a:cubicBezTo>
                      <a:pt x="0" y="5"/>
                      <a:pt x="0" y="7"/>
                      <a:pt x="1" y="9"/>
                    </a:cubicBezTo>
                    <a:cubicBezTo>
                      <a:pt x="2" y="11"/>
                      <a:pt x="3" y="12"/>
                      <a:pt x="5" y="12"/>
                    </a:cubicBezTo>
                    <a:close/>
                  </a:path>
                </a:pathLst>
              </a:custGeom>
              <a:solidFill>
                <a:schemeClr val="accent4"/>
              </a:solidFill>
              <a:ln>
                <a:noFill/>
              </a:ln>
            </p:spPr>
            <p:txBody>
              <a:bodyPr anchor="ctr"/>
              <a:lstStyle/>
              <a:p>
                <a:pPr algn="ctr">
                  <a:lnSpc>
                    <a:spcPct val="120000"/>
                  </a:lnSpc>
                </a:pPr>
                <a:endParaRPr sz="3200">
                  <a:cs typeface="+mn-ea"/>
                  <a:sym typeface="+mn-lt"/>
                </a:endParaRPr>
              </a:p>
            </p:txBody>
          </p:sp>
          <p:sp>
            <p:nvSpPr>
              <p:cNvPr id="93" name="iṧļíḋé">
                <a:extLst>
                  <a:ext uri="{FF2B5EF4-FFF2-40B4-BE49-F238E27FC236}">
                    <a16:creationId xmlns:a16="http://schemas.microsoft.com/office/drawing/2014/main" id="{A92823E2-6229-4F40-93F6-682C52075325}"/>
                  </a:ext>
                </a:extLst>
              </p:cNvPr>
              <p:cNvSpPr/>
              <p:nvPr/>
            </p:nvSpPr>
            <p:spPr bwMode="auto">
              <a:xfrm>
                <a:off x="6600700" y="3933226"/>
                <a:ext cx="124905" cy="118581"/>
              </a:xfrm>
              <a:custGeom>
                <a:avLst/>
                <a:gdLst>
                  <a:gd name="T0" fmla="*/ 12 w 22"/>
                  <a:gd name="T1" fmla="*/ 21 h 21"/>
                  <a:gd name="T2" fmla="*/ 22 w 22"/>
                  <a:gd name="T3" fmla="*/ 21 h 21"/>
                  <a:gd name="T4" fmla="*/ 6 w 22"/>
                  <a:gd name="T5" fmla="*/ 0 h 21"/>
                  <a:gd name="T6" fmla="*/ 0 w 22"/>
                  <a:gd name="T7" fmla="*/ 5 h 21"/>
                  <a:gd name="T8" fmla="*/ 12 w 22"/>
                  <a:gd name="T9" fmla="*/ 21 h 21"/>
                </a:gdLst>
                <a:ahLst/>
                <a:cxnLst>
                  <a:cxn ang="0">
                    <a:pos x="T0" y="T1"/>
                  </a:cxn>
                  <a:cxn ang="0">
                    <a:pos x="T2" y="T3"/>
                  </a:cxn>
                  <a:cxn ang="0">
                    <a:pos x="T4" y="T5"/>
                  </a:cxn>
                  <a:cxn ang="0">
                    <a:pos x="T6" y="T7"/>
                  </a:cxn>
                  <a:cxn ang="0">
                    <a:pos x="T8" y="T9"/>
                  </a:cxn>
                </a:cxnLst>
                <a:rect l="0" t="0" r="r" b="b"/>
                <a:pathLst>
                  <a:path w="22" h="21">
                    <a:moveTo>
                      <a:pt x="12" y="21"/>
                    </a:moveTo>
                    <a:cubicBezTo>
                      <a:pt x="22" y="21"/>
                      <a:pt x="22" y="21"/>
                      <a:pt x="22" y="21"/>
                    </a:cubicBezTo>
                    <a:cubicBezTo>
                      <a:pt x="6" y="0"/>
                      <a:pt x="6" y="0"/>
                      <a:pt x="6" y="0"/>
                    </a:cubicBezTo>
                    <a:cubicBezTo>
                      <a:pt x="5" y="3"/>
                      <a:pt x="2" y="5"/>
                      <a:pt x="0" y="5"/>
                    </a:cubicBezTo>
                    <a:lnTo>
                      <a:pt x="12" y="21"/>
                    </a:lnTo>
                    <a:close/>
                  </a:path>
                </a:pathLst>
              </a:custGeom>
              <a:solidFill>
                <a:schemeClr val="accent4"/>
              </a:solidFill>
              <a:ln>
                <a:noFill/>
              </a:ln>
            </p:spPr>
            <p:txBody>
              <a:bodyPr anchor="ctr"/>
              <a:lstStyle/>
              <a:p>
                <a:pPr algn="ctr">
                  <a:lnSpc>
                    <a:spcPct val="120000"/>
                  </a:lnSpc>
                </a:pPr>
                <a:endParaRPr sz="3200">
                  <a:cs typeface="+mn-ea"/>
                  <a:sym typeface="+mn-lt"/>
                </a:endParaRPr>
              </a:p>
            </p:txBody>
          </p:sp>
          <p:sp>
            <p:nvSpPr>
              <p:cNvPr id="94" name="ïsḻíḓé">
                <a:extLst>
                  <a:ext uri="{FF2B5EF4-FFF2-40B4-BE49-F238E27FC236}">
                    <a16:creationId xmlns:a16="http://schemas.microsoft.com/office/drawing/2014/main" id="{E62A9705-A724-4C97-9D63-980419669E5E}"/>
                  </a:ext>
                </a:extLst>
              </p:cNvPr>
              <p:cNvSpPr/>
              <p:nvPr/>
            </p:nvSpPr>
            <p:spPr bwMode="auto">
              <a:xfrm>
                <a:off x="6554849" y="3881050"/>
                <a:ext cx="67986" cy="69567"/>
              </a:xfrm>
              <a:custGeom>
                <a:avLst/>
                <a:gdLst>
                  <a:gd name="T0" fmla="*/ 8 w 12"/>
                  <a:gd name="T1" fmla="*/ 0 h 12"/>
                  <a:gd name="T2" fmla="*/ 6 w 12"/>
                  <a:gd name="T3" fmla="*/ 0 h 12"/>
                  <a:gd name="T4" fmla="*/ 1 w 12"/>
                  <a:gd name="T5" fmla="*/ 5 h 12"/>
                  <a:gd name="T6" fmla="*/ 1 w 12"/>
                  <a:gd name="T7" fmla="*/ 6 h 12"/>
                  <a:gd name="T8" fmla="*/ 1 w 12"/>
                  <a:gd name="T9" fmla="*/ 6 h 12"/>
                  <a:gd name="T10" fmla="*/ 5 w 12"/>
                  <a:gd name="T11" fmla="*/ 12 h 12"/>
                  <a:gd name="T12" fmla="*/ 6 w 12"/>
                  <a:gd name="T13" fmla="*/ 12 h 12"/>
                  <a:gd name="T14" fmla="*/ 6 w 12"/>
                  <a:gd name="T15" fmla="*/ 12 h 12"/>
                  <a:gd name="T16" fmla="*/ 12 w 12"/>
                  <a:gd name="T17" fmla="*/ 7 h 12"/>
                  <a:gd name="T18" fmla="*/ 12 w 12"/>
                  <a:gd name="T19" fmla="*/ 7 h 12"/>
                  <a:gd name="T20" fmla="*/ 8 w 12"/>
                  <a:gd name="T21" fmla="*/ 0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 h="12">
                    <a:moveTo>
                      <a:pt x="8" y="0"/>
                    </a:moveTo>
                    <a:cubicBezTo>
                      <a:pt x="7" y="0"/>
                      <a:pt x="7" y="0"/>
                      <a:pt x="6" y="0"/>
                    </a:cubicBezTo>
                    <a:cubicBezTo>
                      <a:pt x="4" y="0"/>
                      <a:pt x="1" y="2"/>
                      <a:pt x="1" y="5"/>
                    </a:cubicBezTo>
                    <a:cubicBezTo>
                      <a:pt x="1" y="5"/>
                      <a:pt x="1" y="5"/>
                      <a:pt x="1" y="6"/>
                    </a:cubicBezTo>
                    <a:cubicBezTo>
                      <a:pt x="1" y="6"/>
                      <a:pt x="1" y="6"/>
                      <a:pt x="1" y="6"/>
                    </a:cubicBezTo>
                    <a:cubicBezTo>
                      <a:pt x="0" y="8"/>
                      <a:pt x="2" y="11"/>
                      <a:pt x="5" y="12"/>
                    </a:cubicBezTo>
                    <a:cubicBezTo>
                      <a:pt x="5" y="12"/>
                      <a:pt x="5" y="12"/>
                      <a:pt x="6" y="12"/>
                    </a:cubicBezTo>
                    <a:cubicBezTo>
                      <a:pt x="6" y="12"/>
                      <a:pt x="6" y="12"/>
                      <a:pt x="6" y="12"/>
                    </a:cubicBezTo>
                    <a:cubicBezTo>
                      <a:pt x="9" y="12"/>
                      <a:pt x="11" y="10"/>
                      <a:pt x="12" y="7"/>
                    </a:cubicBezTo>
                    <a:cubicBezTo>
                      <a:pt x="12" y="7"/>
                      <a:pt x="12" y="7"/>
                      <a:pt x="12" y="7"/>
                    </a:cubicBezTo>
                    <a:cubicBezTo>
                      <a:pt x="12" y="4"/>
                      <a:pt x="11" y="1"/>
                      <a:pt x="8" y="0"/>
                    </a:cubicBezTo>
                    <a:close/>
                  </a:path>
                </a:pathLst>
              </a:custGeom>
              <a:solidFill>
                <a:schemeClr val="accent4"/>
              </a:solidFill>
              <a:ln>
                <a:noFill/>
              </a:ln>
            </p:spPr>
            <p:txBody>
              <a:bodyPr anchor="ctr"/>
              <a:lstStyle/>
              <a:p>
                <a:pPr algn="ctr">
                  <a:lnSpc>
                    <a:spcPct val="120000"/>
                  </a:lnSpc>
                </a:pPr>
                <a:endParaRPr sz="3200">
                  <a:cs typeface="+mn-ea"/>
                  <a:sym typeface="+mn-lt"/>
                </a:endParaRPr>
              </a:p>
            </p:txBody>
          </p:sp>
          <p:sp>
            <p:nvSpPr>
              <p:cNvPr id="95" name="íSľiḓe">
                <a:extLst>
                  <a:ext uri="{FF2B5EF4-FFF2-40B4-BE49-F238E27FC236}">
                    <a16:creationId xmlns:a16="http://schemas.microsoft.com/office/drawing/2014/main" id="{46EE5991-F95A-43D5-B88E-39E5161E08E9}"/>
                  </a:ext>
                </a:extLst>
              </p:cNvPr>
              <p:cNvSpPr/>
              <p:nvPr/>
            </p:nvSpPr>
            <p:spPr bwMode="auto">
              <a:xfrm>
                <a:off x="6497930" y="4064455"/>
                <a:ext cx="284593" cy="232418"/>
              </a:xfrm>
              <a:custGeom>
                <a:avLst/>
                <a:gdLst>
                  <a:gd name="T0" fmla="*/ 9 w 50"/>
                  <a:gd name="T1" fmla="*/ 41 h 41"/>
                  <a:gd name="T2" fmla="*/ 39 w 50"/>
                  <a:gd name="T3" fmla="*/ 41 h 41"/>
                  <a:gd name="T4" fmla="*/ 50 w 50"/>
                  <a:gd name="T5" fmla="*/ 0 h 41"/>
                  <a:gd name="T6" fmla="*/ 41 w 50"/>
                  <a:gd name="T7" fmla="*/ 0 h 41"/>
                  <a:gd name="T8" fmla="*/ 31 w 50"/>
                  <a:gd name="T9" fmla="*/ 0 h 41"/>
                  <a:gd name="T10" fmla="*/ 0 w 50"/>
                  <a:gd name="T11" fmla="*/ 0 h 41"/>
                  <a:gd name="T12" fmla="*/ 9 w 50"/>
                  <a:gd name="T13" fmla="*/ 41 h 41"/>
                </a:gdLst>
                <a:ahLst/>
                <a:cxnLst>
                  <a:cxn ang="0">
                    <a:pos x="T0" y="T1"/>
                  </a:cxn>
                  <a:cxn ang="0">
                    <a:pos x="T2" y="T3"/>
                  </a:cxn>
                  <a:cxn ang="0">
                    <a:pos x="T4" y="T5"/>
                  </a:cxn>
                  <a:cxn ang="0">
                    <a:pos x="T6" y="T7"/>
                  </a:cxn>
                  <a:cxn ang="0">
                    <a:pos x="T8" y="T9"/>
                  </a:cxn>
                  <a:cxn ang="0">
                    <a:pos x="T10" y="T11"/>
                  </a:cxn>
                  <a:cxn ang="0">
                    <a:pos x="T12" y="T13"/>
                  </a:cxn>
                </a:cxnLst>
                <a:rect l="0" t="0" r="r" b="b"/>
                <a:pathLst>
                  <a:path w="50" h="41">
                    <a:moveTo>
                      <a:pt x="9" y="41"/>
                    </a:moveTo>
                    <a:cubicBezTo>
                      <a:pt x="39" y="41"/>
                      <a:pt x="39" y="41"/>
                      <a:pt x="39" y="41"/>
                    </a:cubicBezTo>
                    <a:cubicBezTo>
                      <a:pt x="50" y="0"/>
                      <a:pt x="50" y="0"/>
                      <a:pt x="50" y="0"/>
                    </a:cubicBezTo>
                    <a:cubicBezTo>
                      <a:pt x="41" y="0"/>
                      <a:pt x="41" y="0"/>
                      <a:pt x="41" y="0"/>
                    </a:cubicBezTo>
                    <a:cubicBezTo>
                      <a:pt x="31" y="0"/>
                      <a:pt x="31" y="0"/>
                      <a:pt x="31" y="0"/>
                    </a:cubicBezTo>
                    <a:cubicBezTo>
                      <a:pt x="0" y="0"/>
                      <a:pt x="0" y="0"/>
                      <a:pt x="0" y="0"/>
                    </a:cubicBezTo>
                    <a:cubicBezTo>
                      <a:pt x="2" y="14"/>
                      <a:pt x="5" y="28"/>
                      <a:pt x="9" y="41"/>
                    </a:cubicBezTo>
                    <a:close/>
                  </a:path>
                </a:pathLst>
              </a:custGeom>
              <a:solidFill>
                <a:schemeClr val="accent4"/>
              </a:solidFill>
              <a:ln>
                <a:noFill/>
              </a:ln>
            </p:spPr>
            <p:txBody>
              <a:bodyPr anchor="ctr"/>
              <a:lstStyle/>
              <a:p>
                <a:pPr algn="ctr">
                  <a:lnSpc>
                    <a:spcPct val="120000"/>
                  </a:lnSpc>
                </a:pPr>
                <a:endParaRPr sz="3200">
                  <a:cs typeface="+mn-ea"/>
                  <a:sym typeface="+mn-lt"/>
                </a:endParaRPr>
              </a:p>
            </p:txBody>
          </p:sp>
          <p:sp>
            <p:nvSpPr>
              <p:cNvPr id="96" name="ï$ļiḓè">
                <a:extLst>
                  <a:ext uri="{FF2B5EF4-FFF2-40B4-BE49-F238E27FC236}">
                    <a16:creationId xmlns:a16="http://schemas.microsoft.com/office/drawing/2014/main" id="{2D80781F-A9C9-4D01-A372-382366DD3EC9}"/>
                  </a:ext>
                </a:extLst>
              </p:cNvPr>
              <p:cNvSpPr/>
              <p:nvPr/>
            </p:nvSpPr>
            <p:spPr bwMode="auto">
              <a:xfrm>
                <a:off x="9751777" y="3027271"/>
                <a:ext cx="113838" cy="113838"/>
              </a:xfrm>
              <a:custGeom>
                <a:avLst/>
                <a:gdLst>
                  <a:gd name="T0" fmla="*/ 17 w 20"/>
                  <a:gd name="T1" fmla="*/ 0 h 20"/>
                  <a:gd name="T2" fmla="*/ 9 w 20"/>
                  <a:gd name="T3" fmla="*/ 0 h 20"/>
                  <a:gd name="T4" fmla="*/ 0 w 20"/>
                  <a:gd name="T5" fmla="*/ 9 h 20"/>
                  <a:gd name="T6" fmla="*/ 0 w 20"/>
                  <a:gd name="T7" fmla="*/ 20 h 20"/>
                  <a:gd name="T8" fmla="*/ 7 w 20"/>
                  <a:gd name="T9" fmla="*/ 20 h 20"/>
                  <a:gd name="T10" fmla="*/ 7 w 20"/>
                  <a:gd name="T11" fmla="*/ 9 h 20"/>
                  <a:gd name="T12" fmla="*/ 9 w 20"/>
                  <a:gd name="T13" fmla="*/ 7 h 20"/>
                  <a:gd name="T14" fmla="*/ 20 w 20"/>
                  <a:gd name="T15" fmla="*/ 7 h 20"/>
                  <a:gd name="T16" fmla="*/ 17 w 20"/>
                  <a:gd name="T17" fmla="*/ 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 h="20">
                    <a:moveTo>
                      <a:pt x="17" y="0"/>
                    </a:moveTo>
                    <a:cubicBezTo>
                      <a:pt x="9" y="0"/>
                      <a:pt x="9" y="0"/>
                      <a:pt x="9" y="0"/>
                    </a:cubicBezTo>
                    <a:cubicBezTo>
                      <a:pt x="4" y="0"/>
                      <a:pt x="0" y="4"/>
                      <a:pt x="0" y="9"/>
                    </a:cubicBezTo>
                    <a:cubicBezTo>
                      <a:pt x="0" y="20"/>
                      <a:pt x="0" y="20"/>
                      <a:pt x="0" y="20"/>
                    </a:cubicBezTo>
                    <a:cubicBezTo>
                      <a:pt x="7" y="20"/>
                      <a:pt x="7" y="20"/>
                      <a:pt x="7" y="20"/>
                    </a:cubicBezTo>
                    <a:cubicBezTo>
                      <a:pt x="7" y="9"/>
                      <a:pt x="7" y="9"/>
                      <a:pt x="7" y="9"/>
                    </a:cubicBezTo>
                    <a:cubicBezTo>
                      <a:pt x="7" y="8"/>
                      <a:pt x="8" y="7"/>
                      <a:pt x="9" y="7"/>
                    </a:cubicBezTo>
                    <a:cubicBezTo>
                      <a:pt x="20" y="7"/>
                      <a:pt x="20" y="7"/>
                      <a:pt x="20" y="7"/>
                    </a:cubicBezTo>
                    <a:cubicBezTo>
                      <a:pt x="19" y="4"/>
                      <a:pt x="18" y="2"/>
                      <a:pt x="17" y="0"/>
                    </a:cubicBezTo>
                    <a:close/>
                  </a:path>
                </a:pathLst>
              </a:custGeom>
              <a:solidFill>
                <a:schemeClr val="accent4"/>
              </a:solidFill>
              <a:ln>
                <a:noFill/>
              </a:ln>
            </p:spPr>
            <p:txBody>
              <a:bodyPr anchor="ctr"/>
              <a:lstStyle/>
              <a:p>
                <a:pPr algn="ctr">
                  <a:lnSpc>
                    <a:spcPct val="120000"/>
                  </a:lnSpc>
                </a:pPr>
                <a:endParaRPr sz="3200">
                  <a:cs typeface="+mn-ea"/>
                  <a:sym typeface="+mn-lt"/>
                </a:endParaRPr>
              </a:p>
            </p:txBody>
          </p:sp>
          <p:sp>
            <p:nvSpPr>
              <p:cNvPr id="97" name="îṣḻîḍê">
                <a:extLst>
                  <a:ext uri="{FF2B5EF4-FFF2-40B4-BE49-F238E27FC236}">
                    <a16:creationId xmlns:a16="http://schemas.microsoft.com/office/drawing/2014/main" id="{89BD4821-A5FF-4D6F-9739-218777666EC3}"/>
                  </a:ext>
                </a:extLst>
              </p:cNvPr>
              <p:cNvSpPr/>
              <p:nvPr/>
            </p:nvSpPr>
            <p:spPr bwMode="auto">
              <a:xfrm>
                <a:off x="9716994" y="3198027"/>
                <a:ext cx="256134" cy="192890"/>
              </a:xfrm>
              <a:custGeom>
                <a:avLst/>
                <a:gdLst>
                  <a:gd name="T0" fmla="*/ 35 w 45"/>
                  <a:gd name="T1" fmla="*/ 0 h 34"/>
                  <a:gd name="T2" fmla="*/ 29 w 45"/>
                  <a:gd name="T3" fmla="*/ 0 h 34"/>
                  <a:gd name="T4" fmla="*/ 29 w 45"/>
                  <a:gd name="T5" fmla="*/ 9 h 34"/>
                  <a:gd name="T6" fmla="*/ 34 w 45"/>
                  <a:gd name="T7" fmla="*/ 15 h 34"/>
                  <a:gd name="T8" fmla="*/ 31 w 45"/>
                  <a:gd name="T9" fmla="*/ 19 h 34"/>
                  <a:gd name="T10" fmla="*/ 31 w 45"/>
                  <a:gd name="T11" fmla="*/ 19 h 34"/>
                  <a:gd name="T12" fmla="*/ 31 w 45"/>
                  <a:gd name="T13" fmla="*/ 27 h 34"/>
                  <a:gd name="T14" fmla="*/ 29 w 45"/>
                  <a:gd name="T15" fmla="*/ 27 h 34"/>
                  <a:gd name="T16" fmla="*/ 29 w 45"/>
                  <a:gd name="T17" fmla="*/ 34 h 34"/>
                  <a:gd name="T18" fmla="*/ 45 w 45"/>
                  <a:gd name="T19" fmla="*/ 34 h 34"/>
                  <a:gd name="T20" fmla="*/ 35 w 45"/>
                  <a:gd name="T21" fmla="*/ 0 h 34"/>
                  <a:gd name="T22" fmla="*/ 29 w 45"/>
                  <a:gd name="T23" fmla="*/ 0 h 34"/>
                  <a:gd name="T24" fmla="*/ 0 w 45"/>
                  <a:gd name="T25" fmla="*/ 0 h 34"/>
                  <a:gd name="T26" fmla="*/ 0 w 45"/>
                  <a:gd name="T27" fmla="*/ 34 h 34"/>
                  <a:gd name="T28" fmla="*/ 29 w 45"/>
                  <a:gd name="T29" fmla="*/ 34 h 34"/>
                  <a:gd name="T30" fmla="*/ 29 w 45"/>
                  <a:gd name="T31" fmla="*/ 27 h 34"/>
                  <a:gd name="T32" fmla="*/ 27 w 45"/>
                  <a:gd name="T33" fmla="*/ 27 h 34"/>
                  <a:gd name="T34" fmla="*/ 27 w 45"/>
                  <a:gd name="T35" fmla="*/ 19 h 34"/>
                  <a:gd name="T36" fmla="*/ 24 w 45"/>
                  <a:gd name="T37" fmla="*/ 15 h 34"/>
                  <a:gd name="T38" fmla="*/ 29 w 45"/>
                  <a:gd name="T39" fmla="*/ 9 h 34"/>
                  <a:gd name="T40" fmla="*/ 29 w 45"/>
                  <a:gd name="T41" fmla="*/ 9 h 34"/>
                  <a:gd name="T42" fmla="*/ 29 w 45"/>
                  <a:gd name="T43"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5" h="34">
                    <a:moveTo>
                      <a:pt x="35" y="0"/>
                    </a:moveTo>
                    <a:cubicBezTo>
                      <a:pt x="29" y="0"/>
                      <a:pt x="29" y="0"/>
                      <a:pt x="29" y="0"/>
                    </a:cubicBezTo>
                    <a:cubicBezTo>
                      <a:pt x="29" y="9"/>
                      <a:pt x="29" y="9"/>
                      <a:pt x="29" y="9"/>
                    </a:cubicBezTo>
                    <a:cubicBezTo>
                      <a:pt x="32" y="9"/>
                      <a:pt x="34" y="12"/>
                      <a:pt x="34" y="15"/>
                    </a:cubicBezTo>
                    <a:cubicBezTo>
                      <a:pt x="34" y="17"/>
                      <a:pt x="33" y="19"/>
                      <a:pt x="31" y="19"/>
                    </a:cubicBezTo>
                    <a:cubicBezTo>
                      <a:pt x="31" y="19"/>
                      <a:pt x="31" y="19"/>
                      <a:pt x="31" y="19"/>
                    </a:cubicBezTo>
                    <a:cubicBezTo>
                      <a:pt x="31" y="27"/>
                      <a:pt x="31" y="27"/>
                      <a:pt x="31" y="27"/>
                    </a:cubicBezTo>
                    <a:cubicBezTo>
                      <a:pt x="29" y="27"/>
                      <a:pt x="29" y="27"/>
                      <a:pt x="29" y="27"/>
                    </a:cubicBezTo>
                    <a:cubicBezTo>
                      <a:pt x="29" y="34"/>
                      <a:pt x="29" y="34"/>
                      <a:pt x="29" y="34"/>
                    </a:cubicBezTo>
                    <a:cubicBezTo>
                      <a:pt x="45" y="34"/>
                      <a:pt x="45" y="34"/>
                      <a:pt x="45" y="34"/>
                    </a:cubicBezTo>
                    <a:cubicBezTo>
                      <a:pt x="42" y="22"/>
                      <a:pt x="39" y="11"/>
                      <a:pt x="35" y="0"/>
                    </a:cubicBezTo>
                    <a:close/>
                    <a:moveTo>
                      <a:pt x="29" y="0"/>
                    </a:moveTo>
                    <a:cubicBezTo>
                      <a:pt x="0" y="0"/>
                      <a:pt x="0" y="0"/>
                      <a:pt x="0" y="0"/>
                    </a:cubicBezTo>
                    <a:cubicBezTo>
                      <a:pt x="0" y="34"/>
                      <a:pt x="0" y="34"/>
                      <a:pt x="0" y="34"/>
                    </a:cubicBezTo>
                    <a:cubicBezTo>
                      <a:pt x="29" y="34"/>
                      <a:pt x="29" y="34"/>
                      <a:pt x="29" y="34"/>
                    </a:cubicBezTo>
                    <a:cubicBezTo>
                      <a:pt x="29" y="27"/>
                      <a:pt x="29" y="27"/>
                      <a:pt x="29" y="27"/>
                    </a:cubicBezTo>
                    <a:cubicBezTo>
                      <a:pt x="27" y="27"/>
                      <a:pt x="27" y="27"/>
                      <a:pt x="27" y="27"/>
                    </a:cubicBezTo>
                    <a:cubicBezTo>
                      <a:pt x="27" y="19"/>
                      <a:pt x="27" y="19"/>
                      <a:pt x="27" y="19"/>
                    </a:cubicBezTo>
                    <a:cubicBezTo>
                      <a:pt x="25" y="19"/>
                      <a:pt x="24" y="17"/>
                      <a:pt x="24" y="15"/>
                    </a:cubicBezTo>
                    <a:cubicBezTo>
                      <a:pt x="24" y="12"/>
                      <a:pt x="26" y="9"/>
                      <a:pt x="29" y="9"/>
                    </a:cubicBezTo>
                    <a:cubicBezTo>
                      <a:pt x="29" y="9"/>
                      <a:pt x="29" y="9"/>
                      <a:pt x="29" y="9"/>
                    </a:cubicBezTo>
                    <a:lnTo>
                      <a:pt x="29" y="0"/>
                    </a:lnTo>
                    <a:close/>
                  </a:path>
                </a:pathLst>
              </a:custGeom>
              <a:solidFill>
                <a:schemeClr val="accent4"/>
              </a:solidFill>
              <a:ln>
                <a:noFill/>
              </a:ln>
            </p:spPr>
            <p:txBody>
              <a:bodyPr anchor="ctr"/>
              <a:lstStyle/>
              <a:p>
                <a:pPr algn="ctr">
                  <a:lnSpc>
                    <a:spcPct val="120000"/>
                  </a:lnSpc>
                </a:pPr>
                <a:endParaRPr sz="3200">
                  <a:cs typeface="+mn-ea"/>
                  <a:sym typeface="+mn-lt"/>
                </a:endParaRPr>
              </a:p>
            </p:txBody>
          </p:sp>
          <p:sp>
            <p:nvSpPr>
              <p:cNvPr id="98" name="ïşļíďè">
                <a:extLst>
                  <a:ext uri="{FF2B5EF4-FFF2-40B4-BE49-F238E27FC236}">
                    <a16:creationId xmlns:a16="http://schemas.microsoft.com/office/drawing/2014/main" id="{5F791806-55FD-405C-879E-069E006D0DA0}"/>
                  </a:ext>
                </a:extLst>
              </p:cNvPr>
              <p:cNvSpPr/>
              <p:nvPr/>
            </p:nvSpPr>
            <p:spPr bwMode="auto">
              <a:xfrm>
                <a:off x="7859233" y="2416977"/>
                <a:ext cx="200796" cy="85378"/>
              </a:xfrm>
              <a:custGeom>
                <a:avLst/>
                <a:gdLst>
                  <a:gd name="T0" fmla="*/ 0 w 127"/>
                  <a:gd name="T1" fmla="*/ 29 h 54"/>
                  <a:gd name="T2" fmla="*/ 51 w 127"/>
                  <a:gd name="T3" fmla="*/ 54 h 54"/>
                  <a:gd name="T4" fmla="*/ 127 w 127"/>
                  <a:gd name="T5" fmla="*/ 54 h 54"/>
                  <a:gd name="T6" fmla="*/ 15 w 127"/>
                  <a:gd name="T7" fmla="*/ 0 h 54"/>
                  <a:gd name="T8" fmla="*/ 0 w 127"/>
                  <a:gd name="T9" fmla="*/ 29 h 54"/>
                </a:gdLst>
                <a:ahLst/>
                <a:cxnLst>
                  <a:cxn ang="0">
                    <a:pos x="T0" y="T1"/>
                  </a:cxn>
                  <a:cxn ang="0">
                    <a:pos x="T2" y="T3"/>
                  </a:cxn>
                  <a:cxn ang="0">
                    <a:pos x="T4" y="T5"/>
                  </a:cxn>
                  <a:cxn ang="0">
                    <a:pos x="T6" y="T7"/>
                  </a:cxn>
                  <a:cxn ang="0">
                    <a:pos x="T8" y="T9"/>
                  </a:cxn>
                </a:cxnLst>
                <a:rect l="0" t="0" r="r" b="b"/>
                <a:pathLst>
                  <a:path w="127" h="54">
                    <a:moveTo>
                      <a:pt x="0" y="29"/>
                    </a:moveTo>
                    <a:lnTo>
                      <a:pt x="51" y="54"/>
                    </a:lnTo>
                    <a:lnTo>
                      <a:pt x="127" y="54"/>
                    </a:lnTo>
                    <a:lnTo>
                      <a:pt x="15" y="0"/>
                    </a:lnTo>
                    <a:lnTo>
                      <a:pt x="0" y="29"/>
                    </a:lnTo>
                    <a:close/>
                  </a:path>
                </a:pathLst>
              </a:custGeom>
              <a:solidFill>
                <a:schemeClr val="accent4"/>
              </a:solidFill>
              <a:ln>
                <a:noFill/>
              </a:ln>
              <a:extLst>
                <a:ext uri="{91240B29-F687-4f45-9708-019B960494DF}">
                  <a14:hiddenLine xmlns="" xmlns:lc="http://schemas.openxmlformats.org/drawingml/2006/lockedCanvas" xmlns:a14="http://schemas.microsoft.com/office/drawing/2010/main" xmlns:p14="http://schemas.microsoft.com/office/powerpoint/2010/main" xmlns:a16="http://schemas.microsoft.com/office/drawing/2014/main" w="9525">
                    <a:solidFill>
                      <a:srgbClr val="000000"/>
                    </a:solidFill>
                    <a:round/>
                    <a:headEnd/>
                    <a:tailEnd/>
                  </a14:hiddenLine>
                </a:ext>
              </a:extLst>
            </p:spPr>
            <p:txBody>
              <a:bodyPr anchor="ctr"/>
              <a:lstStyle/>
              <a:p>
                <a:pPr algn="ctr">
                  <a:lnSpc>
                    <a:spcPct val="120000"/>
                  </a:lnSpc>
                </a:pPr>
                <a:endParaRPr sz="3200">
                  <a:cs typeface="+mn-ea"/>
                  <a:sym typeface="+mn-lt"/>
                </a:endParaRPr>
              </a:p>
            </p:txBody>
          </p:sp>
          <p:sp>
            <p:nvSpPr>
              <p:cNvPr id="99" name="îšliḓe">
                <a:extLst>
                  <a:ext uri="{FF2B5EF4-FFF2-40B4-BE49-F238E27FC236}">
                    <a16:creationId xmlns:a16="http://schemas.microsoft.com/office/drawing/2014/main" id="{62210E46-014B-4EEA-9A31-CA1D91BF5DA7}"/>
                  </a:ext>
                </a:extLst>
              </p:cNvPr>
              <p:cNvSpPr/>
              <p:nvPr/>
            </p:nvSpPr>
            <p:spPr bwMode="auto">
              <a:xfrm>
                <a:off x="7859233" y="2513423"/>
                <a:ext cx="485390" cy="245066"/>
              </a:xfrm>
              <a:custGeom>
                <a:avLst/>
                <a:gdLst>
                  <a:gd name="T0" fmla="*/ 123 w 307"/>
                  <a:gd name="T1" fmla="*/ 155 h 155"/>
                  <a:gd name="T2" fmla="*/ 245 w 307"/>
                  <a:gd name="T3" fmla="*/ 155 h 155"/>
                  <a:gd name="T4" fmla="*/ 245 w 307"/>
                  <a:gd name="T5" fmla="*/ 123 h 155"/>
                  <a:gd name="T6" fmla="*/ 307 w 307"/>
                  <a:gd name="T7" fmla="*/ 123 h 155"/>
                  <a:gd name="T8" fmla="*/ 307 w 307"/>
                  <a:gd name="T9" fmla="*/ 33 h 155"/>
                  <a:gd name="T10" fmla="*/ 245 w 307"/>
                  <a:gd name="T11" fmla="*/ 33 h 155"/>
                  <a:gd name="T12" fmla="*/ 245 w 307"/>
                  <a:gd name="T13" fmla="*/ 0 h 155"/>
                  <a:gd name="T14" fmla="*/ 145 w 307"/>
                  <a:gd name="T15" fmla="*/ 0 h 155"/>
                  <a:gd name="T16" fmla="*/ 123 w 307"/>
                  <a:gd name="T17" fmla="*/ 0 h 155"/>
                  <a:gd name="T18" fmla="*/ 123 w 307"/>
                  <a:gd name="T19" fmla="*/ 62 h 155"/>
                  <a:gd name="T20" fmla="*/ 184 w 307"/>
                  <a:gd name="T21" fmla="*/ 62 h 155"/>
                  <a:gd name="T22" fmla="*/ 184 w 307"/>
                  <a:gd name="T23" fmla="*/ 94 h 155"/>
                  <a:gd name="T24" fmla="*/ 123 w 307"/>
                  <a:gd name="T25" fmla="*/ 94 h 155"/>
                  <a:gd name="T26" fmla="*/ 123 w 307"/>
                  <a:gd name="T27" fmla="*/ 155 h 155"/>
                  <a:gd name="T28" fmla="*/ 0 w 307"/>
                  <a:gd name="T29" fmla="*/ 155 h 155"/>
                  <a:gd name="T30" fmla="*/ 123 w 307"/>
                  <a:gd name="T31" fmla="*/ 155 h 155"/>
                  <a:gd name="T32" fmla="*/ 123 w 307"/>
                  <a:gd name="T33" fmla="*/ 94 h 155"/>
                  <a:gd name="T34" fmla="*/ 62 w 307"/>
                  <a:gd name="T35" fmla="*/ 94 h 155"/>
                  <a:gd name="T36" fmla="*/ 62 w 307"/>
                  <a:gd name="T37" fmla="*/ 62 h 155"/>
                  <a:gd name="T38" fmla="*/ 62 w 307"/>
                  <a:gd name="T39" fmla="*/ 62 h 155"/>
                  <a:gd name="T40" fmla="*/ 123 w 307"/>
                  <a:gd name="T41" fmla="*/ 62 h 155"/>
                  <a:gd name="T42" fmla="*/ 123 w 307"/>
                  <a:gd name="T43" fmla="*/ 0 h 155"/>
                  <a:gd name="T44" fmla="*/ 65 w 307"/>
                  <a:gd name="T45" fmla="*/ 0 h 155"/>
                  <a:gd name="T46" fmla="*/ 0 w 307"/>
                  <a:gd name="T47" fmla="*/ 0 h 155"/>
                  <a:gd name="T48" fmla="*/ 0 w 307"/>
                  <a:gd name="T49" fmla="*/ 155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07" h="155">
                    <a:moveTo>
                      <a:pt x="123" y="155"/>
                    </a:moveTo>
                    <a:lnTo>
                      <a:pt x="245" y="155"/>
                    </a:lnTo>
                    <a:lnTo>
                      <a:pt x="245" y="123"/>
                    </a:lnTo>
                    <a:lnTo>
                      <a:pt x="307" y="123"/>
                    </a:lnTo>
                    <a:lnTo>
                      <a:pt x="307" y="33"/>
                    </a:lnTo>
                    <a:lnTo>
                      <a:pt x="245" y="33"/>
                    </a:lnTo>
                    <a:lnTo>
                      <a:pt x="245" y="0"/>
                    </a:lnTo>
                    <a:lnTo>
                      <a:pt x="145" y="0"/>
                    </a:lnTo>
                    <a:lnTo>
                      <a:pt x="123" y="0"/>
                    </a:lnTo>
                    <a:lnTo>
                      <a:pt x="123" y="62"/>
                    </a:lnTo>
                    <a:lnTo>
                      <a:pt x="184" y="62"/>
                    </a:lnTo>
                    <a:lnTo>
                      <a:pt x="184" y="94"/>
                    </a:lnTo>
                    <a:lnTo>
                      <a:pt x="123" y="94"/>
                    </a:lnTo>
                    <a:lnTo>
                      <a:pt x="123" y="155"/>
                    </a:lnTo>
                    <a:close/>
                    <a:moveTo>
                      <a:pt x="0" y="155"/>
                    </a:moveTo>
                    <a:lnTo>
                      <a:pt x="123" y="155"/>
                    </a:lnTo>
                    <a:lnTo>
                      <a:pt x="123" y="94"/>
                    </a:lnTo>
                    <a:lnTo>
                      <a:pt x="62" y="94"/>
                    </a:lnTo>
                    <a:lnTo>
                      <a:pt x="62" y="62"/>
                    </a:lnTo>
                    <a:lnTo>
                      <a:pt x="62" y="62"/>
                    </a:lnTo>
                    <a:lnTo>
                      <a:pt x="123" y="62"/>
                    </a:lnTo>
                    <a:lnTo>
                      <a:pt x="123" y="0"/>
                    </a:lnTo>
                    <a:lnTo>
                      <a:pt x="65" y="0"/>
                    </a:lnTo>
                    <a:lnTo>
                      <a:pt x="0" y="0"/>
                    </a:lnTo>
                    <a:lnTo>
                      <a:pt x="0" y="155"/>
                    </a:lnTo>
                    <a:close/>
                  </a:path>
                </a:pathLst>
              </a:custGeom>
              <a:solidFill>
                <a:schemeClr val="accent4"/>
              </a:solidFill>
              <a:ln>
                <a:noFill/>
              </a:ln>
              <a:extLst>
                <a:ext uri="{91240B29-F687-4f45-9708-019B960494DF}">
                  <a14:hiddenLine xmlns="" xmlns:lc="http://schemas.openxmlformats.org/drawingml/2006/lockedCanvas" xmlns:a14="http://schemas.microsoft.com/office/drawing/2010/main" xmlns:p14="http://schemas.microsoft.com/office/powerpoint/2010/main" xmlns:a16="http://schemas.microsoft.com/office/drawing/2014/main" w="9525">
                    <a:solidFill>
                      <a:srgbClr val="000000"/>
                    </a:solidFill>
                    <a:round/>
                    <a:headEnd/>
                    <a:tailEnd/>
                  </a14:hiddenLine>
                </a:ext>
              </a:extLst>
            </p:spPr>
            <p:txBody>
              <a:bodyPr anchor="ctr"/>
              <a:lstStyle/>
              <a:p>
                <a:pPr algn="ctr">
                  <a:lnSpc>
                    <a:spcPct val="120000"/>
                  </a:lnSpc>
                </a:pPr>
                <a:endParaRPr sz="3200">
                  <a:cs typeface="+mn-ea"/>
                  <a:sym typeface="+mn-lt"/>
                </a:endParaRPr>
              </a:p>
            </p:txBody>
          </p:sp>
          <p:sp>
            <p:nvSpPr>
              <p:cNvPr id="100" name="ïṡḷîḑe">
                <a:extLst>
                  <a:ext uri="{FF2B5EF4-FFF2-40B4-BE49-F238E27FC236}">
                    <a16:creationId xmlns:a16="http://schemas.microsoft.com/office/drawing/2014/main" id="{2795189D-F80F-4662-89FB-08BFCEC18EA2}"/>
                  </a:ext>
                </a:extLst>
              </p:cNvPr>
              <p:cNvSpPr/>
              <p:nvPr/>
            </p:nvSpPr>
            <p:spPr bwMode="auto">
              <a:xfrm>
                <a:off x="7044982" y="2741098"/>
                <a:ext cx="109093" cy="183405"/>
              </a:xfrm>
              <a:custGeom>
                <a:avLst/>
                <a:gdLst>
                  <a:gd name="T0" fmla="*/ 0 w 19"/>
                  <a:gd name="T1" fmla="*/ 22 h 32"/>
                  <a:gd name="T2" fmla="*/ 0 w 19"/>
                  <a:gd name="T3" fmla="*/ 27 h 32"/>
                  <a:gd name="T4" fmla="*/ 6 w 19"/>
                  <a:gd name="T5" fmla="*/ 32 h 32"/>
                  <a:gd name="T6" fmla="*/ 14 w 19"/>
                  <a:gd name="T7" fmla="*/ 32 h 32"/>
                  <a:gd name="T8" fmla="*/ 19 w 19"/>
                  <a:gd name="T9" fmla="*/ 27 h 32"/>
                  <a:gd name="T10" fmla="*/ 19 w 19"/>
                  <a:gd name="T11" fmla="*/ 22 h 32"/>
                  <a:gd name="T12" fmla="*/ 12 w 19"/>
                  <a:gd name="T13" fmla="*/ 22 h 32"/>
                  <a:gd name="T14" fmla="*/ 12 w 19"/>
                  <a:gd name="T15" fmla="*/ 18 h 32"/>
                  <a:gd name="T16" fmla="*/ 19 w 19"/>
                  <a:gd name="T17" fmla="*/ 18 h 32"/>
                  <a:gd name="T18" fmla="*/ 19 w 19"/>
                  <a:gd name="T19" fmla="*/ 12 h 32"/>
                  <a:gd name="T20" fmla="*/ 12 w 19"/>
                  <a:gd name="T21" fmla="*/ 12 h 32"/>
                  <a:gd name="T22" fmla="*/ 12 w 19"/>
                  <a:gd name="T23" fmla="*/ 8 h 32"/>
                  <a:gd name="T24" fmla="*/ 19 w 19"/>
                  <a:gd name="T25" fmla="*/ 8 h 32"/>
                  <a:gd name="T26" fmla="*/ 19 w 19"/>
                  <a:gd name="T27" fmla="*/ 6 h 32"/>
                  <a:gd name="T28" fmla="*/ 14 w 19"/>
                  <a:gd name="T29" fmla="*/ 0 h 32"/>
                  <a:gd name="T30" fmla="*/ 6 w 19"/>
                  <a:gd name="T31" fmla="*/ 0 h 32"/>
                  <a:gd name="T32" fmla="*/ 0 w 19"/>
                  <a:gd name="T33" fmla="*/ 6 h 32"/>
                  <a:gd name="T34" fmla="*/ 0 w 19"/>
                  <a:gd name="T35" fmla="*/ 8 h 32"/>
                  <a:gd name="T36" fmla="*/ 7 w 19"/>
                  <a:gd name="T37" fmla="*/ 8 h 32"/>
                  <a:gd name="T38" fmla="*/ 7 w 19"/>
                  <a:gd name="T39" fmla="*/ 12 h 32"/>
                  <a:gd name="T40" fmla="*/ 0 w 19"/>
                  <a:gd name="T41" fmla="*/ 12 h 32"/>
                  <a:gd name="T42" fmla="*/ 0 w 19"/>
                  <a:gd name="T43" fmla="*/ 18 h 32"/>
                  <a:gd name="T44" fmla="*/ 7 w 19"/>
                  <a:gd name="T45" fmla="*/ 18 h 32"/>
                  <a:gd name="T46" fmla="*/ 7 w 19"/>
                  <a:gd name="T47" fmla="*/ 22 h 32"/>
                  <a:gd name="T48" fmla="*/ 0 w 19"/>
                  <a:gd name="T49" fmla="*/ 2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9" h="32">
                    <a:moveTo>
                      <a:pt x="0" y="22"/>
                    </a:moveTo>
                    <a:cubicBezTo>
                      <a:pt x="0" y="27"/>
                      <a:pt x="0" y="27"/>
                      <a:pt x="0" y="27"/>
                    </a:cubicBezTo>
                    <a:cubicBezTo>
                      <a:pt x="0" y="30"/>
                      <a:pt x="3" y="32"/>
                      <a:pt x="6" y="32"/>
                    </a:cubicBezTo>
                    <a:cubicBezTo>
                      <a:pt x="14" y="32"/>
                      <a:pt x="14" y="32"/>
                      <a:pt x="14" y="32"/>
                    </a:cubicBezTo>
                    <a:cubicBezTo>
                      <a:pt x="17" y="32"/>
                      <a:pt x="19" y="30"/>
                      <a:pt x="19" y="27"/>
                    </a:cubicBezTo>
                    <a:cubicBezTo>
                      <a:pt x="19" y="22"/>
                      <a:pt x="19" y="22"/>
                      <a:pt x="19" y="22"/>
                    </a:cubicBezTo>
                    <a:cubicBezTo>
                      <a:pt x="12" y="22"/>
                      <a:pt x="12" y="22"/>
                      <a:pt x="12" y="22"/>
                    </a:cubicBezTo>
                    <a:cubicBezTo>
                      <a:pt x="12" y="18"/>
                      <a:pt x="12" y="18"/>
                      <a:pt x="12" y="18"/>
                    </a:cubicBezTo>
                    <a:cubicBezTo>
                      <a:pt x="19" y="18"/>
                      <a:pt x="19" y="18"/>
                      <a:pt x="19" y="18"/>
                    </a:cubicBezTo>
                    <a:cubicBezTo>
                      <a:pt x="19" y="12"/>
                      <a:pt x="19" y="12"/>
                      <a:pt x="19" y="12"/>
                    </a:cubicBezTo>
                    <a:cubicBezTo>
                      <a:pt x="12" y="12"/>
                      <a:pt x="12" y="12"/>
                      <a:pt x="12" y="12"/>
                    </a:cubicBezTo>
                    <a:cubicBezTo>
                      <a:pt x="12" y="8"/>
                      <a:pt x="12" y="8"/>
                      <a:pt x="12" y="8"/>
                    </a:cubicBezTo>
                    <a:cubicBezTo>
                      <a:pt x="19" y="8"/>
                      <a:pt x="19" y="8"/>
                      <a:pt x="19" y="8"/>
                    </a:cubicBezTo>
                    <a:cubicBezTo>
                      <a:pt x="19" y="6"/>
                      <a:pt x="19" y="6"/>
                      <a:pt x="19" y="6"/>
                    </a:cubicBezTo>
                    <a:cubicBezTo>
                      <a:pt x="19" y="3"/>
                      <a:pt x="17" y="0"/>
                      <a:pt x="14" y="0"/>
                    </a:cubicBezTo>
                    <a:cubicBezTo>
                      <a:pt x="6" y="0"/>
                      <a:pt x="6" y="0"/>
                      <a:pt x="6" y="0"/>
                    </a:cubicBezTo>
                    <a:cubicBezTo>
                      <a:pt x="3" y="0"/>
                      <a:pt x="0" y="3"/>
                      <a:pt x="0" y="6"/>
                    </a:cubicBezTo>
                    <a:cubicBezTo>
                      <a:pt x="0" y="8"/>
                      <a:pt x="0" y="8"/>
                      <a:pt x="0" y="8"/>
                    </a:cubicBezTo>
                    <a:cubicBezTo>
                      <a:pt x="7" y="8"/>
                      <a:pt x="7" y="8"/>
                      <a:pt x="7" y="8"/>
                    </a:cubicBezTo>
                    <a:cubicBezTo>
                      <a:pt x="7" y="12"/>
                      <a:pt x="7" y="12"/>
                      <a:pt x="7" y="12"/>
                    </a:cubicBezTo>
                    <a:cubicBezTo>
                      <a:pt x="0" y="12"/>
                      <a:pt x="0" y="12"/>
                      <a:pt x="0" y="12"/>
                    </a:cubicBezTo>
                    <a:cubicBezTo>
                      <a:pt x="0" y="18"/>
                      <a:pt x="0" y="18"/>
                      <a:pt x="0" y="18"/>
                    </a:cubicBezTo>
                    <a:cubicBezTo>
                      <a:pt x="7" y="18"/>
                      <a:pt x="7" y="18"/>
                      <a:pt x="7" y="18"/>
                    </a:cubicBezTo>
                    <a:cubicBezTo>
                      <a:pt x="7" y="22"/>
                      <a:pt x="7" y="22"/>
                      <a:pt x="7" y="22"/>
                    </a:cubicBezTo>
                    <a:lnTo>
                      <a:pt x="0" y="22"/>
                    </a:lnTo>
                    <a:close/>
                  </a:path>
                </a:pathLst>
              </a:custGeom>
              <a:solidFill>
                <a:schemeClr val="accent4"/>
              </a:solidFill>
              <a:ln>
                <a:noFill/>
              </a:ln>
              <a:extLst>
                <a:ext uri="{91240B29-F687-4f45-9708-019B960494DF}">
                  <a14:hiddenLine xmlns="" xmlns:lc="http://schemas.openxmlformats.org/drawingml/2006/lockedCanvas" xmlns:a14="http://schemas.microsoft.com/office/drawing/2010/main" xmlns:p14="http://schemas.microsoft.com/office/powerpoint/2010/main" xmlns:a16="http://schemas.microsoft.com/office/drawing/2014/main" w="9525">
                    <a:solidFill>
                      <a:srgbClr val="000000"/>
                    </a:solidFill>
                    <a:round/>
                    <a:headEnd/>
                    <a:tailEnd/>
                  </a14:hiddenLine>
                </a:ext>
              </a:extLst>
            </p:spPr>
            <p:txBody>
              <a:bodyPr anchor="ctr"/>
              <a:lstStyle/>
              <a:p>
                <a:pPr algn="ctr">
                  <a:lnSpc>
                    <a:spcPct val="120000"/>
                  </a:lnSpc>
                </a:pPr>
                <a:endParaRPr sz="3200">
                  <a:cs typeface="+mn-ea"/>
                  <a:sym typeface="+mn-lt"/>
                </a:endParaRPr>
              </a:p>
            </p:txBody>
          </p:sp>
          <p:sp>
            <p:nvSpPr>
              <p:cNvPr id="101" name="iṥḻïdè">
                <a:extLst>
                  <a:ext uri="{FF2B5EF4-FFF2-40B4-BE49-F238E27FC236}">
                    <a16:creationId xmlns:a16="http://schemas.microsoft.com/office/drawing/2014/main" id="{8A0C3DCB-C681-41DD-B574-7E111CCEC44F}"/>
                  </a:ext>
                </a:extLst>
              </p:cNvPr>
              <p:cNvSpPr/>
              <p:nvPr/>
            </p:nvSpPr>
            <p:spPr bwMode="auto">
              <a:xfrm>
                <a:off x="7016522" y="2907110"/>
                <a:ext cx="170756" cy="107513"/>
              </a:xfrm>
              <a:custGeom>
                <a:avLst/>
                <a:gdLst>
                  <a:gd name="T0" fmla="*/ 0 w 30"/>
                  <a:gd name="T1" fmla="*/ 0 h 19"/>
                  <a:gd name="T2" fmla="*/ 10 w 30"/>
                  <a:gd name="T3" fmla="*/ 9 h 19"/>
                  <a:gd name="T4" fmla="*/ 13 w 30"/>
                  <a:gd name="T5" fmla="*/ 9 h 19"/>
                  <a:gd name="T6" fmla="*/ 13 w 30"/>
                  <a:gd name="T7" fmla="*/ 15 h 19"/>
                  <a:gd name="T8" fmla="*/ 9 w 30"/>
                  <a:gd name="T9" fmla="*/ 15 h 19"/>
                  <a:gd name="T10" fmla="*/ 9 w 30"/>
                  <a:gd name="T11" fmla="*/ 19 h 19"/>
                  <a:gd name="T12" fmla="*/ 21 w 30"/>
                  <a:gd name="T13" fmla="*/ 19 h 19"/>
                  <a:gd name="T14" fmla="*/ 21 w 30"/>
                  <a:gd name="T15" fmla="*/ 15 h 19"/>
                  <a:gd name="T16" fmla="*/ 17 w 30"/>
                  <a:gd name="T17" fmla="*/ 15 h 19"/>
                  <a:gd name="T18" fmla="*/ 17 w 30"/>
                  <a:gd name="T19" fmla="*/ 9 h 19"/>
                  <a:gd name="T20" fmla="*/ 20 w 30"/>
                  <a:gd name="T21" fmla="*/ 9 h 19"/>
                  <a:gd name="T22" fmla="*/ 30 w 30"/>
                  <a:gd name="T23" fmla="*/ 0 h 19"/>
                  <a:gd name="T24" fmla="*/ 26 w 30"/>
                  <a:gd name="T25" fmla="*/ 0 h 19"/>
                  <a:gd name="T26" fmla="*/ 20 w 30"/>
                  <a:gd name="T27" fmla="*/ 5 h 19"/>
                  <a:gd name="T28" fmla="*/ 10 w 30"/>
                  <a:gd name="T29" fmla="*/ 5 h 19"/>
                  <a:gd name="T30" fmla="*/ 4 w 30"/>
                  <a:gd name="T31" fmla="*/ 0 h 19"/>
                  <a:gd name="T32" fmla="*/ 0 w 30"/>
                  <a:gd name="T33"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0" h="19">
                    <a:moveTo>
                      <a:pt x="0" y="0"/>
                    </a:moveTo>
                    <a:cubicBezTo>
                      <a:pt x="1" y="5"/>
                      <a:pt x="5" y="9"/>
                      <a:pt x="10" y="9"/>
                    </a:cubicBezTo>
                    <a:cubicBezTo>
                      <a:pt x="13" y="9"/>
                      <a:pt x="13" y="9"/>
                      <a:pt x="13" y="9"/>
                    </a:cubicBezTo>
                    <a:cubicBezTo>
                      <a:pt x="13" y="15"/>
                      <a:pt x="13" y="15"/>
                      <a:pt x="13" y="15"/>
                    </a:cubicBezTo>
                    <a:cubicBezTo>
                      <a:pt x="9" y="15"/>
                      <a:pt x="9" y="15"/>
                      <a:pt x="9" y="15"/>
                    </a:cubicBezTo>
                    <a:cubicBezTo>
                      <a:pt x="9" y="19"/>
                      <a:pt x="9" y="19"/>
                      <a:pt x="9" y="19"/>
                    </a:cubicBezTo>
                    <a:cubicBezTo>
                      <a:pt x="21" y="19"/>
                      <a:pt x="21" y="19"/>
                      <a:pt x="21" y="19"/>
                    </a:cubicBezTo>
                    <a:cubicBezTo>
                      <a:pt x="21" y="15"/>
                      <a:pt x="21" y="15"/>
                      <a:pt x="21" y="15"/>
                    </a:cubicBezTo>
                    <a:cubicBezTo>
                      <a:pt x="17" y="15"/>
                      <a:pt x="17" y="15"/>
                      <a:pt x="17" y="15"/>
                    </a:cubicBezTo>
                    <a:cubicBezTo>
                      <a:pt x="17" y="9"/>
                      <a:pt x="17" y="9"/>
                      <a:pt x="17" y="9"/>
                    </a:cubicBezTo>
                    <a:cubicBezTo>
                      <a:pt x="20" y="9"/>
                      <a:pt x="20" y="9"/>
                      <a:pt x="20" y="9"/>
                    </a:cubicBezTo>
                    <a:cubicBezTo>
                      <a:pt x="25" y="9"/>
                      <a:pt x="29" y="5"/>
                      <a:pt x="30" y="0"/>
                    </a:cubicBezTo>
                    <a:cubicBezTo>
                      <a:pt x="26" y="0"/>
                      <a:pt x="26" y="0"/>
                      <a:pt x="26" y="0"/>
                    </a:cubicBezTo>
                    <a:cubicBezTo>
                      <a:pt x="25" y="2"/>
                      <a:pt x="23" y="5"/>
                      <a:pt x="20" y="5"/>
                    </a:cubicBezTo>
                    <a:cubicBezTo>
                      <a:pt x="10" y="5"/>
                      <a:pt x="10" y="5"/>
                      <a:pt x="10" y="5"/>
                    </a:cubicBezTo>
                    <a:cubicBezTo>
                      <a:pt x="7" y="5"/>
                      <a:pt x="4" y="2"/>
                      <a:pt x="4" y="0"/>
                    </a:cubicBezTo>
                    <a:lnTo>
                      <a:pt x="0" y="0"/>
                    </a:lnTo>
                    <a:close/>
                  </a:path>
                </a:pathLst>
              </a:custGeom>
              <a:solidFill>
                <a:schemeClr val="accent4"/>
              </a:solidFill>
              <a:ln>
                <a:noFill/>
              </a:ln>
              <a:extLst>
                <a:ext uri="{91240B29-F687-4f45-9708-019B960494DF}">
                  <a14:hiddenLine xmlns="" xmlns:lc="http://schemas.openxmlformats.org/drawingml/2006/lockedCanvas" xmlns:a14="http://schemas.microsoft.com/office/drawing/2010/main" xmlns:p14="http://schemas.microsoft.com/office/powerpoint/2010/main" xmlns:a16="http://schemas.microsoft.com/office/drawing/2014/main" w="9525">
                    <a:solidFill>
                      <a:srgbClr val="000000"/>
                    </a:solidFill>
                    <a:round/>
                    <a:headEnd/>
                    <a:tailEnd/>
                  </a14:hiddenLine>
                </a:ext>
              </a:extLst>
            </p:spPr>
            <p:txBody>
              <a:bodyPr anchor="ctr"/>
              <a:lstStyle/>
              <a:p>
                <a:pPr algn="ctr">
                  <a:lnSpc>
                    <a:spcPct val="120000"/>
                  </a:lnSpc>
                </a:pPr>
                <a:endParaRPr sz="3200">
                  <a:cs typeface="+mn-ea"/>
                  <a:sym typeface="+mn-lt"/>
                </a:endParaRPr>
              </a:p>
            </p:txBody>
          </p:sp>
          <p:sp>
            <p:nvSpPr>
              <p:cNvPr id="102" name="îśliḍê">
                <a:extLst>
                  <a:ext uri="{FF2B5EF4-FFF2-40B4-BE49-F238E27FC236}">
                    <a16:creationId xmlns:a16="http://schemas.microsoft.com/office/drawing/2014/main" id="{470A809B-647C-4212-B605-C626C80FF1E1}"/>
                  </a:ext>
                </a:extLst>
              </p:cNvPr>
              <p:cNvSpPr/>
              <p:nvPr/>
            </p:nvSpPr>
            <p:spPr bwMode="auto">
              <a:xfrm>
                <a:off x="9279037" y="3272337"/>
                <a:ext cx="347836" cy="175499"/>
              </a:xfrm>
              <a:custGeom>
                <a:avLst/>
                <a:gdLst>
                  <a:gd name="T0" fmla="*/ 53 w 61"/>
                  <a:gd name="T1" fmla="*/ 22 h 31"/>
                  <a:gd name="T2" fmla="*/ 61 w 61"/>
                  <a:gd name="T3" fmla="*/ 11 h 31"/>
                  <a:gd name="T4" fmla="*/ 53 w 61"/>
                  <a:gd name="T5" fmla="*/ 1 h 31"/>
                  <a:gd name="T6" fmla="*/ 53 w 61"/>
                  <a:gd name="T7" fmla="*/ 5 h 31"/>
                  <a:gd name="T8" fmla="*/ 57 w 61"/>
                  <a:gd name="T9" fmla="*/ 11 h 31"/>
                  <a:gd name="T10" fmla="*/ 53 w 61"/>
                  <a:gd name="T11" fmla="*/ 17 h 31"/>
                  <a:gd name="T12" fmla="*/ 53 w 61"/>
                  <a:gd name="T13" fmla="*/ 22 h 31"/>
                  <a:gd name="T14" fmla="*/ 26 w 61"/>
                  <a:gd name="T15" fmla="*/ 31 h 31"/>
                  <a:gd name="T16" fmla="*/ 46 w 61"/>
                  <a:gd name="T17" fmla="*/ 21 h 31"/>
                  <a:gd name="T18" fmla="*/ 51 w 61"/>
                  <a:gd name="T19" fmla="*/ 22 h 31"/>
                  <a:gd name="T20" fmla="*/ 53 w 61"/>
                  <a:gd name="T21" fmla="*/ 22 h 31"/>
                  <a:gd name="T22" fmla="*/ 53 w 61"/>
                  <a:gd name="T23" fmla="*/ 17 h 31"/>
                  <a:gd name="T24" fmla="*/ 51 w 61"/>
                  <a:gd name="T25" fmla="*/ 17 h 31"/>
                  <a:gd name="T26" fmla="*/ 49 w 61"/>
                  <a:gd name="T27" fmla="*/ 17 h 31"/>
                  <a:gd name="T28" fmla="*/ 52 w 61"/>
                  <a:gd name="T29" fmla="*/ 5 h 31"/>
                  <a:gd name="T30" fmla="*/ 52 w 61"/>
                  <a:gd name="T31" fmla="*/ 5 h 31"/>
                  <a:gd name="T32" fmla="*/ 52 w 61"/>
                  <a:gd name="T33" fmla="*/ 5 h 31"/>
                  <a:gd name="T34" fmla="*/ 53 w 61"/>
                  <a:gd name="T35" fmla="*/ 5 h 31"/>
                  <a:gd name="T36" fmla="*/ 53 w 61"/>
                  <a:gd name="T37" fmla="*/ 1 h 31"/>
                  <a:gd name="T38" fmla="*/ 51 w 61"/>
                  <a:gd name="T39" fmla="*/ 0 h 31"/>
                  <a:gd name="T40" fmla="*/ 51 w 61"/>
                  <a:gd name="T41" fmla="*/ 0 h 31"/>
                  <a:gd name="T42" fmla="*/ 1 w 61"/>
                  <a:gd name="T43" fmla="*/ 0 h 31"/>
                  <a:gd name="T44" fmla="*/ 0 w 61"/>
                  <a:gd name="T45" fmla="*/ 5 h 31"/>
                  <a:gd name="T46" fmla="*/ 26 w 61"/>
                  <a:gd name="T47" fmla="*/ 31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1" h="31">
                    <a:moveTo>
                      <a:pt x="53" y="22"/>
                    </a:moveTo>
                    <a:cubicBezTo>
                      <a:pt x="58" y="21"/>
                      <a:pt x="61" y="16"/>
                      <a:pt x="61" y="11"/>
                    </a:cubicBezTo>
                    <a:cubicBezTo>
                      <a:pt x="61" y="6"/>
                      <a:pt x="58" y="1"/>
                      <a:pt x="53" y="1"/>
                    </a:cubicBezTo>
                    <a:cubicBezTo>
                      <a:pt x="53" y="5"/>
                      <a:pt x="53" y="5"/>
                      <a:pt x="53" y="5"/>
                    </a:cubicBezTo>
                    <a:cubicBezTo>
                      <a:pt x="55" y="6"/>
                      <a:pt x="57" y="8"/>
                      <a:pt x="57" y="11"/>
                    </a:cubicBezTo>
                    <a:cubicBezTo>
                      <a:pt x="57" y="14"/>
                      <a:pt x="55" y="16"/>
                      <a:pt x="53" y="17"/>
                    </a:cubicBezTo>
                    <a:lnTo>
                      <a:pt x="53" y="22"/>
                    </a:lnTo>
                    <a:close/>
                    <a:moveTo>
                      <a:pt x="26" y="31"/>
                    </a:moveTo>
                    <a:cubicBezTo>
                      <a:pt x="34" y="31"/>
                      <a:pt x="41" y="27"/>
                      <a:pt x="46" y="21"/>
                    </a:cubicBezTo>
                    <a:cubicBezTo>
                      <a:pt x="47" y="22"/>
                      <a:pt x="49" y="22"/>
                      <a:pt x="51" y="22"/>
                    </a:cubicBezTo>
                    <a:cubicBezTo>
                      <a:pt x="51" y="22"/>
                      <a:pt x="52" y="22"/>
                      <a:pt x="53" y="22"/>
                    </a:cubicBezTo>
                    <a:cubicBezTo>
                      <a:pt x="53" y="17"/>
                      <a:pt x="53" y="17"/>
                      <a:pt x="53" y="17"/>
                    </a:cubicBezTo>
                    <a:cubicBezTo>
                      <a:pt x="52" y="17"/>
                      <a:pt x="51" y="17"/>
                      <a:pt x="51" y="17"/>
                    </a:cubicBezTo>
                    <a:cubicBezTo>
                      <a:pt x="50" y="17"/>
                      <a:pt x="49" y="17"/>
                      <a:pt x="49" y="17"/>
                    </a:cubicBezTo>
                    <a:cubicBezTo>
                      <a:pt x="51" y="13"/>
                      <a:pt x="52" y="9"/>
                      <a:pt x="52" y="5"/>
                    </a:cubicBezTo>
                    <a:cubicBezTo>
                      <a:pt x="52" y="5"/>
                      <a:pt x="52" y="5"/>
                      <a:pt x="52" y="5"/>
                    </a:cubicBezTo>
                    <a:cubicBezTo>
                      <a:pt x="52" y="5"/>
                      <a:pt x="52" y="5"/>
                      <a:pt x="52" y="5"/>
                    </a:cubicBezTo>
                    <a:cubicBezTo>
                      <a:pt x="52" y="5"/>
                      <a:pt x="52" y="5"/>
                      <a:pt x="53" y="5"/>
                    </a:cubicBezTo>
                    <a:cubicBezTo>
                      <a:pt x="53" y="1"/>
                      <a:pt x="53" y="1"/>
                      <a:pt x="53" y="1"/>
                    </a:cubicBezTo>
                    <a:cubicBezTo>
                      <a:pt x="52" y="0"/>
                      <a:pt x="52" y="0"/>
                      <a:pt x="51" y="0"/>
                    </a:cubicBezTo>
                    <a:cubicBezTo>
                      <a:pt x="51" y="0"/>
                      <a:pt x="51" y="0"/>
                      <a:pt x="51" y="0"/>
                    </a:cubicBezTo>
                    <a:cubicBezTo>
                      <a:pt x="1" y="0"/>
                      <a:pt x="1" y="0"/>
                      <a:pt x="1" y="0"/>
                    </a:cubicBezTo>
                    <a:cubicBezTo>
                      <a:pt x="0" y="2"/>
                      <a:pt x="0" y="3"/>
                      <a:pt x="0" y="5"/>
                    </a:cubicBezTo>
                    <a:cubicBezTo>
                      <a:pt x="0" y="19"/>
                      <a:pt x="12" y="31"/>
                      <a:pt x="26" y="31"/>
                    </a:cubicBezTo>
                    <a:close/>
                  </a:path>
                </a:pathLst>
              </a:custGeom>
              <a:solidFill>
                <a:schemeClr val="accent4"/>
              </a:solidFill>
              <a:ln>
                <a:noFill/>
              </a:ln>
              <a:extLst>
                <a:ext uri="{91240B29-F687-4f45-9708-019B960494DF}">
                  <a14:hiddenLine xmlns="" xmlns:lc="http://schemas.openxmlformats.org/drawingml/2006/lockedCanvas" xmlns:a14="http://schemas.microsoft.com/office/drawing/2010/main" xmlns:p14="http://schemas.microsoft.com/office/powerpoint/2010/main" xmlns:a16="http://schemas.microsoft.com/office/drawing/2014/main" w="9525">
                    <a:solidFill>
                      <a:srgbClr val="000000"/>
                    </a:solidFill>
                    <a:round/>
                    <a:headEnd/>
                    <a:tailEnd/>
                  </a14:hiddenLine>
                </a:ext>
              </a:extLst>
            </p:spPr>
            <p:txBody>
              <a:bodyPr anchor="ctr"/>
              <a:lstStyle/>
              <a:p>
                <a:pPr algn="ctr">
                  <a:lnSpc>
                    <a:spcPct val="120000"/>
                  </a:lnSpc>
                </a:pPr>
                <a:endParaRPr sz="3200" dirty="0">
                  <a:cs typeface="+mn-ea"/>
                  <a:sym typeface="+mn-lt"/>
                </a:endParaRPr>
              </a:p>
            </p:txBody>
          </p:sp>
          <p:sp>
            <p:nvSpPr>
              <p:cNvPr id="103" name="î$1iḋe">
                <a:extLst>
                  <a:ext uri="{FF2B5EF4-FFF2-40B4-BE49-F238E27FC236}">
                    <a16:creationId xmlns:a16="http://schemas.microsoft.com/office/drawing/2014/main" id="{AC36125D-8E6C-41CA-AE55-015070BE2C0D}"/>
                  </a:ext>
                </a:extLst>
              </p:cNvPr>
              <p:cNvSpPr/>
              <p:nvPr/>
            </p:nvSpPr>
            <p:spPr bwMode="auto">
              <a:xfrm>
                <a:off x="9279037" y="3460485"/>
                <a:ext cx="319376" cy="28459"/>
              </a:xfrm>
              <a:prstGeom prst="rect">
                <a:avLst/>
              </a:prstGeom>
              <a:solidFill>
                <a:schemeClr val="accent4"/>
              </a:solidFill>
              <a:ln>
                <a:noFill/>
              </a:ln>
              <a:extLst>
                <a:ext uri="{91240B29-F687-4f45-9708-019B960494DF}">
                  <a14:hiddenLine xmlns="" xmlns:lc="http://schemas.openxmlformats.org/drawingml/2006/lockedCanvas" xmlns:a14="http://schemas.microsoft.com/office/drawing/2010/main" xmlns:p14="http://schemas.microsoft.com/office/powerpoint/2010/main" xmlns:a16="http://schemas.microsoft.com/office/drawing/2014/main" w="9525">
                    <a:solidFill>
                      <a:srgbClr val="000000"/>
                    </a:solidFill>
                    <a:miter lim="800000"/>
                    <a:headEnd/>
                    <a:tailEnd/>
                  </a14:hiddenLine>
                </a:ext>
              </a:extLst>
            </p:spPr>
            <p:txBody>
              <a:bodyPr anchor="ctr"/>
              <a:lstStyle/>
              <a:p>
                <a:pPr algn="ctr">
                  <a:lnSpc>
                    <a:spcPct val="120000"/>
                  </a:lnSpc>
                </a:pPr>
                <a:endParaRPr sz="3200">
                  <a:cs typeface="+mn-ea"/>
                  <a:sym typeface="+mn-lt"/>
                </a:endParaRPr>
              </a:p>
            </p:txBody>
          </p:sp>
          <p:sp>
            <p:nvSpPr>
              <p:cNvPr id="104" name="íṣḷïḍê">
                <a:extLst>
                  <a:ext uri="{FF2B5EF4-FFF2-40B4-BE49-F238E27FC236}">
                    <a16:creationId xmlns:a16="http://schemas.microsoft.com/office/drawing/2014/main" id="{A828B377-8953-4EAB-A05C-F3AC58F69AB7}"/>
                  </a:ext>
                </a:extLst>
              </p:cNvPr>
              <p:cNvSpPr/>
              <p:nvPr/>
            </p:nvSpPr>
            <p:spPr bwMode="auto">
              <a:xfrm>
                <a:off x="9353347" y="3117393"/>
                <a:ext cx="56919" cy="148621"/>
              </a:xfrm>
              <a:custGeom>
                <a:avLst/>
                <a:gdLst>
                  <a:gd name="T0" fmla="*/ 3 w 10"/>
                  <a:gd name="T1" fmla="*/ 19 h 26"/>
                  <a:gd name="T2" fmla="*/ 5 w 10"/>
                  <a:gd name="T3" fmla="*/ 25 h 26"/>
                  <a:gd name="T4" fmla="*/ 9 w 10"/>
                  <a:gd name="T5" fmla="*/ 16 h 26"/>
                  <a:gd name="T6" fmla="*/ 7 w 10"/>
                  <a:gd name="T7" fmla="*/ 11 h 26"/>
                  <a:gd name="T8" fmla="*/ 6 w 10"/>
                  <a:gd name="T9" fmla="*/ 7 h 26"/>
                  <a:gd name="T10" fmla="*/ 4 w 10"/>
                  <a:gd name="T11" fmla="*/ 2 h 26"/>
                  <a:gd name="T12" fmla="*/ 1 w 10"/>
                  <a:gd name="T13" fmla="*/ 11 h 26"/>
                  <a:gd name="T14" fmla="*/ 3 w 10"/>
                  <a:gd name="T15" fmla="*/ 19 h 2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 h="26">
                    <a:moveTo>
                      <a:pt x="3" y="19"/>
                    </a:moveTo>
                    <a:cubicBezTo>
                      <a:pt x="0" y="21"/>
                      <a:pt x="2" y="26"/>
                      <a:pt x="5" y="25"/>
                    </a:cubicBezTo>
                    <a:cubicBezTo>
                      <a:pt x="9" y="23"/>
                      <a:pt x="10" y="19"/>
                      <a:pt x="9" y="16"/>
                    </a:cubicBezTo>
                    <a:cubicBezTo>
                      <a:pt x="9" y="14"/>
                      <a:pt x="7" y="12"/>
                      <a:pt x="7" y="11"/>
                    </a:cubicBezTo>
                    <a:cubicBezTo>
                      <a:pt x="6" y="10"/>
                      <a:pt x="5" y="7"/>
                      <a:pt x="6" y="7"/>
                    </a:cubicBezTo>
                    <a:cubicBezTo>
                      <a:pt x="9" y="5"/>
                      <a:pt x="7" y="0"/>
                      <a:pt x="4" y="2"/>
                    </a:cubicBezTo>
                    <a:cubicBezTo>
                      <a:pt x="1" y="4"/>
                      <a:pt x="0" y="8"/>
                      <a:pt x="1" y="11"/>
                    </a:cubicBezTo>
                    <a:cubicBezTo>
                      <a:pt x="1" y="12"/>
                      <a:pt x="6" y="19"/>
                      <a:pt x="3" y="19"/>
                    </a:cubicBezTo>
                    <a:close/>
                  </a:path>
                </a:pathLst>
              </a:custGeom>
              <a:solidFill>
                <a:schemeClr val="accent4"/>
              </a:solidFill>
              <a:ln>
                <a:noFill/>
              </a:ln>
              <a:extLst>
                <a:ext uri="{91240B29-F687-4f45-9708-019B960494DF}">
                  <a14:hiddenLine xmlns="" xmlns:lc="http://schemas.openxmlformats.org/drawingml/2006/lockedCanvas" xmlns:a14="http://schemas.microsoft.com/office/drawing/2010/main" xmlns:p14="http://schemas.microsoft.com/office/powerpoint/2010/main" xmlns:a16="http://schemas.microsoft.com/office/drawing/2014/main" w="9525">
                    <a:solidFill>
                      <a:srgbClr val="000000"/>
                    </a:solidFill>
                    <a:round/>
                    <a:headEnd/>
                    <a:tailEnd/>
                  </a14:hiddenLine>
                </a:ext>
              </a:extLst>
            </p:spPr>
            <p:txBody>
              <a:bodyPr anchor="ctr"/>
              <a:lstStyle/>
              <a:p>
                <a:pPr algn="ctr">
                  <a:lnSpc>
                    <a:spcPct val="120000"/>
                  </a:lnSpc>
                </a:pPr>
                <a:endParaRPr sz="3200">
                  <a:cs typeface="+mn-ea"/>
                  <a:sym typeface="+mn-lt"/>
                </a:endParaRPr>
              </a:p>
            </p:txBody>
          </p:sp>
          <p:sp>
            <p:nvSpPr>
              <p:cNvPr id="105" name="îślîḋè">
                <a:extLst>
                  <a:ext uri="{FF2B5EF4-FFF2-40B4-BE49-F238E27FC236}">
                    <a16:creationId xmlns:a16="http://schemas.microsoft.com/office/drawing/2014/main" id="{D17D468A-4BF9-4554-9ABD-06749F81EF39}"/>
                  </a:ext>
                </a:extLst>
              </p:cNvPr>
              <p:cNvSpPr/>
              <p:nvPr/>
            </p:nvSpPr>
            <p:spPr bwMode="auto">
              <a:xfrm>
                <a:off x="9432401" y="3117393"/>
                <a:ext cx="56919" cy="148621"/>
              </a:xfrm>
              <a:custGeom>
                <a:avLst/>
                <a:gdLst>
                  <a:gd name="T0" fmla="*/ 4 w 10"/>
                  <a:gd name="T1" fmla="*/ 19 h 26"/>
                  <a:gd name="T2" fmla="*/ 5 w 10"/>
                  <a:gd name="T3" fmla="*/ 25 h 26"/>
                  <a:gd name="T4" fmla="*/ 9 w 10"/>
                  <a:gd name="T5" fmla="*/ 16 h 26"/>
                  <a:gd name="T6" fmla="*/ 7 w 10"/>
                  <a:gd name="T7" fmla="*/ 11 h 26"/>
                  <a:gd name="T8" fmla="*/ 7 w 10"/>
                  <a:gd name="T9" fmla="*/ 7 h 26"/>
                  <a:gd name="T10" fmla="*/ 4 w 10"/>
                  <a:gd name="T11" fmla="*/ 2 h 26"/>
                  <a:gd name="T12" fmla="*/ 1 w 10"/>
                  <a:gd name="T13" fmla="*/ 11 h 26"/>
                  <a:gd name="T14" fmla="*/ 4 w 10"/>
                  <a:gd name="T15" fmla="*/ 19 h 2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 h="26">
                    <a:moveTo>
                      <a:pt x="4" y="19"/>
                    </a:moveTo>
                    <a:cubicBezTo>
                      <a:pt x="1" y="21"/>
                      <a:pt x="2" y="26"/>
                      <a:pt x="5" y="25"/>
                    </a:cubicBezTo>
                    <a:cubicBezTo>
                      <a:pt x="9" y="23"/>
                      <a:pt x="10" y="19"/>
                      <a:pt x="9" y="16"/>
                    </a:cubicBezTo>
                    <a:cubicBezTo>
                      <a:pt x="9" y="14"/>
                      <a:pt x="8" y="12"/>
                      <a:pt x="7" y="11"/>
                    </a:cubicBezTo>
                    <a:cubicBezTo>
                      <a:pt x="6" y="10"/>
                      <a:pt x="5" y="7"/>
                      <a:pt x="7" y="7"/>
                    </a:cubicBezTo>
                    <a:cubicBezTo>
                      <a:pt x="10" y="5"/>
                      <a:pt x="7" y="0"/>
                      <a:pt x="4" y="2"/>
                    </a:cubicBezTo>
                    <a:cubicBezTo>
                      <a:pt x="1" y="4"/>
                      <a:pt x="0" y="8"/>
                      <a:pt x="1" y="11"/>
                    </a:cubicBezTo>
                    <a:cubicBezTo>
                      <a:pt x="2" y="12"/>
                      <a:pt x="6" y="19"/>
                      <a:pt x="4" y="19"/>
                    </a:cubicBezTo>
                    <a:close/>
                  </a:path>
                </a:pathLst>
              </a:custGeom>
              <a:solidFill>
                <a:schemeClr val="accent4"/>
              </a:solidFill>
              <a:ln>
                <a:noFill/>
              </a:ln>
              <a:extLst>
                <a:ext uri="{91240B29-F687-4f45-9708-019B960494DF}">
                  <a14:hiddenLine xmlns="" xmlns:lc="http://schemas.openxmlformats.org/drawingml/2006/lockedCanvas" xmlns:a14="http://schemas.microsoft.com/office/drawing/2010/main" xmlns:p14="http://schemas.microsoft.com/office/powerpoint/2010/main" xmlns:a16="http://schemas.microsoft.com/office/drawing/2014/main" w="9525">
                    <a:solidFill>
                      <a:srgbClr val="000000"/>
                    </a:solidFill>
                    <a:round/>
                    <a:headEnd/>
                    <a:tailEnd/>
                  </a14:hiddenLine>
                </a:ext>
              </a:extLst>
            </p:spPr>
            <p:txBody>
              <a:bodyPr anchor="ctr"/>
              <a:lstStyle/>
              <a:p>
                <a:pPr algn="ctr">
                  <a:lnSpc>
                    <a:spcPct val="120000"/>
                  </a:lnSpc>
                </a:pPr>
                <a:endParaRPr sz="3200">
                  <a:cs typeface="+mn-ea"/>
                  <a:sym typeface="+mn-lt"/>
                </a:endParaRPr>
              </a:p>
            </p:txBody>
          </p:sp>
          <p:sp>
            <p:nvSpPr>
              <p:cNvPr id="106" name="ïŝlíḑe">
                <a:extLst>
                  <a:ext uri="{FF2B5EF4-FFF2-40B4-BE49-F238E27FC236}">
                    <a16:creationId xmlns:a16="http://schemas.microsoft.com/office/drawing/2014/main" id="{B00FB770-1700-41BE-87F2-5FB6411679A8}"/>
                  </a:ext>
                </a:extLst>
              </p:cNvPr>
              <p:cNvSpPr/>
              <p:nvPr/>
            </p:nvSpPr>
            <p:spPr bwMode="auto">
              <a:xfrm>
                <a:off x="8537513" y="2548206"/>
                <a:ext cx="284593" cy="284593"/>
              </a:xfrm>
              <a:custGeom>
                <a:avLst/>
                <a:gdLst>
                  <a:gd name="T0" fmla="*/ 25 w 50"/>
                  <a:gd name="T1" fmla="*/ 47 h 50"/>
                  <a:gd name="T2" fmla="*/ 29 w 50"/>
                  <a:gd name="T3" fmla="*/ 46 h 50"/>
                  <a:gd name="T4" fmla="*/ 30 w 50"/>
                  <a:gd name="T5" fmla="*/ 50 h 50"/>
                  <a:gd name="T6" fmla="*/ 39 w 50"/>
                  <a:gd name="T7" fmla="*/ 46 h 50"/>
                  <a:gd name="T8" fmla="*/ 38 w 50"/>
                  <a:gd name="T9" fmla="*/ 43 h 50"/>
                  <a:gd name="T10" fmla="*/ 43 w 50"/>
                  <a:gd name="T11" fmla="*/ 37 h 50"/>
                  <a:gd name="T12" fmla="*/ 46 w 50"/>
                  <a:gd name="T13" fmla="*/ 39 h 50"/>
                  <a:gd name="T14" fmla="*/ 50 w 50"/>
                  <a:gd name="T15" fmla="*/ 30 h 50"/>
                  <a:gd name="T16" fmla="*/ 46 w 50"/>
                  <a:gd name="T17" fmla="*/ 29 h 50"/>
                  <a:gd name="T18" fmla="*/ 46 w 50"/>
                  <a:gd name="T19" fmla="*/ 21 h 50"/>
                  <a:gd name="T20" fmla="*/ 50 w 50"/>
                  <a:gd name="T21" fmla="*/ 20 h 50"/>
                  <a:gd name="T22" fmla="*/ 46 w 50"/>
                  <a:gd name="T23" fmla="*/ 11 h 50"/>
                  <a:gd name="T24" fmla="*/ 43 w 50"/>
                  <a:gd name="T25" fmla="*/ 12 h 50"/>
                  <a:gd name="T26" fmla="*/ 37 w 50"/>
                  <a:gd name="T27" fmla="*/ 7 h 50"/>
                  <a:gd name="T28" fmla="*/ 39 w 50"/>
                  <a:gd name="T29" fmla="*/ 4 h 50"/>
                  <a:gd name="T30" fmla="*/ 30 w 50"/>
                  <a:gd name="T31" fmla="*/ 0 h 50"/>
                  <a:gd name="T32" fmla="*/ 29 w 50"/>
                  <a:gd name="T33" fmla="*/ 4 h 50"/>
                  <a:gd name="T34" fmla="*/ 25 w 50"/>
                  <a:gd name="T35" fmla="*/ 3 h 50"/>
                  <a:gd name="T36" fmla="*/ 25 w 50"/>
                  <a:gd name="T37" fmla="*/ 10 h 50"/>
                  <a:gd name="T38" fmla="*/ 38 w 50"/>
                  <a:gd name="T39" fmla="*/ 19 h 50"/>
                  <a:gd name="T40" fmla="*/ 31 w 50"/>
                  <a:gd name="T41" fmla="*/ 38 h 50"/>
                  <a:gd name="T42" fmla="*/ 25 w 50"/>
                  <a:gd name="T43" fmla="*/ 40 h 50"/>
                  <a:gd name="T44" fmla="*/ 25 w 50"/>
                  <a:gd name="T45" fmla="*/ 40 h 50"/>
                  <a:gd name="T46" fmla="*/ 25 w 50"/>
                  <a:gd name="T47" fmla="*/ 47 h 50"/>
                  <a:gd name="T48" fmla="*/ 4 w 50"/>
                  <a:gd name="T49" fmla="*/ 29 h 50"/>
                  <a:gd name="T50" fmla="*/ 0 w 50"/>
                  <a:gd name="T51" fmla="*/ 31 h 50"/>
                  <a:gd name="T52" fmla="*/ 4 w 50"/>
                  <a:gd name="T53" fmla="*/ 39 h 50"/>
                  <a:gd name="T54" fmla="*/ 7 w 50"/>
                  <a:gd name="T55" fmla="*/ 38 h 50"/>
                  <a:gd name="T56" fmla="*/ 13 w 50"/>
                  <a:gd name="T57" fmla="*/ 43 h 50"/>
                  <a:gd name="T58" fmla="*/ 11 w 50"/>
                  <a:gd name="T59" fmla="*/ 46 h 50"/>
                  <a:gd name="T60" fmla="*/ 20 w 50"/>
                  <a:gd name="T61" fmla="*/ 50 h 50"/>
                  <a:gd name="T62" fmla="*/ 21 w 50"/>
                  <a:gd name="T63" fmla="*/ 46 h 50"/>
                  <a:gd name="T64" fmla="*/ 25 w 50"/>
                  <a:gd name="T65" fmla="*/ 47 h 50"/>
                  <a:gd name="T66" fmla="*/ 25 w 50"/>
                  <a:gd name="T67" fmla="*/ 40 h 50"/>
                  <a:gd name="T68" fmla="*/ 12 w 50"/>
                  <a:gd name="T69" fmla="*/ 31 h 50"/>
                  <a:gd name="T70" fmla="*/ 19 w 50"/>
                  <a:gd name="T71" fmla="*/ 12 h 50"/>
                  <a:gd name="T72" fmla="*/ 19 w 50"/>
                  <a:gd name="T73" fmla="*/ 12 h 50"/>
                  <a:gd name="T74" fmla="*/ 25 w 50"/>
                  <a:gd name="T75" fmla="*/ 10 h 50"/>
                  <a:gd name="T76" fmla="*/ 25 w 50"/>
                  <a:gd name="T77" fmla="*/ 10 h 50"/>
                  <a:gd name="T78" fmla="*/ 25 w 50"/>
                  <a:gd name="T79" fmla="*/ 3 h 50"/>
                  <a:gd name="T80" fmla="*/ 21 w 50"/>
                  <a:gd name="T81" fmla="*/ 4 h 50"/>
                  <a:gd name="T82" fmla="*/ 19 w 50"/>
                  <a:gd name="T83" fmla="*/ 0 h 50"/>
                  <a:gd name="T84" fmla="*/ 11 w 50"/>
                  <a:gd name="T85" fmla="*/ 4 h 50"/>
                  <a:gd name="T86" fmla="*/ 12 w 50"/>
                  <a:gd name="T87" fmla="*/ 7 h 50"/>
                  <a:gd name="T88" fmla="*/ 7 w 50"/>
                  <a:gd name="T89" fmla="*/ 13 h 50"/>
                  <a:gd name="T90" fmla="*/ 4 w 50"/>
                  <a:gd name="T91" fmla="*/ 11 h 50"/>
                  <a:gd name="T92" fmla="*/ 0 w 50"/>
                  <a:gd name="T93" fmla="*/ 20 h 50"/>
                  <a:gd name="T94" fmla="*/ 4 w 50"/>
                  <a:gd name="T95" fmla="*/ 21 h 50"/>
                  <a:gd name="T96" fmla="*/ 4 w 50"/>
                  <a:gd name="T97" fmla="*/ 29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50" h="50">
                    <a:moveTo>
                      <a:pt x="25" y="47"/>
                    </a:moveTo>
                    <a:cubicBezTo>
                      <a:pt x="26" y="47"/>
                      <a:pt x="28" y="47"/>
                      <a:pt x="29" y="46"/>
                    </a:cubicBezTo>
                    <a:cubicBezTo>
                      <a:pt x="30" y="50"/>
                      <a:pt x="30" y="50"/>
                      <a:pt x="30" y="50"/>
                    </a:cubicBezTo>
                    <a:cubicBezTo>
                      <a:pt x="39" y="46"/>
                      <a:pt x="39" y="46"/>
                      <a:pt x="39" y="46"/>
                    </a:cubicBezTo>
                    <a:cubicBezTo>
                      <a:pt x="38" y="43"/>
                      <a:pt x="38" y="43"/>
                      <a:pt x="38" y="43"/>
                    </a:cubicBezTo>
                    <a:cubicBezTo>
                      <a:pt x="40" y="41"/>
                      <a:pt x="41" y="39"/>
                      <a:pt x="43" y="37"/>
                    </a:cubicBezTo>
                    <a:cubicBezTo>
                      <a:pt x="46" y="39"/>
                      <a:pt x="46" y="39"/>
                      <a:pt x="46" y="39"/>
                    </a:cubicBezTo>
                    <a:cubicBezTo>
                      <a:pt x="50" y="30"/>
                      <a:pt x="50" y="30"/>
                      <a:pt x="50" y="30"/>
                    </a:cubicBezTo>
                    <a:cubicBezTo>
                      <a:pt x="46" y="29"/>
                      <a:pt x="46" y="29"/>
                      <a:pt x="46" y="29"/>
                    </a:cubicBezTo>
                    <a:cubicBezTo>
                      <a:pt x="47" y="26"/>
                      <a:pt x="47" y="24"/>
                      <a:pt x="46" y="21"/>
                    </a:cubicBezTo>
                    <a:cubicBezTo>
                      <a:pt x="50" y="20"/>
                      <a:pt x="50" y="20"/>
                      <a:pt x="50" y="20"/>
                    </a:cubicBezTo>
                    <a:cubicBezTo>
                      <a:pt x="46" y="11"/>
                      <a:pt x="46" y="11"/>
                      <a:pt x="46" y="11"/>
                    </a:cubicBezTo>
                    <a:cubicBezTo>
                      <a:pt x="43" y="12"/>
                      <a:pt x="43" y="12"/>
                      <a:pt x="43" y="12"/>
                    </a:cubicBezTo>
                    <a:cubicBezTo>
                      <a:pt x="41" y="10"/>
                      <a:pt x="39" y="9"/>
                      <a:pt x="37" y="7"/>
                    </a:cubicBezTo>
                    <a:cubicBezTo>
                      <a:pt x="39" y="4"/>
                      <a:pt x="39" y="4"/>
                      <a:pt x="39" y="4"/>
                    </a:cubicBezTo>
                    <a:cubicBezTo>
                      <a:pt x="30" y="0"/>
                      <a:pt x="30" y="0"/>
                      <a:pt x="30" y="0"/>
                    </a:cubicBezTo>
                    <a:cubicBezTo>
                      <a:pt x="29" y="4"/>
                      <a:pt x="29" y="4"/>
                      <a:pt x="29" y="4"/>
                    </a:cubicBezTo>
                    <a:cubicBezTo>
                      <a:pt x="27" y="3"/>
                      <a:pt x="26" y="3"/>
                      <a:pt x="25" y="3"/>
                    </a:cubicBezTo>
                    <a:cubicBezTo>
                      <a:pt x="25" y="10"/>
                      <a:pt x="25" y="10"/>
                      <a:pt x="25" y="10"/>
                    </a:cubicBezTo>
                    <a:cubicBezTo>
                      <a:pt x="31" y="10"/>
                      <a:pt x="36" y="14"/>
                      <a:pt x="38" y="19"/>
                    </a:cubicBezTo>
                    <a:cubicBezTo>
                      <a:pt x="42" y="27"/>
                      <a:pt x="38" y="35"/>
                      <a:pt x="31" y="38"/>
                    </a:cubicBezTo>
                    <a:cubicBezTo>
                      <a:pt x="29" y="39"/>
                      <a:pt x="27" y="40"/>
                      <a:pt x="25" y="40"/>
                    </a:cubicBezTo>
                    <a:cubicBezTo>
                      <a:pt x="25" y="40"/>
                      <a:pt x="25" y="40"/>
                      <a:pt x="25" y="40"/>
                    </a:cubicBezTo>
                    <a:lnTo>
                      <a:pt x="25" y="47"/>
                    </a:lnTo>
                    <a:close/>
                    <a:moveTo>
                      <a:pt x="4" y="29"/>
                    </a:moveTo>
                    <a:cubicBezTo>
                      <a:pt x="0" y="31"/>
                      <a:pt x="0" y="31"/>
                      <a:pt x="0" y="31"/>
                    </a:cubicBezTo>
                    <a:cubicBezTo>
                      <a:pt x="4" y="39"/>
                      <a:pt x="4" y="39"/>
                      <a:pt x="4" y="39"/>
                    </a:cubicBezTo>
                    <a:cubicBezTo>
                      <a:pt x="7" y="38"/>
                      <a:pt x="7" y="38"/>
                      <a:pt x="7" y="38"/>
                    </a:cubicBezTo>
                    <a:cubicBezTo>
                      <a:pt x="9" y="40"/>
                      <a:pt x="11" y="42"/>
                      <a:pt x="13" y="43"/>
                    </a:cubicBezTo>
                    <a:cubicBezTo>
                      <a:pt x="11" y="46"/>
                      <a:pt x="11" y="46"/>
                      <a:pt x="11" y="46"/>
                    </a:cubicBezTo>
                    <a:cubicBezTo>
                      <a:pt x="20" y="50"/>
                      <a:pt x="20" y="50"/>
                      <a:pt x="20" y="50"/>
                    </a:cubicBezTo>
                    <a:cubicBezTo>
                      <a:pt x="21" y="46"/>
                      <a:pt x="21" y="46"/>
                      <a:pt x="21" y="46"/>
                    </a:cubicBezTo>
                    <a:cubicBezTo>
                      <a:pt x="23" y="47"/>
                      <a:pt x="24" y="47"/>
                      <a:pt x="25" y="47"/>
                    </a:cubicBezTo>
                    <a:cubicBezTo>
                      <a:pt x="25" y="40"/>
                      <a:pt x="25" y="40"/>
                      <a:pt x="25" y="40"/>
                    </a:cubicBezTo>
                    <a:cubicBezTo>
                      <a:pt x="19" y="40"/>
                      <a:pt x="14" y="36"/>
                      <a:pt x="12" y="31"/>
                    </a:cubicBezTo>
                    <a:cubicBezTo>
                      <a:pt x="8" y="23"/>
                      <a:pt x="12" y="15"/>
                      <a:pt x="19" y="12"/>
                    </a:cubicBezTo>
                    <a:cubicBezTo>
                      <a:pt x="19" y="12"/>
                      <a:pt x="19" y="12"/>
                      <a:pt x="19" y="12"/>
                    </a:cubicBezTo>
                    <a:cubicBezTo>
                      <a:pt x="21" y="11"/>
                      <a:pt x="23" y="10"/>
                      <a:pt x="25" y="10"/>
                    </a:cubicBezTo>
                    <a:cubicBezTo>
                      <a:pt x="25" y="10"/>
                      <a:pt x="25" y="10"/>
                      <a:pt x="25" y="10"/>
                    </a:cubicBezTo>
                    <a:cubicBezTo>
                      <a:pt x="25" y="3"/>
                      <a:pt x="25" y="3"/>
                      <a:pt x="25" y="3"/>
                    </a:cubicBezTo>
                    <a:cubicBezTo>
                      <a:pt x="24" y="3"/>
                      <a:pt x="22" y="3"/>
                      <a:pt x="21" y="4"/>
                    </a:cubicBezTo>
                    <a:cubicBezTo>
                      <a:pt x="19" y="0"/>
                      <a:pt x="19" y="0"/>
                      <a:pt x="19" y="0"/>
                    </a:cubicBezTo>
                    <a:cubicBezTo>
                      <a:pt x="11" y="4"/>
                      <a:pt x="11" y="4"/>
                      <a:pt x="11" y="4"/>
                    </a:cubicBezTo>
                    <a:cubicBezTo>
                      <a:pt x="12" y="7"/>
                      <a:pt x="12" y="7"/>
                      <a:pt x="12" y="7"/>
                    </a:cubicBezTo>
                    <a:cubicBezTo>
                      <a:pt x="10" y="9"/>
                      <a:pt x="8" y="11"/>
                      <a:pt x="7" y="13"/>
                    </a:cubicBezTo>
                    <a:cubicBezTo>
                      <a:pt x="4" y="11"/>
                      <a:pt x="4" y="11"/>
                      <a:pt x="4" y="11"/>
                    </a:cubicBezTo>
                    <a:cubicBezTo>
                      <a:pt x="0" y="20"/>
                      <a:pt x="0" y="20"/>
                      <a:pt x="0" y="20"/>
                    </a:cubicBezTo>
                    <a:cubicBezTo>
                      <a:pt x="4" y="21"/>
                      <a:pt x="4" y="21"/>
                      <a:pt x="4" y="21"/>
                    </a:cubicBezTo>
                    <a:cubicBezTo>
                      <a:pt x="3" y="24"/>
                      <a:pt x="3" y="27"/>
                      <a:pt x="4" y="29"/>
                    </a:cubicBezTo>
                    <a:close/>
                  </a:path>
                </a:pathLst>
              </a:custGeom>
              <a:solidFill>
                <a:schemeClr val="accent4"/>
              </a:solidFill>
              <a:ln>
                <a:noFill/>
              </a:ln>
              <a:extLst>
                <a:ext uri="{91240B29-F687-4f45-9708-019B960494DF}">
                  <a14:hiddenLine xmlns="" xmlns:lc="http://schemas.openxmlformats.org/drawingml/2006/lockedCanvas" xmlns:a14="http://schemas.microsoft.com/office/drawing/2010/main" xmlns:p14="http://schemas.microsoft.com/office/powerpoint/2010/main" xmlns:a16="http://schemas.microsoft.com/office/drawing/2014/main" w="9525">
                    <a:solidFill>
                      <a:srgbClr val="000000"/>
                    </a:solidFill>
                    <a:round/>
                    <a:headEnd/>
                    <a:tailEnd/>
                  </a14:hiddenLine>
                </a:ext>
              </a:extLst>
            </p:spPr>
            <p:txBody>
              <a:bodyPr anchor="ctr"/>
              <a:lstStyle/>
              <a:p>
                <a:pPr algn="ctr">
                  <a:lnSpc>
                    <a:spcPct val="120000"/>
                  </a:lnSpc>
                </a:pPr>
                <a:endParaRPr sz="3200">
                  <a:cs typeface="+mn-ea"/>
                  <a:sym typeface="+mn-lt"/>
                </a:endParaRPr>
              </a:p>
            </p:txBody>
          </p:sp>
          <p:sp>
            <p:nvSpPr>
              <p:cNvPr id="107" name="ïsḻîde">
                <a:extLst>
                  <a:ext uri="{FF2B5EF4-FFF2-40B4-BE49-F238E27FC236}">
                    <a16:creationId xmlns:a16="http://schemas.microsoft.com/office/drawing/2014/main" id="{DE7DAF02-134E-4546-9F25-C68970C04427}"/>
                  </a:ext>
                </a:extLst>
              </p:cNvPr>
              <p:cNvSpPr/>
              <p:nvPr/>
            </p:nvSpPr>
            <p:spPr bwMode="auto">
              <a:xfrm>
                <a:off x="7723262" y="4622574"/>
                <a:ext cx="290917" cy="295660"/>
              </a:xfrm>
              <a:custGeom>
                <a:avLst/>
                <a:gdLst>
                  <a:gd name="T0" fmla="*/ 38 w 51"/>
                  <a:gd name="T1" fmla="*/ 52 h 52"/>
                  <a:gd name="T2" fmla="*/ 35 w 51"/>
                  <a:gd name="T3" fmla="*/ 52 h 52"/>
                  <a:gd name="T4" fmla="*/ 34 w 51"/>
                  <a:gd name="T5" fmla="*/ 51 h 52"/>
                  <a:gd name="T6" fmla="*/ 30 w 51"/>
                  <a:gd name="T7" fmla="*/ 49 h 52"/>
                  <a:gd name="T8" fmla="*/ 12 w 51"/>
                  <a:gd name="T9" fmla="*/ 49 h 52"/>
                  <a:gd name="T10" fmla="*/ 8 w 51"/>
                  <a:gd name="T11" fmla="*/ 47 h 52"/>
                  <a:gd name="T12" fmla="*/ 1 w 51"/>
                  <a:gd name="T13" fmla="*/ 25 h 52"/>
                  <a:gd name="T14" fmla="*/ 4 w 51"/>
                  <a:gd name="T15" fmla="*/ 20 h 52"/>
                  <a:gd name="T16" fmla="*/ 20 w 51"/>
                  <a:gd name="T17" fmla="*/ 20 h 52"/>
                  <a:gd name="T18" fmla="*/ 19 w 51"/>
                  <a:gd name="T19" fmla="*/ 15 h 52"/>
                  <a:gd name="T20" fmla="*/ 16 w 51"/>
                  <a:gd name="T21" fmla="*/ 7 h 52"/>
                  <a:gd name="T22" fmla="*/ 18 w 51"/>
                  <a:gd name="T23" fmla="*/ 3 h 52"/>
                  <a:gd name="T24" fmla="*/ 24 w 51"/>
                  <a:gd name="T25" fmla="*/ 3 h 52"/>
                  <a:gd name="T26" fmla="*/ 28 w 51"/>
                  <a:gd name="T27" fmla="*/ 13 h 52"/>
                  <a:gd name="T28" fmla="*/ 38 w 51"/>
                  <a:gd name="T29" fmla="*/ 25 h 52"/>
                  <a:gd name="T30" fmla="*/ 40 w 51"/>
                  <a:gd name="T31" fmla="*/ 27 h 52"/>
                  <a:gd name="T32" fmla="*/ 50 w 51"/>
                  <a:gd name="T33" fmla="*/ 37 h 52"/>
                  <a:gd name="T34" fmla="*/ 50 w 51"/>
                  <a:gd name="T35" fmla="*/ 40 h 52"/>
                  <a:gd name="T36" fmla="*/ 38 w 51"/>
                  <a:gd name="T37" fmla="*/ 5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1" h="52">
                    <a:moveTo>
                      <a:pt x="38" y="52"/>
                    </a:moveTo>
                    <a:cubicBezTo>
                      <a:pt x="37" y="52"/>
                      <a:pt x="36" y="52"/>
                      <a:pt x="35" y="52"/>
                    </a:cubicBezTo>
                    <a:cubicBezTo>
                      <a:pt x="34" y="51"/>
                      <a:pt x="34" y="51"/>
                      <a:pt x="34" y="51"/>
                    </a:cubicBezTo>
                    <a:cubicBezTo>
                      <a:pt x="33" y="50"/>
                      <a:pt x="31" y="49"/>
                      <a:pt x="30" y="49"/>
                    </a:cubicBezTo>
                    <a:cubicBezTo>
                      <a:pt x="12" y="49"/>
                      <a:pt x="12" y="49"/>
                      <a:pt x="12" y="49"/>
                    </a:cubicBezTo>
                    <a:cubicBezTo>
                      <a:pt x="10" y="49"/>
                      <a:pt x="9" y="48"/>
                      <a:pt x="8" y="47"/>
                    </a:cubicBezTo>
                    <a:cubicBezTo>
                      <a:pt x="1" y="25"/>
                      <a:pt x="1" y="25"/>
                      <a:pt x="1" y="25"/>
                    </a:cubicBezTo>
                    <a:cubicBezTo>
                      <a:pt x="0" y="22"/>
                      <a:pt x="1" y="20"/>
                      <a:pt x="4" y="20"/>
                    </a:cubicBezTo>
                    <a:cubicBezTo>
                      <a:pt x="20" y="20"/>
                      <a:pt x="20" y="20"/>
                      <a:pt x="20" y="20"/>
                    </a:cubicBezTo>
                    <a:cubicBezTo>
                      <a:pt x="20" y="18"/>
                      <a:pt x="20" y="16"/>
                      <a:pt x="19" y="15"/>
                    </a:cubicBezTo>
                    <a:cubicBezTo>
                      <a:pt x="18" y="14"/>
                      <a:pt x="16" y="11"/>
                      <a:pt x="16" y="7"/>
                    </a:cubicBezTo>
                    <a:cubicBezTo>
                      <a:pt x="16" y="6"/>
                      <a:pt x="17" y="4"/>
                      <a:pt x="18" y="3"/>
                    </a:cubicBezTo>
                    <a:cubicBezTo>
                      <a:pt x="20" y="0"/>
                      <a:pt x="24" y="0"/>
                      <a:pt x="24" y="3"/>
                    </a:cubicBezTo>
                    <a:cubicBezTo>
                      <a:pt x="24" y="6"/>
                      <a:pt x="22" y="10"/>
                      <a:pt x="28" y="13"/>
                    </a:cubicBezTo>
                    <a:cubicBezTo>
                      <a:pt x="34" y="17"/>
                      <a:pt x="38" y="25"/>
                      <a:pt x="38" y="25"/>
                    </a:cubicBezTo>
                    <a:cubicBezTo>
                      <a:pt x="38" y="25"/>
                      <a:pt x="39" y="26"/>
                      <a:pt x="40" y="27"/>
                    </a:cubicBezTo>
                    <a:cubicBezTo>
                      <a:pt x="50" y="37"/>
                      <a:pt x="50" y="37"/>
                      <a:pt x="50" y="37"/>
                    </a:cubicBezTo>
                    <a:cubicBezTo>
                      <a:pt x="51" y="38"/>
                      <a:pt x="51" y="39"/>
                      <a:pt x="50" y="40"/>
                    </a:cubicBezTo>
                    <a:lnTo>
                      <a:pt x="38" y="52"/>
                    </a:lnTo>
                    <a:close/>
                  </a:path>
                </a:pathLst>
              </a:custGeom>
              <a:solidFill>
                <a:schemeClr val="accent4"/>
              </a:solidFill>
              <a:ln>
                <a:noFill/>
              </a:ln>
              <a:extLst>
                <a:ext uri="{91240B29-F687-4f45-9708-019B960494DF}">
                  <a14:hiddenLine xmlns="" xmlns:lc="http://schemas.openxmlformats.org/drawingml/2006/lockedCanvas" xmlns:a14="http://schemas.microsoft.com/office/drawing/2010/main" xmlns:p14="http://schemas.microsoft.com/office/powerpoint/2010/main" xmlns:a16="http://schemas.microsoft.com/office/drawing/2014/main" w="9525">
                    <a:solidFill>
                      <a:srgbClr val="000000"/>
                    </a:solidFill>
                    <a:round/>
                    <a:headEnd/>
                    <a:tailEnd/>
                  </a14:hiddenLine>
                </a:ext>
              </a:extLst>
            </p:spPr>
            <p:txBody>
              <a:bodyPr anchor="ctr"/>
              <a:lstStyle/>
              <a:p>
                <a:pPr algn="ctr">
                  <a:lnSpc>
                    <a:spcPct val="120000"/>
                  </a:lnSpc>
                </a:pPr>
                <a:endParaRPr sz="3200">
                  <a:cs typeface="+mn-ea"/>
                  <a:sym typeface="+mn-lt"/>
                </a:endParaRPr>
              </a:p>
            </p:txBody>
          </p:sp>
          <p:sp>
            <p:nvSpPr>
              <p:cNvPr id="108" name="îšḷiḍê">
                <a:extLst>
                  <a:ext uri="{FF2B5EF4-FFF2-40B4-BE49-F238E27FC236}">
                    <a16:creationId xmlns:a16="http://schemas.microsoft.com/office/drawing/2014/main" id="{1A5F45CA-C5F5-4BF7-97D2-12ED83F55898}"/>
                  </a:ext>
                </a:extLst>
              </p:cNvPr>
              <p:cNvSpPr/>
              <p:nvPr/>
            </p:nvSpPr>
            <p:spPr bwMode="auto">
              <a:xfrm>
                <a:off x="7944611" y="4856573"/>
                <a:ext cx="91702" cy="90122"/>
              </a:xfrm>
              <a:custGeom>
                <a:avLst/>
                <a:gdLst>
                  <a:gd name="T0" fmla="*/ 47 w 58"/>
                  <a:gd name="T1" fmla="*/ 0 h 57"/>
                  <a:gd name="T2" fmla="*/ 0 w 58"/>
                  <a:gd name="T3" fmla="*/ 46 h 57"/>
                  <a:gd name="T4" fmla="*/ 11 w 58"/>
                  <a:gd name="T5" fmla="*/ 57 h 57"/>
                  <a:gd name="T6" fmla="*/ 58 w 58"/>
                  <a:gd name="T7" fmla="*/ 10 h 57"/>
                  <a:gd name="T8" fmla="*/ 47 w 58"/>
                  <a:gd name="T9" fmla="*/ 0 h 57"/>
                </a:gdLst>
                <a:ahLst/>
                <a:cxnLst>
                  <a:cxn ang="0">
                    <a:pos x="T0" y="T1"/>
                  </a:cxn>
                  <a:cxn ang="0">
                    <a:pos x="T2" y="T3"/>
                  </a:cxn>
                  <a:cxn ang="0">
                    <a:pos x="T4" y="T5"/>
                  </a:cxn>
                  <a:cxn ang="0">
                    <a:pos x="T6" y="T7"/>
                  </a:cxn>
                  <a:cxn ang="0">
                    <a:pos x="T8" y="T9"/>
                  </a:cxn>
                </a:cxnLst>
                <a:rect l="0" t="0" r="r" b="b"/>
                <a:pathLst>
                  <a:path w="58" h="57">
                    <a:moveTo>
                      <a:pt x="47" y="0"/>
                    </a:moveTo>
                    <a:lnTo>
                      <a:pt x="0" y="46"/>
                    </a:lnTo>
                    <a:lnTo>
                      <a:pt x="11" y="57"/>
                    </a:lnTo>
                    <a:lnTo>
                      <a:pt x="58" y="10"/>
                    </a:lnTo>
                    <a:lnTo>
                      <a:pt x="47" y="0"/>
                    </a:lnTo>
                    <a:close/>
                  </a:path>
                </a:pathLst>
              </a:custGeom>
              <a:solidFill>
                <a:schemeClr val="accent4"/>
              </a:solidFill>
              <a:ln>
                <a:noFill/>
              </a:ln>
              <a:extLst>
                <a:ext uri="{91240B29-F687-4f45-9708-019B960494DF}">
                  <a14:hiddenLine xmlns="" xmlns:lc="http://schemas.openxmlformats.org/drawingml/2006/lockedCanvas" xmlns:a14="http://schemas.microsoft.com/office/drawing/2010/main" xmlns:p14="http://schemas.microsoft.com/office/powerpoint/2010/main" xmlns:a16="http://schemas.microsoft.com/office/drawing/2014/main" w="9525">
                    <a:solidFill>
                      <a:srgbClr val="000000"/>
                    </a:solidFill>
                    <a:round/>
                    <a:headEnd/>
                    <a:tailEnd/>
                  </a14:hiddenLine>
                </a:ext>
              </a:extLst>
            </p:spPr>
            <p:txBody>
              <a:bodyPr anchor="ctr"/>
              <a:lstStyle/>
              <a:p>
                <a:pPr algn="ctr">
                  <a:lnSpc>
                    <a:spcPct val="120000"/>
                  </a:lnSpc>
                </a:pPr>
                <a:endParaRPr sz="3200">
                  <a:cs typeface="+mn-ea"/>
                  <a:sym typeface="+mn-lt"/>
                </a:endParaRPr>
              </a:p>
            </p:txBody>
          </p:sp>
          <p:sp>
            <p:nvSpPr>
              <p:cNvPr id="109" name="iŝḻíḍè">
                <a:extLst>
                  <a:ext uri="{FF2B5EF4-FFF2-40B4-BE49-F238E27FC236}">
                    <a16:creationId xmlns:a16="http://schemas.microsoft.com/office/drawing/2014/main" id="{031E208C-5F27-465D-8A59-610655677A87}"/>
                  </a:ext>
                </a:extLst>
              </p:cNvPr>
              <p:cNvSpPr/>
              <p:nvPr/>
            </p:nvSpPr>
            <p:spPr bwMode="auto">
              <a:xfrm>
                <a:off x="10115424" y="3847847"/>
                <a:ext cx="45851" cy="44271"/>
              </a:xfrm>
              <a:prstGeom prst="ellipse">
                <a:avLst/>
              </a:prstGeom>
              <a:solidFill>
                <a:schemeClr val="accent4"/>
              </a:solidFill>
              <a:ln>
                <a:noFill/>
              </a:ln>
              <a:extLst>
                <a:ext uri="{91240B29-F687-4f45-9708-019B960494DF}">
                  <a14:hiddenLine xmlns="" xmlns:lc="http://schemas.openxmlformats.org/drawingml/2006/lockedCanvas" xmlns:a14="http://schemas.microsoft.com/office/drawing/2010/main" xmlns:p14="http://schemas.microsoft.com/office/powerpoint/2010/main" xmlns:a16="http://schemas.microsoft.com/office/drawing/2014/main" w="9525">
                    <a:solidFill>
                      <a:srgbClr val="000000"/>
                    </a:solidFill>
                    <a:round/>
                    <a:headEnd/>
                    <a:tailEnd/>
                  </a14:hiddenLine>
                </a:ext>
              </a:extLst>
            </p:spPr>
            <p:txBody>
              <a:bodyPr anchor="ctr"/>
              <a:lstStyle/>
              <a:p>
                <a:pPr algn="ctr">
                  <a:lnSpc>
                    <a:spcPct val="120000"/>
                  </a:lnSpc>
                </a:pPr>
                <a:endParaRPr sz="3200">
                  <a:cs typeface="+mn-ea"/>
                  <a:sym typeface="+mn-lt"/>
                </a:endParaRPr>
              </a:p>
            </p:txBody>
          </p:sp>
          <p:sp>
            <p:nvSpPr>
              <p:cNvPr id="110" name="iṧḷíḑe">
                <a:extLst>
                  <a:ext uri="{FF2B5EF4-FFF2-40B4-BE49-F238E27FC236}">
                    <a16:creationId xmlns:a16="http://schemas.microsoft.com/office/drawing/2014/main" id="{144A2233-DFC4-41C9-9F4E-70E773CAE09E}"/>
                  </a:ext>
                </a:extLst>
              </p:cNvPr>
              <p:cNvSpPr/>
              <p:nvPr/>
            </p:nvSpPr>
            <p:spPr bwMode="auto">
              <a:xfrm>
                <a:off x="7040239" y="2194046"/>
                <a:ext cx="96445" cy="98027"/>
              </a:xfrm>
              <a:custGeom>
                <a:avLst/>
                <a:gdLst>
                  <a:gd name="T0" fmla="*/ 9 w 17"/>
                  <a:gd name="T1" fmla="*/ 17 h 17"/>
                  <a:gd name="T2" fmla="*/ 17 w 17"/>
                  <a:gd name="T3" fmla="*/ 9 h 17"/>
                  <a:gd name="T4" fmla="*/ 9 w 17"/>
                  <a:gd name="T5" fmla="*/ 0 h 17"/>
                  <a:gd name="T6" fmla="*/ 9 w 17"/>
                  <a:gd name="T7" fmla="*/ 3 h 17"/>
                  <a:gd name="T8" fmla="*/ 14 w 17"/>
                  <a:gd name="T9" fmla="*/ 9 h 17"/>
                  <a:gd name="T10" fmla="*/ 9 w 17"/>
                  <a:gd name="T11" fmla="*/ 14 h 17"/>
                  <a:gd name="T12" fmla="*/ 9 w 17"/>
                  <a:gd name="T13" fmla="*/ 17 h 17"/>
                  <a:gd name="T14" fmla="*/ 9 w 17"/>
                  <a:gd name="T15" fmla="*/ 0 h 17"/>
                  <a:gd name="T16" fmla="*/ 0 w 17"/>
                  <a:gd name="T17" fmla="*/ 9 h 17"/>
                  <a:gd name="T18" fmla="*/ 9 w 17"/>
                  <a:gd name="T19" fmla="*/ 17 h 17"/>
                  <a:gd name="T20" fmla="*/ 9 w 17"/>
                  <a:gd name="T21" fmla="*/ 17 h 17"/>
                  <a:gd name="T22" fmla="*/ 9 w 17"/>
                  <a:gd name="T23" fmla="*/ 14 h 17"/>
                  <a:gd name="T24" fmla="*/ 9 w 17"/>
                  <a:gd name="T25" fmla="*/ 14 h 17"/>
                  <a:gd name="T26" fmla="*/ 9 w 17"/>
                  <a:gd name="T27" fmla="*/ 14 h 17"/>
                  <a:gd name="T28" fmla="*/ 3 w 17"/>
                  <a:gd name="T29" fmla="*/ 9 h 17"/>
                  <a:gd name="T30" fmla="*/ 9 w 17"/>
                  <a:gd name="T31" fmla="*/ 3 h 17"/>
                  <a:gd name="T32" fmla="*/ 9 w 17"/>
                  <a:gd name="T33" fmla="*/ 3 h 17"/>
                  <a:gd name="T34" fmla="*/ 9 w 17"/>
                  <a:gd name="T35"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7" h="17">
                    <a:moveTo>
                      <a:pt x="9" y="17"/>
                    </a:moveTo>
                    <a:cubicBezTo>
                      <a:pt x="13" y="17"/>
                      <a:pt x="17" y="13"/>
                      <a:pt x="17" y="9"/>
                    </a:cubicBezTo>
                    <a:cubicBezTo>
                      <a:pt x="17" y="4"/>
                      <a:pt x="13" y="0"/>
                      <a:pt x="9" y="0"/>
                    </a:cubicBezTo>
                    <a:cubicBezTo>
                      <a:pt x="9" y="3"/>
                      <a:pt x="9" y="3"/>
                      <a:pt x="9" y="3"/>
                    </a:cubicBezTo>
                    <a:cubicBezTo>
                      <a:pt x="12" y="3"/>
                      <a:pt x="14" y="5"/>
                      <a:pt x="14" y="9"/>
                    </a:cubicBezTo>
                    <a:cubicBezTo>
                      <a:pt x="14" y="12"/>
                      <a:pt x="12" y="14"/>
                      <a:pt x="9" y="14"/>
                    </a:cubicBezTo>
                    <a:lnTo>
                      <a:pt x="9" y="17"/>
                    </a:lnTo>
                    <a:close/>
                    <a:moveTo>
                      <a:pt x="9" y="0"/>
                    </a:moveTo>
                    <a:cubicBezTo>
                      <a:pt x="4" y="0"/>
                      <a:pt x="0" y="4"/>
                      <a:pt x="0" y="9"/>
                    </a:cubicBezTo>
                    <a:cubicBezTo>
                      <a:pt x="0" y="13"/>
                      <a:pt x="4" y="17"/>
                      <a:pt x="9" y="17"/>
                    </a:cubicBezTo>
                    <a:cubicBezTo>
                      <a:pt x="9" y="17"/>
                      <a:pt x="9" y="17"/>
                      <a:pt x="9" y="17"/>
                    </a:cubicBezTo>
                    <a:cubicBezTo>
                      <a:pt x="9" y="14"/>
                      <a:pt x="9" y="14"/>
                      <a:pt x="9" y="14"/>
                    </a:cubicBezTo>
                    <a:cubicBezTo>
                      <a:pt x="9" y="14"/>
                      <a:pt x="9" y="14"/>
                      <a:pt x="9" y="14"/>
                    </a:cubicBezTo>
                    <a:cubicBezTo>
                      <a:pt x="9" y="14"/>
                      <a:pt x="9" y="14"/>
                      <a:pt x="9" y="14"/>
                    </a:cubicBezTo>
                    <a:cubicBezTo>
                      <a:pt x="5" y="14"/>
                      <a:pt x="3" y="12"/>
                      <a:pt x="3" y="9"/>
                    </a:cubicBezTo>
                    <a:cubicBezTo>
                      <a:pt x="3" y="5"/>
                      <a:pt x="5" y="3"/>
                      <a:pt x="9" y="3"/>
                    </a:cubicBezTo>
                    <a:cubicBezTo>
                      <a:pt x="9" y="3"/>
                      <a:pt x="9" y="3"/>
                      <a:pt x="9" y="3"/>
                    </a:cubicBezTo>
                    <a:cubicBezTo>
                      <a:pt x="9" y="0"/>
                      <a:pt x="9" y="0"/>
                      <a:pt x="9" y="0"/>
                    </a:cubicBezTo>
                    <a:close/>
                  </a:path>
                </a:pathLst>
              </a:custGeom>
              <a:solidFill>
                <a:schemeClr val="accent4"/>
              </a:solidFill>
              <a:ln>
                <a:noFill/>
              </a:ln>
              <a:extLst>
                <a:ext uri="{91240B29-F687-4f45-9708-019B960494DF}">
                  <a14:hiddenLine xmlns="" xmlns:lc="http://schemas.openxmlformats.org/drawingml/2006/lockedCanvas" xmlns:a14="http://schemas.microsoft.com/office/drawing/2010/main" xmlns:p14="http://schemas.microsoft.com/office/powerpoint/2010/main" xmlns:a16="http://schemas.microsoft.com/office/drawing/2014/main" w="9525">
                    <a:solidFill>
                      <a:srgbClr val="000000"/>
                    </a:solidFill>
                    <a:round/>
                    <a:headEnd/>
                    <a:tailEnd/>
                  </a14:hiddenLine>
                </a:ext>
              </a:extLst>
            </p:spPr>
            <p:txBody>
              <a:bodyPr anchor="ctr"/>
              <a:lstStyle/>
              <a:p>
                <a:pPr algn="ctr">
                  <a:lnSpc>
                    <a:spcPct val="120000"/>
                  </a:lnSpc>
                </a:pPr>
                <a:endParaRPr sz="3200">
                  <a:cs typeface="+mn-ea"/>
                  <a:sym typeface="+mn-lt"/>
                </a:endParaRPr>
              </a:p>
            </p:txBody>
          </p:sp>
          <p:sp>
            <p:nvSpPr>
              <p:cNvPr id="111" name="îŝļîḍê">
                <a:extLst>
                  <a:ext uri="{FF2B5EF4-FFF2-40B4-BE49-F238E27FC236}">
                    <a16:creationId xmlns:a16="http://schemas.microsoft.com/office/drawing/2014/main" id="{6F5E1DE8-5E6F-4A60-842F-1F92A9102475}"/>
                  </a:ext>
                </a:extLst>
              </p:cNvPr>
              <p:cNvSpPr/>
              <p:nvPr/>
            </p:nvSpPr>
            <p:spPr bwMode="auto">
              <a:xfrm>
                <a:off x="6981738" y="4992544"/>
                <a:ext cx="23716" cy="56919"/>
              </a:xfrm>
              <a:custGeom>
                <a:avLst/>
                <a:gdLst>
                  <a:gd name="T0" fmla="*/ 1 w 4"/>
                  <a:gd name="T1" fmla="*/ 8 h 10"/>
                  <a:gd name="T2" fmla="*/ 4 w 4"/>
                  <a:gd name="T3" fmla="*/ 3 h 10"/>
                  <a:gd name="T4" fmla="*/ 1 w 4"/>
                  <a:gd name="T5" fmla="*/ 0 h 10"/>
                  <a:gd name="T6" fmla="*/ 1 w 4"/>
                  <a:gd name="T7" fmla="*/ 8 h 10"/>
                  <a:gd name="T8" fmla="*/ 1 w 4"/>
                  <a:gd name="T9" fmla="*/ 8 h 10"/>
                </a:gdLst>
                <a:ahLst/>
                <a:cxnLst>
                  <a:cxn ang="0">
                    <a:pos x="T0" y="T1"/>
                  </a:cxn>
                  <a:cxn ang="0">
                    <a:pos x="T2" y="T3"/>
                  </a:cxn>
                  <a:cxn ang="0">
                    <a:pos x="T4" y="T5"/>
                  </a:cxn>
                  <a:cxn ang="0">
                    <a:pos x="T6" y="T7"/>
                  </a:cxn>
                  <a:cxn ang="0">
                    <a:pos x="T8" y="T9"/>
                  </a:cxn>
                </a:cxnLst>
                <a:rect l="0" t="0" r="r" b="b"/>
                <a:pathLst>
                  <a:path w="4" h="10">
                    <a:moveTo>
                      <a:pt x="1" y="8"/>
                    </a:moveTo>
                    <a:cubicBezTo>
                      <a:pt x="2" y="6"/>
                      <a:pt x="3" y="5"/>
                      <a:pt x="4" y="3"/>
                    </a:cubicBezTo>
                    <a:cubicBezTo>
                      <a:pt x="3" y="2"/>
                      <a:pt x="2" y="1"/>
                      <a:pt x="1" y="0"/>
                    </a:cubicBezTo>
                    <a:cubicBezTo>
                      <a:pt x="1" y="8"/>
                      <a:pt x="1" y="8"/>
                      <a:pt x="1" y="8"/>
                    </a:cubicBezTo>
                    <a:cubicBezTo>
                      <a:pt x="1" y="10"/>
                      <a:pt x="0" y="10"/>
                      <a:pt x="1" y="8"/>
                    </a:cubicBezTo>
                    <a:close/>
                  </a:path>
                </a:pathLst>
              </a:custGeom>
              <a:solidFill>
                <a:schemeClr val="accent4"/>
              </a:solidFill>
              <a:ln>
                <a:noFill/>
              </a:ln>
              <a:extLst>
                <a:ext uri="{91240B29-F687-4f45-9708-019B960494DF}">
                  <a14:hiddenLine xmlns="" xmlns:lc="http://schemas.openxmlformats.org/drawingml/2006/lockedCanvas" xmlns:a14="http://schemas.microsoft.com/office/drawing/2010/main" xmlns:p14="http://schemas.microsoft.com/office/powerpoint/2010/main" xmlns:a16="http://schemas.microsoft.com/office/drawing/2014/main" w="9525">
                    <a:solidFill>
                      <a:srgbClr val="000000"/>
                    </a:solidFill>
                    <a:round/>
                    <a:headEnd/>
                    <a:tailEnd/>
                  </a14:hiddenLine>
                </a:ext>
              </a:extLst>
            </p:spPr>
            <p:txBody>
              <a:bodyPr anchor="ctr"/>
              <a:lstStyle/>
              <a:p>
                <a:pPr algn="ctr">
                  <a:lnSpc>
                    <a:spcPct val="120000"/>
                  </a:lnSpc>
                </a:pPr>
                <a:endParaRPr sz="3200">
                  <a:cs typeface="+mn-ea"/>
                  <a:sym typeface="+mn-lt"/>
                </a:endParaRPr>
              </a:p>
            </p:txBody>
          </p:sp>
          <p:sp>
            <p:nvSpPr>
              <p:cNvPr id="112" name="îṩļîďè">
                <a:extLst>
                  <a:ext uri="{FF2B5EF4-FFF2-40B4-BE49-F238E27FC236}">
                    <a16:creationId xmlns:a16="http://schemas.microsoft.com/office/drawing/2014/main" id="{E87ACC12-E2B9-4F8C-82B1-F1443F567CE8}"/>
                  </a:ext>
                </a:extLst>
              </p:cNvPr>
              <p:cNvSpPr/>
              <p:nvPr/>
            </p:nvSpPr>
            <p:spPr bwMode="auto">
              <a:xfrm>
                <a:off x="7335899" y="5408366"/>
                <a:ext cx="393687" cy="177080"/>
              </a:xfrm>
              <a:custGeom>
                <a:avLst/>
                <a:gdLst>
                  <a:gd name="T0" fmla="*/ 54 w 69"/>
                  <a:gd name="T1" fmla="*/ 31 h 31"/>
                  <a:gd name="T2" fmla="*/ 69 w 69"/>
                  <a:gd name="T3" fmla="*/ 31 h 31"/>
                  <a:gd name="T4" fmla="*/ 69 w 69"/>
                  <a:gd name="T5" fmla="*/ 12 h 31"/>
                  <a:gd name="T6" fmla="*/ 61 w 69"/>
                  <a:gd name="T7" fmla="*/ 12 h 31"/>
                  <a:gd name="T8" fmla="*/ 61 w 69"/>
                  <a:gd name="T9" fmla="*/ 6 h 31"/>
                  <a:gd name="T10" fmla="*/ 54 w 69"/>
                  <a:gd name="T11" fmla="*/ 3 h 31"/>
                  <a:gd name="T12" fmla="*/ 54 w 69"/>
                  <a:gd name="T13" fmla="*/ 18 h 31"/>
                  <a:gd name="T14" fmla="*/ 60 w 69"/>
                  <a:gd name="T15" fmla="*/ 18 h 31"/>
                  <a:gd name="T16" fmla="*/ 60 w 69"/>
                  <a:gd name="T17" fmla="*/ 26 h 31"/>
                  <a:gd name="T18" fmla="*/ 60 w 69"/>
                  <a:gd name="T19" fmla="*/ 26 h 31"/>
                  <a:gd name="T20" fmla="*/ 54 w 69"/>
                  <a:gd name="T21" fmla="*/ 26 h 31"/>
                  <a:gd name="T22" fmla="*/ 54 w 69"/>
                  <a:gd name="T23" fmla="*/ 31 h 31"/>
                  <a:gd name="T24" fmla="*/ 45 w 69"/>
                  <a:gd name="T25" fmla="*/ 0 h 31"/>
                  <a:gd name="T26" fmla="*/ 45 w 69"/>
                  <a:gd name="T27" fmla="*/ 12 h 31"/>
                  <a:gd name="T28" fmla="*/ 34 w 69"/>
                  <a:gd name="T29" fmla="*/ 12 h 31"/>
                  <a:gd name="T30" fmla="*/ 34 w 69"/>
                  <a:gd name="T31" fmla="*/ 18 h 31"/>
                  <a:gd name="T32" fmla="*/ 40 w 69"/>
                  <a:gd name="T33" fmla="*/ 18 h 31"/>
                  <a:gd name="T34" fmla="*/ 40 w 69"/>
                  <a:gd name="T35" fmla="*/ 26 h 31"/>
                  <a:gd name="T36" fmla="*/ 40 w 69"/>
                  <a:gd name="T37" fmla="*/ 26 h 31"/>
                  <a:gd name="T38" fmla="*/ 34 w 69"/>
                  <a:gd name="T39" fmla="*/ 26 h 31"/>
                  <a:gd name="T40" fmla="*/ 34 w 69"/>
                  <a:gd name="T41" fmla="*/ 31 h 31"/>
                  <a:gd name="T42" fmla="*/ 54 w 69"/>
                  <a:gd name="T43" fmla="*/ 31 h 31"/>
                  <a:gd name="T44" fmla="*/ 54 w 69"/>
                  <a:gd name="T45" fmla="*/ 26 h 31"/>
                  <a:gd name="T46" fmla="*/ 48 w 69"/>
                  <a:gd name="T47" fmla="*/ 26 h 31"/>
                  <a:gd name="T48" fmla="*/ 48 w 69"/>
                  <a:gd name="T49" fmla="*/ 18 h 31"/>
                  <a:gd name="T50" fmla="*/ 54 w 69"/>
                  <a:gd name="T51" fmla="*/ 18 h 31"/>
                  <a:gd name="T52" fmla="*/ 54 w 69"/>
                  <a:gd name="T53" fmla="*/ 3 h 31"/>
                  <a:gd name="T54" fmla="*/ 45 w 69"/>
                  <a:gd name="T55" fmla="*/ 0 h 31"/>
                  <a:gd name="T56" fmla="*/ 34 w 69"/>
                  <a:gd name="T57" fmla="*/ 12 h 31"/>
                  <a:gd name="T58" fmla="*/ 15 w 69"/>
                  <a:gd name="T59" fmla="*/ 12 h 31"/>
                  <a:gd name="T60" fmla="*/ 15 w 69"/>
                  <a:gd name="T61" fmla="*/ 18 h 31"/>
                  <a:gd name="T62" fmla="*/ 21 w 69"/>
                  <a:gd name="T63" fmla="*/ 18 h 31"/>
                  <a:gd name="T64" fmla="*/ 21 w 69"/>
                  <a:gd name="T65" fmla="*/ 26 h 31"/>
                  <a:gd name="T66" fmla="*/ 21 w 69"/>
                  <a:gd name="T67" fmla="*/ 26 h 31"/>
                  <a:gd name="T68" fmla="*/ 15 w 69"/>
                  <a:gd name="T69" fmla="*/ 26 h 31"/>
                  <a:gd name="T70" fmla="*/ 15 w 69"/>
                  <a:gd name="T71" fmla="*/ 31 h 31"/>
                  <a:gd name="T72" fmla="*/ 34 w 69"/>
                  <a:gd name="T73" fmla="*/ 31 h 31"/>
                  <a:gd name="T74" fmla="*/ 34 w 69"/>
                  <a:gd name="T75" fmla="*/ 26 h 31"/>
                  <a:gd name="T76" fmla="*/ 29 w 69"/>
                  <a:gd name="T77" fmla="*/ 26 h 31"/>
                  <a:gd name="T78" fmla="*/ 29 w 69"/>
                  <a:gd name="T79" fmla="*/ 18 h 31"/>
                  <a:gd name="T80" fmla="*/ 34 w 69"/>
                  <a:gd name="T81" fmla="*/ 18 h 31"/>
                  <a:gd name="T82" fmla="*/ 34 w 69"/>
                  <a:gd name="T83" fmla="*/ 12 h 31"/>
                  <a:gd name="T84" fmla="*/ 15 w 69"/>
                  <a:gd name="T85" fmla="*/ 12 h 31"/>
                  <a:gd name="T86" fmla="*/ 0 w 69"/>
                  <a:gd name="T87" fmla="*/ 12 h 31"/>
                  <a:gd name="T88" fmla="*/ 0 w 69"/>
                  <a:gd name="T89" fmla="*/ 31 h 31"/>
                  <a:gd name="T90" fmla="*/ 15 w 69"/>
                  <a:gd name="T91" fmla="*/ 31 h 31"/>
                  <a:gd name="T92" fmla="*/ 15 w 69"/>
                  <a:gd name="T93" fmla="*/ 26 h 31"/>
                  <a:gd name="T94" fmla="*/ 9 w 69"/>
                  <a:gd name="T95" fmla="*/ 26 h 31"/>
                  <a:gd name="T96" fmla="*/ 9 w 69"/>
                  <a:gd name="T97" fmla="*/ 18 h 31"/>
                  <a:gd name="T98" fmla="*/ 15 w 69"/>
                  <a:gd name="T99" fmla="*/ 18 h 31"/>
                  <a:gd name="T100" fmla="*/ 15 w 69"/>
                  <a:gd name="T101" fmla="*/ 12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69" h="31">
                    <a:moveTo>
                      <a:pt x="54" y="31"/>
                    </a:moveTo>
                    <a:cubicBezTo>
                      <a:pt x="69" y="31"/>
                      <a:pt x="69" y="31"/>
                      <a:pt x="69" y="31"/>
                    </a:cubicBezTo>
                    <a:cubicBezTo>
                      <a:pt x="69" y="12"/>
                      <a:pt x="69" y="12"/>
                      <a:pt x="69" y="12"/>
                    </a:cubicBezTo>
                    <a:cubicBezTo>
                      <a:pt x="61" y="12"/>
                      <a:pt x="61" y="12"/>
                      <a:pt x="61" y="12"/>
                    </a:cubicBezTo>
                    <a:cubicBezTo>
                      <a:pt x="61" y="6"/>
                      <a:pt x="61" y="6"/>
                      <a:pt x="61" y="6"/>
                    </a:cubicBezTo>
                    <a:cubicBezTo>
                      <a:pt x="59" y="5"/>
                      <a:pt x="57" y="4"/>
                      <a:pt x="54" y="3"/>
                    </a:cubicBezTo>
                    <a:cubicBezTo>
                      <a:pt x="54" y="18"/>
                      <a:pt x="54" y="18"/>
                      <a:pt x="54" y="18"/>
                    </a:cubicBezTo>
                    <a:cubicBezTo>
                      <a:pt x="60" y="18"/>
                      <a:pt x="60" y="18"/>
                      <a:pt x="60" y="18"/>
                    </a:cubicBezTo>
                    <a:cubicBezTo>
                      <a:pt x="60" y="26"/>
                      <a:pt x="60" y="26"/>
                      <a:pt x="60" y="26"/>
                    </a:cubicBezTo>
                    <a:cubicBezTo>
                      <a:pt x="60" y="26"/>
                      <a:pt x="60" y="26"/>
                      <a:pt x="60" y="26"/>
                    </a:cubicBezTo>
                    <a:cubicBezTo>
                      <a:pt x="54" y="26"/>
                      <a:pt x="54" y="26"/>
                      <a:pt x="54" y="26"/>
                    </a:cubicBezTo>
                    <a:lnTo>
                      <a:pt x="54" y="31"/>
                    </a:lnTo>
                    <a:close/>
                    <a:moveTo>
                      <a:pt x="45" y="0"/>
                    </a:moveTo>
                    <a:cubicBezTo>
                      <a:pt x="45" y="12"/>
                      <a:pt x="45" y="12"/>
                      <a:pt x="45" y="12"/>
                    </a:cubicBezTo>
                    <a:cubicBezTo>
                      <a:pt x="34" y="12"/>
                      <a:pt x="34" y="12"/>
                      <a:pt x="34" y="12"/>
                    </a:cubicBezTo>
                    <a:cubicBezTo>
                      <a:pt x="34" y="18"/>
                      <a:pt x="34" y="18"/>
                      <a:pt x="34" y="18"/>
                    </a:cubicBezTo>
                    <a:cubicBezTo>
                      <a:pt x="40" y="18"/>
                      <a:pt x="40" y="18"/>
                      <a:pt x="40" y="18"/>
                    </a:cubicBezTo>
                    <a:cubicBezTo>
                      <a:pt x="40" y="26"/>
                      <a:pt x="40" y="26"/>
                      <a:pt x="40" y="26"/>
                    </a:cubicBezTo>
                    <a:cubicBezTo>
                      <a:pt x="40" y="26"/>
                      <a:pt x="40" y="26"/>
                      <a:pt x="40" y="26"/>
                    </a:cubicBezTo>
                    <a:cubicBezTo>
                      <a:pt x="34" y="26"/>
                      <a:pt x="34" y="26"/>
                      <a:pt x="34" y="26"/>
                    </a:cubicBezTo>
                    <a:cubicBezTo>
                      <a:pt x="34" y="31"/>
                      <a:pt x="34" y="31"/>
                      <a:pt x="34" y="31"/>
                    </a:cubicBezTo>
                    <a:cubicBezTo>
                      <a:pt x="54" y="31"/>
                      <a:pt x="54" y="31"/>
                      <a:pt x="54" y="31"/>
                    </a:cubicBezTo>
                    <a:cubicBezTo>
                      <a:pt x="54" y="26"/>
                      <a:pt x="54" y="26"/>
                      <a:pt x="54" y="26"/>
                    </a:cubicBezTo>
                    <a:cubicBezTo>
                      <a:pt x="48" y="26"/>
                      <a:pt x="48" y="26"/>
                      <a:pt x="48" y="26"/>
                    </a:cubicBezTo>
                    <a:cubicBezTo>
                      <a:pt x="48" y="18"/>
                      <a:pt x="48" y="18"/>
                      <a:pt x="48" y="18"/>
                    </a:cubicBezTo>
                    <a:cubicBezTo>
                      <a:pt x="54" y="18"/>
                      <a:pt x="54" y="18"/>
                      <a:pt x="54" y="18"/>
                    </a:cubicBezTo>
                    <a:cubicBezTo>
                      <a:pt x="54" y="3"/>
                      <a:pt x="54" y="3"/>
                      <a:pt x="54" y="3"/>
                    </a:cubicBezTo>
                    <a:cubicBezTo>
                      <a:pt x="51" y="2"/>
                      <a:pt x="48" y="1"/>
                      <a:pt x="45" y="0"/>
                    </a:cubicBezTo>
                    <a:close/>
                    <a:moveTo>
                      <a:pt x="34" y="12"/>
                    </a:moveTo>
                    <a:cubicBezTo>
                      <a:pt x="15" y="12"/>
                      <a:pt x="15" y="12"/>
                      <a:pt x="15" y="12"/>
                    </a:cubicBezTo>
                    <a:cubicBezTo>
                      <a:pt x="15" y="18"/>
                      <a:pt x="15" y="18"/>
                      <a:pt x="15" y="18"/>
                    </a:cubicBezTo>
                    <a:cubicBezTo>
                      <a:pt x="21" y="18"/>
                      <a:pt x="21" y="18"/>
                      <a:pt x="21" y="18"/>
                    </a:cubicBezTo>
                    <a:cubicBezTo>
                      <a:pt x="21" y="26"/>
                      <a:pt x="21" y="26"/>
                      <a:pt x="21" y="26"/>
                    </a:cubicBezTo>
                    <a:cubicBezTo>
                      <a:pt x="21" y="26"/>
                      <a:pt x="21" y="26"/>
                      <a:pt x="21" y="26"/>
                    </a:cubicBezTo>
                    <a:cubicBezTo>
                      <a:pt x="15" y="26"/>
                      <a:pt x="15" y="26"/>
                      <a:pt x="15" y="26"/>
                    </a:cubicBezTo>
                    <a:cubicBezTo>
                      <a:pt x="15" y="31"/>
                      <a:pt x="15" y="31"/>
                      <a:pt x="15" y="31"/>
                    </a:cubicBezTo>
                    <a:cubicBezTo>
                      <a:pt x="34" y="31"/>
                      <a:pt x="34" y="31"/>
                      <a:pt x="34" y="31"/>
                    </a:cubicBezTo>
                    <a:cubicBezTo>
                      <a:pt x="34" y="26"/>
                      <a:pt x="34" y="26"/>
                      <a:pt x="34" y="26"/>
                    </a:cubicBezTo>
                    <a:cubicBezTo>
                      <a:pt x="29" y="26"/>
                      <a:pt x="29" y="26"/>
                      <a:pt x="29" y="26"/>
                    </a:cubicBezTo>
                    <a:cubicBezTo>
                      <a:pt x="29" y="18"/>
                      <a:pt x="29" y="18"/>
                      <a:pt x="29" y="18"/>
                    </a:cubicBezTo>
                    <a:cubicBezTo>
                      <a:pt x="34" y="18"/>
                      <a:pt x="34" y="18"/>
                      <a:pt x="34" y="18"/>
                    </a:cubicBezTo>
                    <a:lnTo>
                      <a:pt x="34" y="12"/>
                    </a:lnTo>
                    <a:close/>
                    <a:moveTo>
                      <a:pt x="15" y="12"/>
                    </a:moveTo>
                    <a:cubicBezTo>
                      <a:pt x="0" y="12"/>
                      <a:pt x="0" y="12"/>
                      <a:pt x="0" y="12"/>
                    </a:cubicBezTo>
                    <a:cubicBezTo>
                      <a:pt x="0" y="31"/>
                      <a:pt x="0" y="31"/>
                      <a:pt x="0" y="31"/>
                    </a:cubicBezTo>
                    <a:cubicBezTo>
                      <a:pt x="15" y="31"/>
                      <a:pt x="15" y="31"/>
                      <a:pt x="15" y="31"/>
                    </a:cubicBezTo>
                    <a:cubicBezTo>
                      <a:pt x="15" y="26"/>
                      <a:pt x="15" y="26"/>
                      <a:pt x="15" y="26"/>
                    </a:cubicBezTo>
                    <a:cubicBezTo>
                      <a:pt x="9" y="26"/>
                      <a:pt x="9" y="26"/>
                      <a:pt x="9" y="26"/>
                    </a:cubicBezTo>
                    <a:cubicBezTo>
                      <a:pt x="9" y="18"/>
                      <a:pt x="9" y="18"/>
                      <a:pt x="9" y="18"/>
                    </a:cubicBezTo>
                    <a:cubicBezTo>
                      <a:pt x="15" y="18"/>
                      <a:pt x="15" y="18"/>
                      <a:pt x="15" y="18"/>
                    </a:cubicBezTo>
                    <a:lnTo>
                      <a:pt x="15" y="12"/>
                    </a:lnTo>
                    <a:close/>
                  </a:path>
                </a:pathLst>
              </a:custGeom>
              <a:solidFill>
                <a:schemeClr val="bg1">
                  <a:lumMod val="95000"/>
                </a:schemeClr>
              </a:solidFill>
              <a:ln>
                <a:noFill/>
              </a:ln>
            </p:spPr>
            <p:txBody>
              <a:bodyPr anchor="ctr"/>
              <a:lstStyle/>
              <a:p>
                <a:pPr algn="ctr">
                  <a:lnSpc>
                    <a:spcPct val="120000"/>
                  </a:lnSpc>
                </a:pPr>
                <a:endParaRPr sz="3200">
                  <a:cs typeface="+mn-ea"/>
                  <a:sym typeface="+mn-lt"/>
                </a:endParaRPr>
              </a:p>
            </p:txBody>
          </p:sp>
          <p:sp>
            <p:nvSpPr>
              <p:cNvPr id="113" name="ïṡḻïďé">
                <a:extLst>
                  <a:ext uri="{FF2B5EF4-FFF2-40B4-BE49-F238E27FC236}">
                    <a16:creationId xmlns:a16="http://schemas.microsoft.com/office/drawing/2014/main" id="{CE2643B4-8ED9-4E48-9281-036804358690}"/>
                  </a:ext>
                </a:extLst>
              </p:cNvPr>
              <p:cNvSpPr/>
              <p:nvPr/>
            </p:nvSpPr>
            <p:spPr bwMode="auto">
              <a:xfrm>
                <a:off x="7239453" y="5596514"/>
                <a:ext cx="534402" cy="170756"/>
              </a:xfrm>
              <a:custGeom>
                <a:avLst/>
                <a:gdLst>
                  <a:gd name="T0" fmla="*/ 328 w 338"/>
                  <a:gd name="T1" fmla="*/ 108 h 108"/>
                  <a:gd name="T2" fmla="*/ 338 w 338"/>
                  <a:gd name="T3" fmla="*/ 0 h 108"/>
                  <a:gd name="T4" fmla="*/ 0 w 338"/>
                  <a:gd name="T5" fmla="*/ 0 h 108"/>
                  <a:gd name="T6" fmla="*/ 39 w 338"/>
                  <a:gd name="T7" fmla="*/ 108 h 108"/>
                  <a:gd name="T8" fmla="*/ 328 w 338"/>
                  <a:gd name="T9" fmla="*/ 108 h 108"/>
                </a:gdLst>
                <a:ahLst/>
                <a:cxnLst>
                  <a:cxn ang="0">
                    <a:pos x="T0" y="T1"/>
                  </a:cxn>
                  <a:cxn ang="0">
                    <a:pos x="T2" y="T3"/>
                  </a:cxn>
                  <a:cxn ang="0">
                    <a:pos x="T4" y="T5"/>
                  </a:cxn>
                  <a:cxn ang="0">
                    <a:pos x="T6" y="T7"/>
                  </a:cxn>
                  <a:cxn ang="0">
                    <a:pos x="T8" y="T9"/>
                  </a:cxn>
                </a:cxnLst>
                <a:rect l="0" t="0" r="r" b="b"/>
                <a:pathLst>
                  <a:path w="338" h="108">
                    <a:moveTo>
                      <a:pt x="328" y="108"/>
                    </a:moveTo>
                    <a:lnTo>
                      <a:pt x="338" y="0"/>
                    </a:lnTo>
                    <a:lnTo>
                      <a:pt x="0" y="0"/>
                    </a:lnTo>
                    <a:lnTo>
                      <a:pt x="39" y="108"/>
                    </a:lnTo>
                    <a:lnTo>
                      <a:pt x="328" y="108"/>
                    </a:lnTo>
                    <a:close/>
                  </a:path>
                </a:pathLst>
              </a:custGeom>
              <a:solidFill>
                <a:schemeClr val="bg1">
                  <a:lumMod val="95000"/>
                </a:schemeClr>
              </a:solidFill>
              <a:ln>
                <a:noFill/>
              </a:ln>
            </p:spPr>
            <p:txBody>
              <a:bodyPr anchor="ctr"/>
              <a:lstStyle/>
              <a:p>
                <a:pPr algn="ctr">
                  <a:lnSpc>
                    <a:spcPct val="120000"/>
                  </a:lnSpc>
                </a:pPr>
                <a:endParaRPr sz="3200">
                  <a:cs typeface="+mn-ea"/>
                  <a:sym typeface="+mn-lt"/>
                </a:endParaRPr>
              </a:p>
            </p:txBody>
          </p:sp>
          <p:sp>
            <p:nvSpPr>
              <p:cNvPr id="114" name="îṣļïḓè">
                <a:extLst>
                  <a:ext uri="{FF2B5EF4-FFF2-40B4-BE49-F238E27FC236}">
                    <a16:creationId xmlns:a16="http://schemas.microsoft.com/office/drawing/2014/main" id="{4987799E-3029-44CB-B2D2-BCC97CBB454D}"/>
                  </a:ext>
                </a:extLst>
              </p:cNvPr>
              <p:cNvSpPr/>
              <p:nvPr/>
            </p:nvSpPr>
            <p:spPr bwMode="auto">
              <a:xfrm>
                <a:off x="6366702" y="4371183"/>
                <a:ext cx="251391" cy="358904"/>
              </a:xfrm>
              <a:custGeom>
                <a:avLst/>
                <a:gdLst>
                  <a:gd name="T0" fmla="*/ 41 w 44"/>
                  <a:gd name="T1" fmla="*/ 0 h 63"/>
                  <a:gd name="T2" fmla="*/ 0 w 44"/>
                  <a:gd name="T3" fmla="*/ 43 h 63"/>
                  <a:gd name="T4" fmla="*/ 5 w 44"/>
                  <a:gd name="T5" fmla="*/ 63 h 63"/>
                  <a:gd name="T6" fmla="*/ 5 w 44"/>
                  <a:gd name="T7" fmla="*/ 52 h 63"/>
                  <a:gd name="T8" fmla="*/ 7 w 44"/>
                  <a:gd name="T9" fmla="*/ 46 h 63"/>
                  <a:gd name="T10" fmla="*/ 7 w 44"/>
                  <a:gd name="T11" fmla="*/ 43 h 63"/>
                  <a:gd name="T12" fmla="*/ 43 w 44"/>
                  <a:gd name="T13" fmla="*/ 7 h 63"/>
                  <a:gd name="T14" fmla="*/ 44 w 44"/>
                  <a:gd name="T15" fmla="*/ 7 h 63"/>
                  <a:gd name="T16" fmla="*/ 41 w 44"/>
                  <a:gd name="T17" fmla="*/ 0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 h="63">
                    <a:moveTo>
                      <a:pt x="41" y="0"/>
                    </a:moveTo>
                    <a:cubicBezTo>
                      <a:pt x="19" y="1"/>
                      <a:pt x="0" y="20"/>
                      <a:pt x="0" y="43"/>
                    </a:cubicBezTo>
                    <a:cubicBezTo>
                      <a:pt x="0" y="50"/>
                      <a:pt x="2" y="57"/>
                      <a:pt x="5" y="63"/>
                    </a:cubicBezTo>
                    <a:cubicBezTo>
                      <a:pt x="5" y="52"/>
                      <a:pt x="5" y="52"/>
                      <a:pt x="5" y="52"/>
                    </a:cubicBezTo>
                    <a:cubicBezTo>
                      <a:pt x="5" y="50"/>
                      <a:pt x="6" y="48"/>
                      <a:pt x="7" y="46"/>
                    </a:cubicBezTo>
                    <a:cubicBezTo>
                      <a:pt x="7" y="45"/>
                      <a:pt x="7" y="44"/>
                      <a:pt x="7" y="43"/>
                    </a:cubicBezTo>
                    <a:cubicBezTo>
                      <a:pt x="7" y="23"/>
                      <a:pt x="23" y="7"/>
                      <a:pt x="43" y="7"/>
                    </a:cubicBezTo>
                    <a:cubicBezTo>
                      <a:pt x="43" y="7"/>
                      <a:pt x="44" y="7"/>
                      <a:pt x="44" y="7"/>
                    </a:cubicBezTo>
                    <a:cubicBezTo>
                      <a:pt x="43" y="4"/>
                      <a:pt x="42" y="2"/>
                      <a:pt x="41" y="0"/>
                    </a:cubicBezTo>
                    <a:close/>
                  </a:path>
                </a:pathLst>
              </a:custGeom>
              <a:solidFill>
                <a:schemeClr val="bg1">
                  <a:lumMod val="95000"/>
                </a:schemeClr>
              </a:solidFill>
              <a:ln>
                <a:noFill/>
              </a:ln>
            </p:spPr>
            <p:txBody>
              <a:bodyPr anchor="ctr"/>
              <a:lstStyle/>
              <a:p>
                <a:pPr algn="ctr">
                  <a:lnSpc>
                    <a:spcPct val="120000"/>
                  </a:lnSpc>
                </a:pPr>
                <a:endParaRPr sz="3200">
                  <a:cs typeface="+mn-ea"/>
                  <a:sym typeface="+mn-lt"/>
                </a:endParaRPr>
              </a:p>
            </p:txBody>
          </p:sp>
          <p:sp>
            <p:nvSpPr>
              <p:cNvPr id="115" name="íṣlídé">
                <a:extLst>
                  <a:ext uri="{FF2B5EF4-FFF2-40B4-BE49-F238E27FC236}">
                    <a16:creationId xmlns:a16="http://schemas.microsoft.com/office/drawing/2014/main" id="{A543A9F6-627B-4BB5-9DD5-8CEE96414438}"/>
                  </a:ext>
                </a:extLst>
              </p:cNvPr>
              <p:cNvSpPr/>
              <p:nvPr/>
            </p:nvSpPr>
            <p:spPr bwMode="auto">
              <a:xfrm>
                <a:off x="6412553" y="4616249"/>
                <a:ext cx="109093" cy="194472"/>
              </a:xfrm>
              <a:custGeom>
                <a:avLst/>
                <a:gdLst>
                  <a:gd name="T0" fmla="*/ 0 w 19"/>
                  <a:gd name="T1" fmla="*/ 7 h 34"/>
                  <a:gd name="T2" fmla="*/ 0 w 19"/>
                  <a:gd name="T3" fmla="*/ 9 h 34"/>
                  <a:gd name="T4" fmla="*/ 0 w 19"/>
                  <a:gd name="T5" fmla="*/ 20 h 34"/>
                  <a:gd name="T6" fmla="*/ 0 w 19"/>
                  <a:gd name="T7" fmla="*/ 25 h 34"/>
                  <a:gd name="T8" fmla="*/ 13 w 19"/>
                  <a:gd name="T9" fmla="*/ 34 h 34"/>
                  <a:gd name="T10" fmla="*/ 19 w 19"/>
                  <a:gd name="T11" fmla="*/ 34 h 34"/>
                  <a:gd name="T12" fmla="*/ 19 w 19"/>
                  <a:gd name="T13" fmla="*/ 0 h 34"/>
                  <a:gd name="T14" fmla="*/ 13 w 19"/>
                  <a:gd name="T15" fmla="*/ 0 h 34"/>
                  <a:gd name="T16" fmla="*/ 0 w 19"/>
                  <a:gd name="T17" fmla="*/ 7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 h="34">
                    <a:moveTo>
                      <a:pt x="0" y="7"/>
                    </a:moveTo>
                    <a:cubicBezTo>
                      <a:pt x="0" y="8"/>
                      <a:pt x="0" y="8"/>
                      <a:pt x="0" y="9"/>
                    </a:cubicBezTo>
                    <a:cubicBezTo>
                      <a:pt x="0" y="20"/>
                      <a:pt x="0" y="20"/>
                      <a:pt x="0" y="20"/>
                    </a:cubicBezTo>
                    <a:cubicBezTo>
                      <a:pt x="0" y="25"/>
                      <a:pt x="0" y="25"/>
                      <a:pt x="0" y="25"/>
                    </a:cubicBezTo>
                    <a:cubicBezTo>
                      <a:pt x="0" y="30"/>
                      <a:pt x="6" y="34"/>
                      <a:pt x="13" y="34"/>
                    </a:cubicBezTo>
                    <a:cubicBezTo>
                      <a:pt x="19" y="34"/>
                      <a:pt x="19" y="34"/>
                      <a:pt x="19" y="34"/>
                    </a:cubicBezTo>
                    <a:cubicBezTo>
                      <a:pt x="19" y="0"/>
                      <a:pt x="19" y="0"/>
                      <a:pt x="19" y="0"/>
                    </a:cubicBezTo>
                    <a:cubicBezTo>
                      <a:pt x="13" y="0"/>
                      <a:pt x="13" y="0"/>
                      <a:pt x="13" y="0"/>
                    </a:cubicBezTo>
                    <a:cubicBezTo>
                      <a:pt x="7" y="0"/>
                      <a:pt x="1" y="3"/>
                      <a:pt x="0" y="7"/>
                    </a:cubicBezTo>
                    <a:close/>
                  </a:path>
                </a:pathLst>
              </a:custGeom>
              <a:solidFill>
                <a:schemeClr val="bg1">
                  <a:lumMod val="95000"/>
                </a:schemeClr>
              </a:solidFill>
              <a:ln>
                <a:noFill/>
              </a:ln>
            </p:spPr>
            <p:txBody>
              <a:bodyPr anchor="ctr"/>
              <a:lstStyle/>
              <a:p>
                <a:pPr algn="ctr">
                  <a:lnSpc>
                    <a:spcPct val="120000"/>
                  </a:lnSpc>
                </a:pPr>
                <a:endParaRPr sz="3200">
                  <a:cs typeface="+mn-ea"/>
                  <a:sym typeface="+mn-lt"/>
                </a:endParaRPr>
              </a:p>
            </p:txBody>
          </p:sp>
          <p:sp>
            <p:nvSpPr>
              <p:cNvPr id="116" name="îSḻidê">
                <a:extLst>
                  <a:ext uri="{FF2B5EF4-FFF2-40B4-BE49-F238E27FC236}">
                    <a16:creationId xmlns:a16="http://schemas.microsoft.com/office/drawing/2014/main" id="{C8199792-0D97-42CE-A1CC-2D6411B6FEA9}"/>
                  </a:ext>
                </a:extLst>
              </p:cNvPr>
              <p:cNvSpPr/>
              <p:nvPr/>
            </p:nvSpPr>
            <p:spPr bwMode="auto">
              <a:xfrm>
                <a:off x="6703470" y="4616249"/>
                <a:ext cx="102770" cy="194472"/>
              </a:xfrm>
              <a:custGeom>
                <a:avLst/>
                <a:gdLst>
                  <a:gd name="T0" fmla="*/ 1 w 18"/>
                  <a:gd name="T1" fmla="*/ 0 h 34"/>
                  <a:gd name="T2" fmla="*/ 0 w 18"/>
                  <a:gd name="T3" fmla="*/ 0 h 34"/>
                  <a:gd name="T4" fmla="*/ 0 w 18"/>
                  <a:gd name="T5" fmla="*/ 34 h 34"/>
                  <a:gd name="T6" fmla="*/ 6 w 18"/>
                  <a:gd name="T7" fmla="*/ 34 h 34"/>
                  <a:gd name="T8" fmla="*/ 18 w 18"/>
                  <a:gd name="T9" fmla="*/ 28 h 34"/>
                  <a:gd name="T10" fmla="*/ 1 w 18"/>
                  <a:gd name="T11" fmla="*/ 0 h 34"/>
                </a:gdLst>
                <a:ahLst/>
                <a:cxnLst>
                  <a:cxn ang="0">
                    <a:pos x="T0" y="T1"/>
                  </a:cxn>
                  <a:cxn ang="0">
                    <a:pos x="T2" y="T3"/>
                  </a:cxn>
                  <a:cxn ang="0">
                    <a:pos x="T4" y="T5"/>
                  </a:cxn>
                  <a:cxn ang="0">
                    <a:pos x="T6" y="T7"/>
                  </a:cxn>
                  <a:cxn ang="0">
                    <a:pos x="T8" y="T9"/>
                  </a:cxn>
                  <a:cxn ang="0">
                    <a:pos x="T10" y="T11"/>
                  </a:cxn>
                </a:cxnLst>
                <a:rect l="0" t="0" r="r" b="b"/>
                <a:pathLst>
                  <a:path w="18" h="34">
                    <a:moveTo>
                      <a:pt x="1" y="0"/>
                    </a:moveTo>
                    <a:cubicBezTo>
                      <a:pt x="0" y="0"/>
                      <a:pt x="0" y="0"/>
                      <a:pt x="0" y="0"/>
                    </a:cubicBezTo>
                    <a:cubicBezTo>
                      <a:pt x="0" y="34"/>
                      <a:pt x="0" y="34"/>
                      <a:pt x="0" y="34"/>
                    </a:cubicBezTo>
                    <a:cubicBezTo>
                      <a:pt x="6" y="34"/>
                      <a:pt x="6" y="34"/>
                      <a:pt x="6" y="34"/>
                    </a:cubicBezTo>
                    <a:cubicBezTo>
                      <a:pt x="12" y="34"/>
                      <a:pt x="17" y="31"/>
                      <a:pt x="18" y="28"/>
                    </a:cubicBezTo>
                    <a:cubicBezTo>
                      <a:pt x="12" y="19"/>
                      <a:pt x="7" y="9"/>
                      <a:pt x="1" y="0"/>
                    </a:cubicBezTo>
                    <a:close/>
                  </a:path>
                </a:pathLst>
              </a:custGeom>
              <a:solidFill>
                <a:schemeClr val="bg1">
                  <a:lumMod val="95000"/>
                </a:schemeClr>
              </a:solidFill>
              <a:ln>
                <a:noFill/>
              </a:ln>
            </p:spPr>
            <p:txBody>
              <a:bodyPr anchor="ctr"/>
              <a:lstStyle/>
              <a:p>
                <a:pPr algn="ctr">
                  <a:lnSpc>
                    <a:spcPct val="120000"/>
                  </a:lnSpc>
                </a:pPr>
                <a:endParaRPr sz="3200">
                  <a:cs typeface="+mn-ea"/>
                  <a:sym typeface="+mn-lt"/>
                </a:endParaRPr>
              </a:p>
            </p:txBody>
          </p:sp>
          <p:sp>
            <p:nvSpPr>
              <p:cNvPr id="117" name="íṡlïḋê">
                <a:extLst>
                  <a:ext uri="{FF2B5EF4-FFF2-40B4-BE49-F238E27FC236}">
                    <a16:creationId xmlns:a16="http://schemas.microsoft.com/office/drawing/2014/main" id="{A49A88F8-5CC1-42CA-91C5-32F8CE43DA11}"/>
                  </a:ext>
                </a:extLst>
              </p:cNvPr>
              <p:cNvSpPr/>
              <p:nvPr/>
            </p:nvSpPr>
            <p:spPr bwMode="auto">
              <a:xfrm>
                <a:off x="8708270" y="1813007"/>
                <a:ext cx="80635" cy="28459"/>
              </a:xfrm>
              <a:prstGeom prst="rect">
                <a:avLst/>
              </a:prstGeom>
              <a:solidFill>
                <a:schemeClr val="bg1">
                  <a:lumMod val="95000"/>
                </a:schemeClr>
              </a:solidFill>
              <a:ln>
                <a:noFill/>
              </a:ln>
            </p:spPr>
            <p:txBody>
              <a:bodyPr anchor="ctr"/>
              <a:lstStyle/>
              <a:p>
                <a:pPr algn="ctr">
                  <a:lnSpc>
                    <a:spcPct val="120000"/>
                  </a:lnSpc>
                </a:pPr>
                <a:endParaRPr sz="3200">
                  <a:cs typeface="+mn-ea"/>
                  <a:sym typeface="+mn-lt"/>
                </a:endParaRPr>
              </a:p>
            </p:txBody>
          </p:sp>
          <p:sp>
            <p:nvSpPr>
              <p:cNvPr id="118" name="ïṥľiďê">
                <a:extLst>
                  <a:ext uri="{FF2B5EF4-FFF2-40B4-BE49-F238E27FC236}">
                    <a16:creationId xmlns:a16="http://schemas.microsoft.com/office/drawing/2014/main" id="{7B3A2D89-1D12-493F-8508-091C6E847FC9}"/>
                  </a:ext>
                </a:extLst>
              </p:cNvPr>
              <p:cNvSpPr/>
              <p:nvPr/>
            </p:nvSpPr>
            <p:spPr bwMode="auto">
              <a:xfrm>
                <a:off x="8412610" y="1858858"/>
                <a:ext cx="426889" cy="290917"/>
              </a:xfrm>
              <a:custGeom>
                <a:avLst/>
                <a:gdLst>
                  <a:gd name="T0" fmla="*/ 75 w 75"/>
                  <a:gd name="T1" fmla="*/ 51 h 51"/>
                  <a:gd name="T2" fmla="*/ 75 w 75"/>
                  <a:gd name="T3" fmla="*/ 0 h 51"/>
                  <a:gd name="T4" fmla="*/ 0 w 75"/>
                  <a:gd name="T5" fmla="*/ 0 h 51"/>
                  <a:gd name="T6" fmla="*/ 0 w 75"/>
                  <a:gd name="T7" fmla="*/ 34 h 51"/>
                  <a:gd name="T8" fmla="*/ 19 w 75"/>
                  <a:gd name="T9" fmla="*/ 37 h 51"/>
                  <a:gd name="T10" fmla="*/ 17 w 75"/>
                  <a:gd name="T11" fmla="*/ 27 h 51"/>
                  <a:gd name="T12" fmla="*/ 38 w 75"/>
                  <a:gd name="T13" fmla="*/ 6 h 51"/>
                  <a:gd name="T14" fmla="*/ 38 w 75"/>
                  <a:gd name="T15" fmla="*/ 6 h 51"/>
                  <a:gd name="T16" fmla="*/ 58 w 75"/>
                  <a:gd name="T17" fmla="*/ 27 h 51"/>
                  <a:gd name="T18" fmla="*/ 50 w 75"/>
                  <a:gd name="T19" fmla="*/ 43 h 51"/>
                  <a:gd name="T20" fmla="*/ 75 w 75"/>
                  <a:gd name="T21" fmla="*/ 5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5" h="51">
                    <a:moveTo>
                      <a:pt x="75" y="51"/>
                    </a:moveTo>
                    <a:cubicBezTo>
                      <a:pt x="75" y="0"/>
                      <a:pt x="75" y="0"/>
                      <a:pt x="75" y="0"/>
                    </a:cubicBezTo>
                    <a:cubicBezTo>
                      <a:pt x="0" y="0"/>
                      <a:pt x="0" y="0"/>
                      <a:pt x="0" y="0"/>
                    </a:cubicBezTo>
                    <a:cubicBezTo>
                      <a:pt x="0" y="34"/>
                      <a:pt x="0" y="34"/>
                      <a:pt x="0" y="34"/>
                    </a:cubicBezTo>
                    <a:cubicBezTo>
                      <a:pt x="7" y="35"/>
                      <a:pt x="13" y="36"/>
                      <a:pt x="19" y="37"/>
                    </a:cubicBezTo>
                    <a:cubicBezTo>
                      <a:pt x="18" y="34"/>
                      <a:pt x="17" y="30"/>
                      <a:pt x="17" y="27"/>
                    </a:cubicBezTo>
                    <a:cubicBezTo>
                      <a:pt x="17" y="15"/>
                      <a:pt x="26" y="6"/>
                      <a:pt x="38" y="6"/>
                    </a:cubicBezTo>
                    <a:cubicBezTo>
                      <a:pt x="38" y="6"/>
                      <a:pt x="38" y="6"/>
                      <a:pt x="38" y="6"/>
                    </a:cubicBezTo>
                    <a:cubicBezTo>
                      <a:pt x="49" y="6"/>
                      <a:pt x="58" y="15"/>
                      <a:pt x="58" y="27"/>
                    </a:cubicBezTo>
                    <a:cubicBezTo>
                      <a:pt x="58" y="33"/>
                      <a:pt x="55" y="39"/>
                      <a:pt x="50" y="43"/>
                    </a:cubicBezTo>
                    <a:cubicBezTo>
                      <a:pt x="59" y="46"/>
                      <a:pt x="67" y="48"/>
                      <a:pt x="75" y="51"/>
                    </a:cubicBezTo>
                    <a:close/>
                  </a:path>
                </a:pathLst>
              </a:custGeom>
              <a:solidFill>
                <a:schemeClr val="bg1">
                  <a:lumMod val="95000"/>
                </a:schemeClr>
              </a:solidFill>
              <a:ln>
                <a:noFill/>
              </a:ln>
            </p:spPr>
            <p:txBody>
              <a:bodyPr anchor="ctr"/>
              <a:lstStyle/>
              <a:p>
                <a:pPr algn="ctr">
                  <a:lnSpc>
                    <a:spcPct val="120000"/>
                  </a:lnSpc>
                </a:pPr>
                <a:endParaRPr sz="3200">
                  <a:cs typeface="+mn-ea"/>
                  <a:sym typeface="+mn-lt"/>
                </a:endParaRPr>
              </a:p>
            </p:txBody>
          </p:sp>
          <p:sp>
            <p:nvSpPr>
              <p:cNvPr id="119" name="ísliḍè">
                <a:extLst>
                  <a:ext uri="{FF2B5EF4-FFF2-40B4-BE49-F238E27FC236}">
                    <a16:creationId xmlns:a16="http://schemas.microsoft.com/office/drawing/2014/main" id="{E23CCD5E-BEF8-45A6-AA94-BF475106459A}"/>
                  </a:ext>
                </a:extLst>
              </p:cNvPr>
              <p:cNvSpPr/>
              <p:nvPr/>
            </p:nvSpPr>
            <p:spPr bwMode="auto">
              <a:xfrm>
                <a:off x="8543838" y="1926845"/>
                <a:ext cx="164432" cy="166012"/>
              </a:xfrm>
              <a:custGeom>
                <a:avLst/>
                <a:gdLst>
                  <a:gd name="T0" fmla="*/ 16 w 29"/>
                  <a:gd name="T1" fmla="*/ 29 h 29"/>
                  <a:gd name="T2" fmla="*/ 29 w 29"/>
                  <a:gd name="T3" fmla="*/ 15 h 29"/>
                  <a:gd name="T4" fmla="*/ 15 w 29"/>
                  <a:gd name="T5" fmla="*/ 0 h 29"/>
                  <a:gd name="T6" fmla="*/ 0 w 29"/>
                  <a:gd name="T7" fmla="*/ 15 h 29"/>
                  <a:gd name="T8" fmla="*/ 8 w 29"/>
                  <a:gd name="T9" fmla="*/ 27 h 29"/>
                  <a:gd name="T10" fmla="*/ 16 w 29"/>
                  <a:gd name="T11" fmla="*/ 29 h 29"/>
                </a:gdLst>
                <a:ahLst/>
                <a:cxnLst>
                  <a:cxn ang="0">
                    <a:pos x="T0" y="T1"/>
                  </a:cxn>
                  <a:cxn ang="0">
                    <a:pos x="T2" y="T3"/>
                  </a:cxn>
                  <a:cxn ang="0">
                    <a:pos x="T4" y="T5"/>
                  </a:cxn>
                  <a:cxn ang="0">
                    <a:pos x="T6" y="T7"/>
                  </a:cxn>
                  <a:cxn ang="0">
                    <a:pos x="T8" y="T9"/>
                  </a:cxn>
                  <a:cxn ang="0">
                    <a:pos x="T10" y="T11"/>
                  </a:cxn>
                </a:cxnLst>
                <a:rect l="0" t="0" r="r" b="b"/>
                <a:pathLst>
                  <a:path w="29" h="29">
                    <a:moveTo>
                      <a:pt x="16" y="29"/>
                    </a:moveTo>
                    <a:cubicBezTo>
                      <a:pt x="23" y="28"/>
                      <a:pt x="29" y="22"/>
                      <a:pt x="29" y="15"/>
                    </a:cubicBezTo>
                    <a:cubicBezTo>
                      <a:pt x="29" y="7"/>
                      <a:pt x="22" y="0"/>
                      <a:pt x="15" y="0"/>
                    </a:cubicBezTo>
                    <a:cubicBezTo>
                      <a:pt x="7" y="0"/>
                      <a:pt x="0" y="7"/>
                      <a:pt x="0" y="15"/>
                    </a:cubicBezTo>
                    <a:cubicBezTo>
                      <a:pt x="0" y="20"/>
                      <a:pt x="3" y="24"/>
                      <a:pt x="8" y="27"/>
                    </a:cubicBezTo>
                    <a:cubicBezTo>
                      <a:pt x="10" y="27"/>
                      <a:pt x="13" y="28"/>
                      <a:pt x="16" y="29"/>
                    </a:cubicBezTo>
                    <a:close/>
                  </a:path>
                </a:pathLst>
              </a:custGeom>
              <a:solidFill>
                <a:schemeClr val="bg1">
                  <a:lumMod val="95000"/>
                </a:schemeClr>
              </a:solidFill>
              <a:ln>
                <a:noFill/>
              </a:ln>
            </p:spPr>
            <p:txBody>
              <a:bodyPr anchor="ctr"/>
              <a:lstStyle/>
              <a:p>
                <a:pPr algn="ctr">
                  <a:lnSpc>
                    <a:spcPct val="120000"/>
                  </a:lnSpc>
                </a:pPr>
                <a:endParaRPr sz="3200">
                  <a:cs typeface="+mn-ea"/>
                  <a:sym typeface="+mn-lt"/>
                </a:endParaRPr>
              </a:p>
            </p:txBody>
          </p:sp>
          <p:sp>
            <p:nvSpPr>
              <p:cNvPr id="120" name="iṣliḋe">
                <a:extLst>
                  <a:ext uri="{FF2B5EF4-FFF2-40B4-BE49-F238E27FC236}">
                    <a16:creationId xmlns:a16="http://schemas.microsoft.com/office/drawing/2014/main" id="{1D47FE1A-0277-428F-81FD-C9A1BB89A9D7}"/>
                  </a:ext>
                </a:extLst>
              </p:cNvPr>
              <p:cNvSpPr/>
              <p:nvPr/>
            </p:nvSpPr>
            <p:spPr bwMode="auto">
              <a:xfrm>
                <a:off x="6248121" y="3504755"/>
                <a:ext cx="278269" cy="245066"/>
              </a:xfrm>
              <a:custGeom>
                <a:avLst/>
                <a:gdLst>
                  <a:gd name="T0" fmla="*/ 49 w 49"/>
                  <a:gd name="T1" fmla="*/ 1 h 43"/>
                  <a:gd name="T2" fmla="*/ 41 w 49"/>
                  <a:gd name="T3" fmla="*/ 0 h 43"/>
                  <a:gd name="T4" fmla="*/ 20 w 49"/>
                  <a:gd name="T5" fmla="*/ 21 h 43"/>
                  <a:gd name="T6" fmla="*/ 12 w 49"/>
                  <a:gd name="T7" fmla="*/ 18 h 43"/>
                  <a:gd name="T8" fmla="*/ 0 w 49"/>
                  <a:gd name="T9" fmla="*/ 30 h 43"/>
                  <a:gd name="T10" fmla="*/ 12 w 49"/>
                  <a:gd name="T11" fmla="*/ 43 h 43"/>
                  <a:gd name="T12" fmla="*/ 40 w 49"/>
                  <a:gd name="T13" fmla="*/ 43 h 43"/>
                  <a:gd name="T14" fmla="*/ 41 w 49"/>
                  <a:gd name="T15" fmla="*/ 43 h 43"/>
                  <a:gd name="T16" fmla="*/ 45 w 49"/>
                  <a:gd name="T17" fmla="*/ 43 h 43"/>
                  <a:gd name="T18" fmla="*/ 49 w 49"/>
                  <a:gd name="T19" fmla="*/ 1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9" h="43">
                    <a:moveTo>
                      <a:pt x="49" y="1"/>
                    </a:moveTo>
                    <a:cubicBezTo>
                      <a:pt x="47" y="0"/>
                      <a:pt x="44" y="0"/>
                      <a:pt x="41" y="0"/>
                    </a:cubicBezTo>
                    <a:cubicBezTo>
                      <a:pt x="29" y="0"/>
                      <a:pt x="20" y="9"/>
                      <a:pt x="20" y="21"/>
                    </a:cubicBezTo>
                    <a:cubicBezTo>
                      <a:pt x="18" y="19"/>
                      <a:pt x="15" y="18"/>
                      <a:pt x="12" y="18"/>
                    </a:cubicBezTo>
                    <a:cubicBezTo>
                      <a:pt x="5" y="18"/>
                      <a:pt x="0" y="23"/>
                      <a:pt x="0" y="30"/>
                    </a:cubicBezTo>
                    <a:cubicBezTo>
                      <a:pt x="0" y="37"/>
                      <a:pt x="5" y="43"/>
                      <a:pt x="12" y="43"/>
                    </a:cubicBezTo>
                    <a:cubicBezTo>
                      <a:pt x="40" y="43"/>
                      <a:pt x="40" y="43"/>
                      <a:pt x="40" y="43"/>
                    </a:cubicBezTo>
                    <a:cubicBezTo>
                      <a:pt x="41" y="43"/>
                      <a:pt x="41" y="43"/>
                      <a:pt x="41" y="43"/>
                    </a:cubicBezTo>
                    <a:cubicBezTo>
                      <a:pt x="45" y="43"/>
                      <a:pt x="45" y="43"/>
                      <a:pt x="45" y="43"/>
                    </a:cubicBezTo>
                    <a:cubicBezTo>
                      <a:pt x="46" y="29"/>
                      <a:pt x="47" y="15"/>
                      <a:pt x="49" y="1"/>
                    </a:cubicBezTo>
                    <a:close/>
                  </a:path>
                </a:pathLst>
              </a:custGeom>
              <a:solidFill>
                <a:schemeClr val="bg1">
                  <a:lumMod val="95000"/>
                </a:schemeClr>
              </a:solidFill>
              <a:ln>
                <a:noFill/>
              </a:ln>
            </p:spPr>
            <p:txBody>
              <a:bodyPr anchor="ctr"/>
              <a:lstStyle/>
              <a:p>
                <a:pPr algn="ctr">
                  <a:lnSpc>
                    <a:spcPct val="120000"/>
                  </a:lnSpc>
                </a:pPr>
                <a:endParaRPr sz="3200">
                  <a:cs typeface="+mn-ea"/>
                  <a:sym typeface="+mn-lt"/>
                </a:endParaRPr>
              </a:p>
            </p:txBody>
          </p:sp>
          <p:sp>
            <p:nvSpPr>
              <p:cNvPr id="121" name="îşľiḋê">
                <a:extLst>
                  <a:ext uri="{FF2B5EF4-FFF2-40B4-BE49-F238E27FC236}">
                    <a16:creationId xmlns:a16="http://schemas.microsoft.com/office/drawing/2014/main" id="{630A15F3-117F-4435-9EE7-CE820712933D}"/>
                  </a:ext>
                </a:extLst>
              </p:cNvPr>
              <p:cNvSpPr/>
              <p:nvPr/>
            </p:nvSpPr>
            <p:spPr bwMode="auto">
              <a:xfrm>
                <a:off x="6298715" y="3767212"/>
                <a:ext cx="34783" cy="80635"/>
              </a:xfrm>
              <a:prstGeom prst="rect">
                <a:avLst/>
              </a:prstGeom>
              <a:solidFill>
                <a:schemeClr val="bg1">
                  <a:lumMod val="95000"/>
                </a:schemeClr>
              </a:solidFill>
              <a:ln>
                <a:noFill/>
              </a:ln>
            </p:spPr>
            <p:txBody>
              <a:bodyPr anchor="ctr"/>
              <a:lstStyle/>
              <a:p>
                <a:pPr algn="ctr">
                  <a:lnSpc>
                    <a:spcPct val="120000"/>
                  </a:lnSpc>
                </a:pPr>
                <a:endParaRPr sz="3200">
                  <a:cs typeface="+mn-ea"/>
                  <a:sym typeface="+mn-lt"/>
                </a:endParaRPr>
              </a:p>
            </p:txBody>
          </p:sp>
          <p:sp>
            <p:nvSpPr>
              <p:cNvPr id="122" name="î$ḷïḓé">
                <a:extLst>
                  <a:ext uri="{FF2B5EF4-FFF2-40B4-BE49-F238E27FC236}">
                    <a16:creationId xmlns:a16="http://schemas.microsoft.com/office/drawing/2014/main" id="{3EA4043F-E342-4A26-8DCF-6F3E832750D8}"/>
                  </a:ext>
                </a:extLst>
              </p:cNvPr>
              <p:cNvSpPr/>
              <p:nvPr/>
            </p:nvSpPr>
            <p:spPr bwMode="auto">
              <a:xfrm>
                <a:off x="6384093" y="3813064"/>
                <a:ext cx="34783" cy="74310"/>
              </a:xfrm>
              <a:prstGeom prst="rect">
                <a:avLst/>
              </a:prstGeom>
              <a:solidFill>
                <a:schemeClr val="bg1">
                  <a:lumMod val="95000"/>
                </a:schemeClr>
              </a:solidFill>
              <a:ln>
                <a:noFill/>
              </a:ln>
            </p:spPr>
            <p:txBody>
              <a:bodyPr anchor="ctr"/>
              <a:lstStyle/>
              <a:p>
                <a:pPr algn="ctr">
                  <a:lnSpc>
                    <a:spcPct val="120000"/>
                  </a:lnSpc>
                </a:pPr>
                <a:endParaRPr sz="3200">
                  <a:cs typeface="+mn-ea"/>
                  <a:sym typeface="+mn-lt"/>
                </a:endParaRPr>
              </a:p>
            </p:txBody>
          </p:sp>
          <p:sp>
            <p:nvSpPr>
              <p:cNvPr id="123" name="i$1îḓê">
                <a:extLst>
                  <a:ext uri="{FF2B5EF4-FFF2-40B4-BE49-F238E27FC236}">
                    <a16:creationId xmlns:a16="http://schemas.microsoft.com/office/drawing/2014/main" id="{7E434D2F-9A5C-4D8F-B54B-74B8BFFE4EEF}"/>
                  </a:ext>
                </a:extLst>
              </p:cNvPr>
              <p:cNvSpPr/>
              <p:nvPr/>
            </p:nvSpPr>
            <p:spPr bwMode="auto">
              <a:xfrm>
                <a:off x="6464728" y="3767212"/>
                <a:ext cx="33203" cy="80635"/>
              </a:xfrm>
              <a:prstGeom prst="rect">
                <a:avLst/>
              </a:prstGeom>
              <a:solidFill>
                <a:schemeClr val="bg1">
                  <a:lumMod val="95000"/>
                </a:schemeClr>
              </a:solidFill>
              <a:ln>
                <a:noFill/>
              </a:ln>
            </p:spPr>
            <p:txBody>
              <a:bodyPr anchor="ctr"/>
              <a:lstStyle/>
              <a:p>
                <a:pPr algn="ctr">
                  <a:lnSpc>
                    <a:spcPct val="120000"/>
                  </a:lnSpc>
                </a:pPr>
                <a:endParaRPr sz="3200">
                  <a:cs typeface="+mn-ea"/>
                  <a:sym typeface="+mn-lt"/>
                </a:endParaRPr>
              </a:p>
            </p:txBody>
          </p:sp>
          <p:sp>
            <p:nvSpPr>
              <p:cNvPr id="124" name="íṡlíḍe">
                <a:extLst>
                  <a:ext uri="{FF2B5EF4-FFF2-40B4-BE49-F238E27FC236}">
                    <a16:creationId xmlns:a16="http://schemas.microsoft.com/office/drawing/2014/main" id="{8DADF368-8D8E-44D3-A6B1-8C435F3B9D36}"/>
                  </a:ext>
                </a:extLst>
              </p:cNvPr>
              <p:cNvSpPr/>
              <p:nvPr/>
            </p:nvSpPr>
            <p:spPr bwMode="auto">
              <a:xfrm>
                <a:off x="9056106" y="5465285"/>
                <a:ext cx="382620" cy="376295"/>
              </a:xfrm>
              <a:custGeom>
                <a:avLst/>
                <a:gdLst>
                  <a:gd name="T0" fmla="*/ 34 w 67"/>
                  <a:gd name="T1" fmla="*/ 4 h 66"/>
                  <a:gd name="T2" fmla="*/ 37 w 67"/>
                  <a:gd name="T3" fmla="*/ 5 h 66"/>
                  <a:gd name="T4" fmla="*/ 38 w 67"/>
                  <a:gd name="T5" fmla="*/ 0 h 66"/>
                  <a:gd name="T6" fmla="*/ 48 w 67"/>
                  <a:gd name="T7" fmla="*/ 3 h 66"/>
                  <a:gd name="T8" fmla="*/ 47 w 67"/>
                  <a:gd name="T9" fmla="*/ 8 h 66"/>
                  <a:gd name="T10" fmla="*/ 56 w 67"/>
                  <a:gd name="T11" fmla="*/ 15 h 66"/>
                  <a:gd name="T12" fmla="*/ 60 w 67"/>
                  <a:gd name="T13" fmla="*/ 13 h 66"/>
                  <a:gd name="T14" fmla="*/ 65 w 67"/>
                  <a:gd name="T15" fmla="*/ 22 h 66"/>
                  <a:gd name="T16" fmla="*/ 61 w 67"/>
                  <a:gd name="T17" fmla="*/ 24 h 66"/>
                  <a:gd name="T18" fmla="*/ 62 w 67"/>
                  <a:gd name="T19" fmla="*/ 36 h 66"/>
                  <a:gd name="T20" fmla="*/ 67 w 67"/>
                  <a:gd name="T21" fmla="*/ 38 h 66"/>
                  <a:gd name="T22" fmla="*/ 64 w 67"/>
                  <a:gd name="T23" fmla="*/ 48 h 66"/>
                  <a:gd name="T24" fmla="*/ 59 w 67"/>
                  <a:gd name="T25" fmla="*/ 46 h 66"/>
                  <a:gd name="T26" fmla="*/ 52 w 67"/>
                  <a:gd name="T27" fmla="*/ 56 h 66"/>
                  <a:gd name="T28" fmla="*/ 54 w 67"/>
                  <a:gd name="T29" fmla="*/ 60 h 66"/>
                  <a:gd name="T30" fmla="*/ 45 w 67"/>
                  <a:gd name="T31" fmla="*/ 65 h 66"/>
                  <a:gd name="T32" fmla="*/ 42 w 67"/>
                  <a:gd name="T33" fmla="*/ 60 h 66"/>
                  <a:gd name="T34" fmla="*/ 34 w 67"/>
                  <a:gd name="T35" fmla="*/ 62 h 66"/>
                  <a:gd name="T36" fmla="*/ 34 w 67"/>
                  <a:gd name="T37" fmla="*/ 54 h 66"/>
                  <a:gd name="T38" fmla="*/ 54 w 67"/>
                  <a:gd name="T39" fmla="*/ 39 h 66"/>
                  <a:gd name="T40" fmla="*/ 40 w 67"/>
                  <a:gd name="T41" fmla="*/ 13 h 66"/>
                  <a:gd name="T42" fmla="*/ 34 w 67"/>
                  <a:gd name="T43" fmla="*/ 12 h 66"/>
                  <a:gd name="T44" fmla="*/ 34 w 67"/>
                  <a:gd name="T45" fmla="*/ 4 h 66"/>
                  <a:gd name="T46" fmla="*/ 16 w 67"/>
                  <a:gd name="T47" fmla="*/ 11 h 66"/>
                  <a:gd name="T48" fmla="*/ 13 w 67"/>
                  <a:gd name="T49" fmla="*/ 6 h 66"/>
                  <a:gd name="T50" fmla="*/ 23 w 67"/>
                  <a:gd name="T51" fmla="*/ 1 h 66"/>
                  <a:gd name="T52" fmla="*/ 25 w 67"/>
                  <a:gd name="T53" fmla="*/ 6 h 66"/>
                  <a:gd name="T54" fmla="*/ 34 w 67"/>
                  <a:gd name="T55" fmla="*/ 4 h 66"/>
                  <a:gd name="T56" fmla="*/ 34 w 67"/>
                  <a:gd name="T57" fmla="*/ 12 h 66"/>
                  <a:gd name="T58" fmla="*/ 13 w 67"/>
                  <a:gd name="T59" fmla="*/ 27 h 66"/>
                  <a:gd name="T60" fmla="*/ 27 w 67"/>
                  <a:gd name="T61" fmla="*/ 53 h 66"/>
                  <a:gd name="T62" fmla="*/ 27 w 67"/>
                  <a:gd name="T63" fmla="*/ 53 h 66"/>
                  <a:gd name="T64" fmla="*/ 34 w 67"/>
                  <a:gd name="T65" fmla="*/ 54 h 66"/>
                  <a:gd name="T66" fmla="*/ 34 w 67"/>
                  <a:gd name="T67" fmla="*/ 62 h 66"/>
                  <a:gd name="T68" fmla="*/ 30 w 67"/>
                  <a:gd name="T69" fmla="*/ 62 h 66"/>
                  <a:gd name="T70" fmla="*/ 29 w 67"/>
                  <a:gd name="T71" fmla="*/ 66 h 66"/>
                  <a:gd name="T72" fmla="*/ 19 w 67"/>
                  <a:gd name="T73" fmla="*/ 63 h 66"/>
                  <a:gd name="T74" fmla="*/ 20 w 67"/>
                  <a:gd name="T75" fmla="*/ 59 h 66"/>
                  <a:gd name="T76" fmla="*/ 11 w 67"/>
                  <a:gd name="T77" fmla="*/ 51 h 66"/>
                  <a:gd name="T78" fmla="*/ 7 w 67"/>
                  <a:gd name="T79" fmla="*/ 53 h 66"/>
                  <a:gd name="T80" fmla="*/ 2 w 67"/>
                  <a:gd name="T81" fmla="*/ 44 h 66"/>
                  <a:gd name="T82" fmla="*/ 6 w 67"/>
                  <a:gd name="T83" fmla="*/ 42 h 66"/>
                  <a:gd name="T84" fmla="*/ 5 w 67"/>
                  <a:gd name="T85" fmla="*/ 30 h 66"/>
                  <a:gd name="T86" fmla="*/ 0 w 67"/>
                  <a:gd name="T87" fmla="*/ 28 h 66"/>
                  <a:gd name="T88" fmla="*/ 3 w 67"/>
                  <a:gd name="T89" fmla="*/ 18 h 66"/>
                  <a:gd name="T90" fmla="*/ 8 w 67"/>
                  <a:gd name="T91" fmla="*/ 20 h 66"/>
                  <a:gd name="T92" fmla="*/ 16 w 67"/>
                  <a:gd name="T93" fmla="*/ 11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67" h="66">
                    <a:moveTo>
                      <a:pt x="34" y="4"/>
                    </a:moveTo>
                    <a:cubicBezTo>
                      <a:pt x="35" y="4"/>
                      <a:pt x="36" y="4"/>
                      <a:pt x="37" y="5"/>
                    </a:cubicBezTo>
                    <a:cubicBezTo>
                      <a:pt x="38" y="0"/>
                      <a:pt x="38" y="0"/>
                      <a:pt x="38" y="0"/>
                    </a:cubicBezTo>
                    <a:cubicBezTo>
                      <a:pt x="48" y="3"/>
                      <a:pt x="48" y="3"/>
                      <a:pt x="48" y="3"/>
                    </a:cubicBezTo>
                    <a:cubicBezTo>
                      <a:pt x="47" y="8"/>
                      <a:pt x="47" y="8"/>
                      <a:pt x="47" y="8"/>
                    </a:cubicBezTo>
                    <a:cubicBezTo>
                      <a:pt x="50" y="9"/>
                      <a:pt x="54" y="12"/>
                      <a:pt x="56" y="15"/>
                    </a:cubicBezTo>
                    <a:cubicBezTo>
                      <a:pt x="60" y="13"/>
                      <a:pt x="60" y="13"/>
                      <a:pt x="60" y="13"/>
                    </a:cubicBezTo>
                    <a:cubicBezTo>
                      <a:pt x="65" y="22"/>
                      <a:pt x="65" y="22"/>
                      <a:pt x="65" y="22"/>
                    </a:cubicBezTo>
                    <a:cubicBezTo>
                      <a:pt x="61" y="24"/>
                      <a:pt x="61" y="24"/>
                      <a:pt x="61" y="24"/>
                    </a:cubicBezTo>
                    <a:cubicBezTo>
                      <a:pt x="62" y="28"/>
                      <a:pt x="63" y="32"/>
                      <a:pt x="62" y="36"/>
                    </a:cubicBezTo>
                    <a:cubicBezTo>
                      <a:pt x="67" y="38"/>
                      <a:pt x="67" y="38"/>
                      <a:pt x="67" y="38"/>
                    </a:cubicBezTo>
                    <a:cubicBezTo>
                      <a:pt x="64" y="48"/>
                      <a:pt x="64" y="48"/>
                      <a:pt x="64" y="48"/>
                    </a:cubicBezTo>
                    <a:cubicBezTo>
                      <a:pt x="59" y="46"/>
                      <a:pt x="59" y="46"/>
                      <a:pt x="59" y="46"/>
                    </a:cubicBezTo>
                    <a:cubicBezTo>
                      <a:pt x="57" y="50"/>
                      <a:pt x="55" y="53"/>
                      <a:pt x="52" y="56"/>
                    </a:cubicBezTo>
                    <a:cubicBezTo>
                      <a:pt x="54" y="60"/>
                      <a:pt x="54" y="60"/>
                      <a:pt x="54" y="60"/>
                    </a:cubicBezTo>
                    <a:cubicBezTo>
                      <a:pt x="45" y="65"/>
                      <a:pt x="45" y="65"/>
                      <a:pt x="45" y="65"/>
                    </a:cubicBezTo>
                    <a:cubicBezTo>
                      <a:pt x="42" y="60"/>
                      <a:pt x="42" y="60"/>
                      <a:pt x="42" y="60"/>
                    </a:cubicBezTo>
                    <a:cubicBezTo>
                      <a:pt x="40" y="61"/>
                      <a:pt x="37" y="62"/>
                      <a:pt x="34" y="62"/>
                    </a:cubicBezTo>
                    <a:cubicBezTo>
                      <a:pt x="34" y="54"/>
                      <a:pt x="34" y="54"/>
                      <a:pt x="34" y="54"/>
                    </a:cubicBezTo>
                    <a:cubicBezTo>
                      <a:pt x="43" y="54"/>
                      <a:pt x="51" y="48"/>
                      <a:pt x="54" y="39"/>
                    </a:cubicBezTo>
                    <a:cubicBezTo>
                      <a:pt x="57" y="28"/>
                      <a:pt x="51" y="16"/>
                      <a:pt x="40" y="13"/>
                    </a:cubicBezTo>
                    <a:cubicBezTo>
                      <a:pt x="38" y="12"/>
                      <a:pt x="36" y="12"/>
                      <a:pt x="34" y="12"/>
                    </a:cubicBezTo>
                    <a:lnTo>
                      <a:pt x="34" y="4"/>
                    </a:lnTo>
                    <a:close/>
                    <a:moveTo>
                      <a:pt x="16" y="11"/>
                    </a:moveTo>
                    <a:cubicBezTo>
                      <a:pt x="13" y="6"/>
                      <a:pt x="13" y="6"/>
                      <a:pt x="13" y="6"/>
                    </a:cubicBezTo>
                    <a:cubicBezTo>
                      <a:pt x="23" y="1"/>
                      <a:pt x="23" y="1"/>
                      <a:pt x="23" y="1"/>
                    </a:cubicBezTo>
                    <a:cubicBezTo>
                      <a:pt x="25" y="6"/>
                      <a:pt x="25" y="6"/>
                      <a:pt x="25" y="6"/>
                    </a:cubicBezTo>
                    <a:cubicBezTo>
                      <a:pt x="28" y="5"/>
                      <a:pt x="31" y="4"/>
                      <a:pt x="34" y="4"/>
                    </a:cubicBezTo>
                    <a:cubicBezTo>
                      <a:pt x="34" y="12"/>
                      <a:pt x="34" y="12"/>
                      <a:pt x="34" y="12"/>
                    </a:cubicBezTo>
                    <a:cubicBezTo>
                      <a:pt x="25" y="12"/>
                      <a:pt x="16" y="18"/>
                      <a:pt x="13" y="27"/>
                    </a:cubicBezTo>
                    <a:cubicBezTo>
                      <a:pt x="10" y="38"/>
                      <a:pt x="16" y="50"/>
                      <a:pt x="27" y="53"/>
                    </a:cubicBezTo>
                    <a:cubicBezTo>
                      <a:pt x="27" y="53"/>
                      <a:pt x="27" y="53"/>
                      <a:pt x="27" y="53"/>
                    </a:cubicBezTo>
                    <a:cubicBezTo>
                      <a:pt x="30" y="54"/>
                      <a:pt x="32" y="54"/>
                      <a:pt x="34" y="54"/>
                    </a:cubicBezTo>
                    <a:cubicBezTo>
                      <a:pt x="34" y="62"/>
                      <a:pt x="34" y="62"/>
                      <a:pt x="34" y="62"/>
                    </a:cubicBezTo>
                    <a:cubicBezTo>
                      <a:pt x="33" y="62"/>
                      <a:pt x="32" y="62"/>
                      <a:pt x="30" y="62"/>
                    </a:cubicBezTo>
                    <a:cubicBezTo>
                      <a:pt x="29" y="66"/>
                      <a:pt x="29" y="66"/>
                      <a:pt x="29" y="66"/>
                    </a:cubicBezTo>
                    <a:cubicBezTo>
                      <a:pt x="19" y="63"/>
                      <a:pt x="19" y="63"/>
                      <a:pt x="19" y="63"/>
                    </a:cubicBezTo>
                    <a:cubicBezTo>
                      <a:pt x="20" y="59"/>
                      <a:pt x="20" y="59"/>
                      <a:pt x="20" y="59"/>
                    </a:cubicBezTo>
                    <a:cubicBezTo>
                      <a:pt x="17" y="57"/>
                      <a:pt x="14" y="54"/>
                      <a:pt x="11" y="51"/>
                    </a:cubicBezTo>
                    <a:cubicBezTo>
                      <a:pt x="7" y="53"/>
                      <a:pt x="7" y="53"/>
                      <a:pt x="7" y="53"/>
                    </a:cubicBezTo>
                    <a:cubicBezTo>
                      <a:pt x="2" y="44"/>
                      <a:pt x="2" y="44"/>
                      <a:pt x="2" y="44"/>
                    </a:cubicBezTo>
                    <a:cubicBezTo>
                      <a:pt x="6" y="42"/>
                      <a:pt x="6" y="42"/>
                      <a:pt x="6" y="42"/>
                    </a:cubicBezTo>
                    <a:cubicBezTo>
                      <a:pt x="5" y="38"/>
                      <a:pt x="5" y="34"/>
                      <a:pt x="5" y="30"/>
                    </a:cubicBezTo>
                    <a:cubicBezTo>
                      <a:pt x="0" y="28"/>
                      <a:pt x="0" y="28"/>
                      <a:pt x="0" y="28"/>
                    </a:cubicBezTo>
                    <a:cubicBezTo>
                      <a:pt x="3" y="18"/>
                      <a:pt x="3" y="18"/>
                      <a:pt x="3" y="18"/>
                    </a:cubicBezTo>
                    <a:cubicBezTo>
                      <a:pt x="8" y="20"/>
                      <a:pt x="8" y="20"/>
                      <a:pt x="8" y="20"/>
                    </a:cubicBezTo>
                    <a:cubicBezTo>
                      <a:pt x="10" y="16"/>
                      <a:pt x="13" y="13"/>
                      <a:pt x="16" y="11"/>
                    </a:cubicBezTo>
                    <a:close/>
                  </a:path>
                </a:pathLst>
              </a:custGeom>
              <a:solidFill>
                <a:schemeClr val="bg1">
                  <a:lumMod val="95000"/>
                </a:schemeClr>
              </a:solidFill>
              <a:ln>
                <a:noFill/>
              </a:ln>
            </p:spPr>
            <p:txBody>
              <a:bodyPr anchor="ctr"/>
              <a:lstStyle/>
              <a:p>
                <a:pPr algn="ctr">
                  <a:lnSpc>
                    <a:spcPct val="120000"/>
                  </a:lnSpc>
                </a:pPr>
                <a:endParaRPr sz="3200">
                  <a:cs typeface="+mn-ea"/>
                  <a:sym typeface="+mn-lt"/>
                </a:endParaRPr>
              </a:p>
            </p:txBody>
          </p:sp>
          <p:sp>
            <p:nvSpPr>
              <p:cNvPr id="125" name="îşļîḑé">
                <a:extLst>
                  <a:ext uri="{FF2B5EF4-FFF2-40B4-BE49-F238E27FC236}">
                    <a16:creationId xmlns:a16="http://schemas.microsoft.com/office/drawing/2014/main" id="{69DAF3A9-8454-43B5-94D1-16D617527B1B}"/>
                  </a:ext>
                </a:extLst>
              </p:cNvPr>
              <p:cNvSpPr/>
              <p:nvPr/>
            </p:nvSpPr>
            <p:spPr bwMode="auto">
              <a:xfrm>
                <a:off x="9985776" y="3688160"/>
                <a:ext cx="335187" cy="369972"/>
              </a:xfrm>
              <a:custGeom>
                <a:avLst/>
                <a:gdLst>
                  <a:gd name="T0" fmla="*/ 27 w 59"/>
                  <a:gd name="T1" fmla="*/ 65 h 65"/>
                  <a:gd name="T2" fmla="*/ 59 w 59"/>
                  <a:gd name="T3" fmla="*/ 33 h 65"/>
                  <a:gd name="T4" fmla="*/ 27 w 59"/>
                  <a:gd name="T5" fmla="*/ 0 h 65"/>
                  <a:gd name="T6" fmla="*/ 27 w 59"/>
                  <a:gd name="T7" fmla="*/ 0 h 65"/>
                  <a:gd name="T8" fmla="*/ 27 w 59"/>
                  <a:gd name="T9" fmla="*/ 23 h 65"/>
                  <a:gd name="T10" fmla="*/ 43 w 59"/>
                  <a:gd name="T11" fmla="*/ 16 h 65"/>
                  <a:gd name="T12" fmla="*/ 33 w 59"/>
                  <a:gd name="T13" fmla="*/ 39 h 65"/>
                  <a:gd name="T14" fmla="*/ 27 w 59"/>
                  <a:gd name="T15" fmla="*/ 42 h 65"/>
                  <a:gd name="T16" fmla="*/ 27 w 59"/>
                  <a:gd name="T17" fmla="*/ 65 h 65"/>
                  <a:gd name="T18" fmla="*/ 27 w 59"/>
                  <a:gd name="T19" fmla="*/ 0 h 65"/>
                  <a:gd name="T20" fmla="*/ 1 w 59"/>
                  <a:gd name="T21" fmla="*/ 12 h 65"/>
                  <a:gd name="T22" fmla="*/ 1 w 59"/>
                  <a:gd name="T23" fmla="*/ 18 h 65"/>
                  <a:gd name="T24" fmla="*/ 0 w 59"/>
                  <a:gd name="T25" fmla="*/ 51 h 65"/>
                  <a:gd name="T26" fmla="*/ 27 w 59"/>
                  <a:gd name="T27" fmla="*/ 65 h 65"/>
                  <a:gd name="T28" fmla="*/ 27 w 59"/>
                  <a:gd name="T29" fmla="*/ 42 h 65"/>
                  <a:gd name="T30" fmla="*/ 10 w 59"/>
                  <a:gd name="T31" fmla="*/ 49 h 65"/>
                  <a:gd name="T32" fmla="*/ 20 w 59"/>
                  <a:gd name="T33" fmla="*/ 26 h 65"/>
                  <a:gd name="T34" fmla="*/ 20 w 59"/>
                  <a:gd name="T35" fmla="*/ 26 h 65"/>
                  <a:gd name="T36" fmla="*/ 27 w 59"/>
                  <a:gd name="T37" fmla="*/ 23 h 65"/>
                  <a:gd name="T38" fmla="*/ 27 w 59"/>
                  <a:gd name="T39" fmla="*/ 0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9" h="65">
                    <a:moveTo>
                      <a:pt x="27" y="65"/>
                    </a:moveTo>
                    <a:cubicBezTo>
                      <a:pt x="45" y="65"/>
                      <a:pt x="59" y="51"/>
                      <a:pt x="59" y="33"/>
                    </a:cubicBezTo>
                    <a:cubicBezTo>
                      <a:pt x="59" y="15"/>
                      <a:pt x="45" y="0"/>
                      <a:pt x="27" y="0"/>
                    </a:cubicBezTo>
                    <a:cubicBezTo>
                      <a:pt x="27" y="0"/>
                      <a:pt x="27" y="0"/>
                      <a:pt x="27" y="0"/>
                    </a:cubicBezTo>
                    <a:cubicBezTo>
                      <a:pt x="27" y="23"/>
                      <a:pt x="27" y="23"/>
                      <a:pt x="27" y="23"/>
                    </a:cubicBezTo>
                    <a:cubicBezTo>
                      <a:pt x="43" y="16"/>
                      <a:pt x="43" y="16"/>
                      <a:pt x="43" y="16"/>
                    </a:cubicBezTo>
                    <a:cubicBezTo>
                      <a:pt x="33" y="39"/>
                      <a:pt x="33" y="39"/>
                      <a:pt x="33" y="39"/>
                    </a:cubicBezTo>
                    <a:cubicBezTo>
                      <a:pt x="27" y="42"/>
                      <a:pt x="27" y="42"/>
                      <a:pt x="27" y="42"/>
                    </a:cubicBezTo>
                    <a:cubicBezTo>
                      <a:pt x="27" y="65"/>
                      <a:pt x="27" y="65"/>
                      <a:pt x="27" y="65"/>
                    </a:cubicBezTo>
                    <a:close/>
                    <a:moveTo>
                      <a:pt x="27" y="0"/>
                    </a:moveTo>
                    <a:cubicBezTo>
                      <a:pt x="16" y="0"/>
                      <a:pt x="7" y="5"/>
                      <a:pt x="1" y="12"/>
                    </a:cubicBezTo>
                    <a:cubicBezTo>
                      <a:pt x="1" y="14"/>
                      <a:pt x="1" y="16"/>
                      <a:pt x="1" y="18"/>
                    </a:cubicBezTo>
                    <a:cubicBezTo>
                      <a:pt x="1" y="29"/>
                      <a:pt x="1" y="40"/>
                      <a:pt x="0" y="51"/>
                    </a:cubicBezTo>
                    <a:cubicBezTo>
                      <a:pt x="6" y="60"/>
                      <a:pt x="15" y="65"/>
                      <a:pt x="27" y="65"/>
                    </a:cubicBezTo>
                    <a:cubicBezTo>
                      <a:pt x="27" y="42"/>
                      <a:pt x="27" y="42"/>
                      <a:pt x="27" y="42"/>
                    </a:cubicBezTo>
                    <a:cubicBezTo>
                      <a:pt x="10" y="49"/>
                      <a:pt x="10" y="49"/>
                      <a:pt x="10" y="49"/>
                    </a:cubicBezTo>
                    <a:cubicBezTo>
                      <a:pt x="20" y="26"/>
                      <a:pt x="20" y="26"/>
                      <a:pt x="20" y="26"/>
                    </a:cubicBezTo>
                    <a:cubicBezTo>
                      <a:pt x="20" y="26"/>
                      <a:pt x="20" y="26"/>
                      <a:pt x="20" y="26"/>
                    </a:cubicBezTo>
                    <a:cubicBezTo>
                      <a:pt x="27" y="23"/>
                      <a:pt x="27" y="23"/>
                      <a:pt x="27" y="23"/>
                    </a:cubicBezTo>
                    <a:lnTo>
                      <a:pt x="27" y="0"/>
                    </a:lnTo>
                    <a:close/>
                  </a:path>
                </a:pathLst>
              </a:custGeom>
              <a:solidFill>
                <a:schemeClr val="bg1">
                  <a:lumMod val="95000"/>
                </a:schemeClr>
              </a:solidFill>
              <a:ln>
                <a:noFill/>
              </a:ln>
            </p:spPr>
            <p:txBody>
              <a:bodyPr anchor="ctr"/>
              <a:lstStyle/>
              <a:p>
                <a:pPr algn="ctr">
                  <a:lnSpc>
                    <a:spcPct val="120000"/>
                  </a:lnSpc>
                </a:pPr>
                <a:endParaRPr sz="3200">
                  <a:cs typeface="+mn-ea"/>
                  <a:sym typeface="+mn-lt"/>
                </a:endParaRPr>
              </a:p>
            </p:txBody>
          </p:sp>
          <p:sp>
            <p:nvSpPr>
              <p:cNvPr id="126" name="îS1iḓê">
                <a:extLst>
                  <a:ext uri="{FF2B5EF4-FFF2-40B4-BE49-F238E27FC236}">
                    <a16:creationId xmlns:a16="http://schemas.microsoft.com/office/drawing/2014/main" id="{3BECE33B-5A13-4E8B-9B60-C11D7C156F9B}"/>
                  </a:ext>
                </a:extLst>
              </p:cNvPr>
              <p:cNvSpPr/>
              <p:nvPr/>
            </p:nvSpPr>
            <p:spPr bwMode="auto">
              <a:xfrm>
                <a:off x="7887694" y="1773481"/>
                <a:ext cx="330444" cy="284593"/>
              </a:xfrm>
              <a:custGeom>
                <a:avLst/>
                <a:gdLst>
                  <a:gd name="T0" fmla="*/ 48 w 58"/>
                  <a:gd name="T1" fmla="*/ 38 h 50"/>
                  <a:gd name="T2" fmla="*/ 44 w 58"/>
                  <a:gd name="T3" fmla="*/ 8 h 50"/>
                  <a:gd name="T4" fmla="*/ 27 w 58"/>
                  <a:gd name="T5" fmla="*/ 0 h 50"/>
                  <a:gd name="T6" fmla="*/ 27 w 58"/>
                  <a:gd name="T7" fmla="*/ 20 h 50"/>
                  <a:gd name="T8" fmla="*/ 42 w 58"/>
                  <a:gd name="T9" fmla="*/ 20 h 50"/>
                  <a:gd name="T10" fmla="*/ 42 w 58"/>
                  <a:gd name="T11" fmla="*/ 30 h 50"/>
                  <a:gd name="T12" fmla="*/ 42 w 58"/>
                  <a:gd name="T13" fmla="*/ 30 h 50"/>
                  <a:gd name="T14" fmla="*/ 42 w 58"/>
                  <a:gd name="T15" fmla="*/ 30 h 50"/>
                  <a:gd name="T16" fmla="*/ 27 w 58"/>
                  <a:gd name="T17" fmla="*/ 30 h 50"/>
                  <a:gd name="T18" fmla="*/ 27 w 58"/>
                  <a:gd name="T19" fmla="*/ 50 h 50"/>
                  <a:gd name="T20" fmla="*/ 40 w 58"/>
                  <a:gd name="T21" fmla="*/ 46 h 50"/>
                  <a:gd name="T22" fmla="*/ 43 w 58"/>
                  <a:gd name="T23" fmla="*/ 49 h 50"/>
                  <a:gd name="T24" fmla="*/ 58 w 58"/>
                  <a:gd name="T25" fmla="*/ 48 h 50"/>
                  <a:gd name="T26" fmla="*/ 48 w 58"/>
                  <a:gd name="T27" fmla="*/ 38 h 50"/>
                  <a:gd name="T28" fmla="*/ 27 w 58"/>
                  <a:gd name="T29" fmla="*/ 0 h 50"/>
                  <a:gd name="T30" fmla="*/ 9 w 58"/>
                  <a:gd name="T31" fmla="*/ 8 h 50"/>
                  <a:gd name="T32" fmla="*/ 9 w 58"/>
                  <a:gd name="T33" fmla="*/ 43 h 50"/>
                  <a:gd name="T34" fmla="*/ 27 w 58"/>
                  <a:gd name="T35" fmla="*/ 50 h 50"/>
                  <a:gd name="T36" fmla="*/ 27 w 58"/>
                  <a:gd name="T37" fmla="*/ 30 h 50"/>
                  <a:gd name="T38" fmla="*/ 12 w 58"/>
                  <a:gd name="T39" fmla="*/ 30 h 50"/>
                  <a:gd name="T40" fmla="*/ 12 w 58"/>
                  <a:gd name="T41" fmla="*/ 20 h 50"/>
                  <a:gd name="T42" fmla="*/ 27 w 58"/>
                  <a:gd name="T43" fmla="*/ 20 h 50"/>
                  <a:gd name="T44" fmla="*/ 27 w 58"/>
                  <a:gd name="T45" fmla="*/ 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 h="50">
                    <a:moveTo>
                      <a:pt x="48" y="38"/>
                    </a:moveTo>
                    <a:cubicBezTo>
                      <a:pt x="54" y="29"/>
                      <a:pt x="53" y="16"/>
                      <a:pt x="44" y="8"/>
                    </a:cubicBezTo>
                    <a:cubicBezTo>
                      <a:pt x="40" y="3"/>
                      <a:pt x="33" y="0"/>
                      <a:pt x="27" y="0"/>
                    </a:cubicBezTo>
                    <a:cubicBezTo>
                      <a:pt x="27" y="20"/>
                      <a:pt x="27" y="20"/>
                      <a:pt x="27" y="20"/>
                    </a:cubicBezTo>
                    <a:cubicBezTo>
                      <a:pt x="42" y="20"/>
                      <a:pt x="42" y="20"/>
                      <a:pt x="42" y="20"/>
                    </a:cubicBezTo>
                    <a:cubicBezTo>
                      <a:pt x="42" y="30"/>
                      <a:pt x="42" y="30"/>
                      <a:pt x="42" y="30"/>
                    </a:cubicBezTo>
                    <a:cubicBezTo>
                      <a:pt x="42" y="30"/>
                      <a:pt x="42" y="30"/>
                      <a:pt x="42" y="30"/>
                    </a:cubicBezTo>
                    <a:cubicBezTo>
                      <a:pt x="42" y="30"/>
                      <a:pt x="42" y="30"/>
                      <a:pt x="42" y="30"/>
                    </a:cubicBezTo>
                    <a:cubicBezTo>
                      <a:pt x="27" y="30"/>
                      <a:pt x="27" y="30"/>
                      <a:pt x="27" y="30"/>
                    </a:cubicBezTo>
                    <a:cubicBezTo>
                      <a:pt x="27" y="50"/>
                      <a:pt x="27" y="50"/>
                      <a:pt x="27" y="50"/>
                    </a:cubicBezTo>
                    <a:cubicBezTo>
                      <a:pt x="31" y="50"/>
                      <a:pt x="36" y="49"/>
                      <a:pt x="40" y="46"/>
                    </a:cubicBezTo>
                    <a:cubicBezTo>
                      <a:pt x="43" y="49"/>
                      <a:pt x="43" y="49"/>
                      <a:pt x="43" y="49"/>
                    </a:cubicBezTo>
                    <a:cubicBezTo>
                      <a:pt x="48" y="48"/>
                      <a:pt x="53" y="48"/>
                      <a:pt x="58" y="48"/>
                    </a:cubicBezTo>
                    <a:lnTo>
                      <a:pt x="48" y="38"/>
                    </a:lnTo>
                    <a:close/>
                    <a:moveTo>
                      <a:pt x="27" y="0"/>
                    </a:moveTo>
                    <a:cubicBezTo>
                      <a:pt x="21" y="0"/>
                      <a:pt x="14" y="3"/>
                      <a:pt x="9" y="8"/>
                    </a:cubicBezTo>
                    <a:cubicBezTo>
                      <a:pt x="0" y="17"/>
                      <a:pt x="0" y="33"/>
                      <a:pt x="9" y="43"/>
                    </a:cubicBezTo>
                    <a:cubicBezTo>
                      <a:pt x="14" y="47"/>
                      <a:pt x="21" y="50"/>
                      <a:pt x="27" y="50"/>
                    </a:cubicBezTo>
                    <a:cubicBezTo>
                      <a:pt x="27" y="30"/>
                      <a:pt x="27" y="30"/>
                      <a:pt x="27" y="30"/>
                    </a:cubicBezTo>
                    <a:cubicBezTo>
                      <a:pt x="12" y="30"/>
                      <a:pt x="12" y="30"/>
                      <a:pt x="12" y="30"/>
                    </a:cubicBezTo>
                    <a:cubicBezTo>
                      <a:pt x="12" y="20"/>
                      <a:pt x="12" y="20"/>
                      <a:pt x="12" y="20"/>
                    </a:cubicBezTo>
                    <a:cubicBezTo>
                      <a:pt x="27" y="20"/>
                      <a:pt x="27" y="20"/>
                      <a:pt x="27" y="20"/>
                    </a:cubicBezTo>
                    <a:lnTo>
                      <a:pt x="27" y="0"/>
                    </a:lnTo>
                    <a:close/>
                  </a:path>
                </a:pathLst>
              </a:custGeom>
              <a:solidFill>
                <a:schemeClr val="bg1">
                  <a:lumMod val="95000"/>
                </a:schemeClr>
              </a:solidFill>
              <a:ln>
                <a:noFill/>
              </a:ln>
            </p:spPr>
            <p:txBody>
              <a:bodyPr anchor="ctr"/>
              <a:lstStyle/>
              <a:p>
                <a:pPr algn="ctr">
                  <a:lnSpc>
                    <a:spcPct val="120000"/>
                  </a:lnSpc>
                </a:pPr>
                <a:endParaRPr sz="3200">
                  <a:cs typeface="+mn-ea"/>
                  <a:sym typeface="+mn-lt"/>
                </a:endParaRPr>
              </a:p>
            </p:txBody>
          </p:sp>
          <p:sp>
            <p:nvSpPr>
              <p:cNvPr id="127" name="íṥḷíḑê">
                <a:extLst>
                  <a:ext uri="{FF2B5EF4-FFF2-40B4-BE49-F238E27FC236}">
                    <a16:creationId xmlns:a16="http://schemas.microsoft.com/office/drawing/2014/main" id="{4718B614-FF95-42FA-ADEA-28EB6C63D05B}"/>
                  </a:ext>
                </a:extLst>
              </p:cNvPr>
              <p:cNvSpPr/>
              <p:nvPr/>
            </p:nvSpPr>
            <p:spPr bwMode="auto">
              <a:xfrm>
                <a:off x="9876683" y="4587790"/>
                <a:ext cx="109093" cy="109093"/>
              </a:xfrm>
              <a:prstGeom prst="ellipse">
                <a:avLst/>
              </a:prstGeom>
              <a:solidFill>
                <a:schemeClr val="bg1">
                  <a:lumMod val="95000"/>
                </a:schemeClr>
              </a:solidFill>
              <a:ln>
                <a:noFill/>
              </a:ln>
            </p:spPr>
            <p:txBody>
              <a:bodyPr anchor="ctr"/>
              <a:lstStyle/>
              <a:p>
                <a:pPr algn="ctr">
                  <a:lnSpc>
                    <a:spcPct val="120000"/>
                  </a:lnSpc>
                </a:pPr>
                <a:endParaRPr sz="3200">
                  <a:cs typeface="+mn-ea"/>
                  <a:sym typeface="+mn-lt"/>
                </a:endParaRPr>
              </a:p>
            </p:txBody>
          </p:sp>
          <p:sp>
            <p:nvSpPr>
              <p:cNvPr id="128" name="ïsľîḋê">
                <a:extLst>
                  <a:ext uri="{FF2B5EF4-FFF2-40B4-BE49-F238E27FC236}">
                    <a16:creationId xmlns:a16="http://schemas.microsoft.com/office/drawing/2014/main" id="{E0F34509-29AB-4294-B215-CD452AF100CF}"/>
                  </a:ext>
                </a:extLst>
              </p:cNvPr>
              <p:cNvSpPr/>
              <p:nvPr/>
            </p:nvSpPr>
            <p:spPr bwMode="auto">
              <a:xfrm>
                <a:off x="9830832" y="4537195"/>
                <a:ext cx="205540" cy="301985"/>
              </a:xfrm>
              <a:custGeom>
                <a:avLst/>
                <a:gdLst>
                  <a:gd name="T0" fmla="*/ 36 w 36"/>
                  <a:gd name="T1" fmla="*/ 0 h 53"/>
                  <a:gd name="T2" fmla="*/ 18 w 36"/>
                  <a:gd name="T3" fmla="*/ 0 h 53"/>
                  <a:gd name="T4" fmla="*/ 18 w 36"/>
                  <a:gd name="T5" fmla="*/ 4 h 53"/>
                  <a:gd name="T6" fmla="*/ 18 w 36"/>
                  <a:gd name="T7" fmla="*/ 4 h 53"/>
                  <a:gd name="T8" fmla="*/ 32 w 36"/>
                  <a:gd name="T9" fmla="*/ 18 h 53"/>
                  <a:gd name="T10" fmla="*/ 18 w 36"/>
                  <a:gd name="T11" fmla="*/ 32 h 53"/>
                  <a:gd name="T12" fmla="*/ 18 w 36"/>
                  <a:gd name="T13" fmla="*/ 32 h 53"/>
                  <a:gd name="T14" fmla="*/ 18 w 36"/>
                  <a:gd name="T15" fmla="*/ 32 h 53"/>
                  <a:gd name="T16" fmla="*/ 18 w 36"/>
                  <a:gd name="T17" fmla="*/ 38 h 53"/>
                  <a:gd name="T18" fmla="*/ 18 w 36"/>
                  <a:gd name="T19" fmla="*/ 38 h 53"/>
                  <a:gd name="T20" fmla="*/ 22 w 36"/>
                  <a:gd name="T21" fmla="*/ 43 h 53"/>
                  <a:gd name="T22" fmla="*/ 18 w 36"/>
                  <a:gd name="T23" fmla="*/ 48 h 53"/>
                  <a:gd name="T24" fmla="*/ 18 w 36"/>
                  <a:gd name="T25" fmla="*/ 48 h 53"/>
                  <a:gd name="T26" fmla="*/ 18 w 36"/>
                  <a:gd name="T27" fmla="*/ 48 h 53"/>
                  <a:gd name="T28" fmla="*/ 18 w 36"/>
                  <a:gd name="T29" fmla="*/ 53 h 53"/>
                  <a:gd name="T30" fmla="*/ 36 w 36"/>
                  <a:gd name="T31" fmla="*/ 53 h 53"/>
                  <a:gd name="T32" fmla="*/ 36 w 36"/>
                  <a:gd name="T33" fmla="*/ 0 h 53"/>
                  <a:gd name="T34" fmla="*/ 18 w 36"/>
                  <a:gd name="T35" fmla="*/ 0 h 53"/>
                  <a:gd name="T36" fmla="*/ 0 w 36"/>
                  <a:gd name="T37" fmla="*/ 0 h 53"/>
                  <a:gd name="T38" fmla="*/ 0 w 36"/>
                  <a:gd name="T39" fmla="*/ 53 h 53"/>
                  <a:gd name="T40" fmla="*/ 18 w 36"/>
                  <a:gd name="T41" fmla="*/ 53 h 53"/>
                  <a:gd name="T42" fmla="*/ 18 w 36"/>
                  <a:gd name="T43" fmla="*/ 48 h 53"/>
                  <a:gd name="T44" fmla="*/ 13 w 36"/>
                  <a:gd name="T45" fmla="*/ 43 h 53"/>
                  <a:gd name="T46" fmla="*/ 18 w 36"/>
                  <a:gd name="T47" fmla="*/ 38 h 53"/>
                  <a:gd name="T48" fmla="*/ 18 w 36"/>
                  <a:gd name="T49" fmla="*/ 32 h 53"/>
                  <a:gd name="T50" fmla="*/ 4 w 36"/>
                  <a:gd name="T51" fmla="*/ 18 h 53"/>
                  <a:gd name="T52" fmla="*/ 18 w 36"/>
                  <a:gd name="T53" fmla="*/ 4 h 53"/>
                  <a:gd name="T54" fmla="*/ 18 w 36"/>
                  <a:gd name="T55" fmla="*/ 0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36" h="53">
                    <a:moveTo>
                      <a:pt x="36" y="0"/>
                    </a:moveTo>
                    <a:cubicBezTo>
                      <a:pt x="18" y="0"/>
                      <a:pt x="18" y="0"/>
                      <a:pt x="18" y="0"/>
                    </a:cubicBezTo>
                    <a:cubicBezTo>
                      <a:pt x="18" y="4"/>
                      <a:pt x="18" y="4"/>
                      <a:pt x="18" y="4"/>
                    </a:cubicBezTo>
                    <a:cubicBezTo>
                      <a:pt x="18" y="4"/>
                      <a:pt x="18" y="4"/>
                      <a:pt x="18" y="4"/>
                    </a:cubicBezTo>
                    <a:cubicBezTo>
                      <a:pt x="25" y="4"/>
                      <a:pt x="32" y="11"/>
                      <a:pt x="32" y="18"/>
                    </a:cubicBezTo>
                    <a:cubicBezTo>
                      <a:pt x="32" y="26"/>
                      <a:pt x="25" y="32"/>
                      <a:pt x="18" y="32"/>
                    </a:cubicBezTo>
                    <a:cubicBezTo>
                      <a:pt x="18" y="32"/>
                      <a:pt x="18" y="32"/>
                      <a:pt x="18" y="32"/>
                    </a:cubicBezTo>
                    <a:cubicBezTo>
                      <a:pt x="18" y="32"/>
                      <a:pt x="18" y="32"/>
                      <a:pt x="18" y="32"/>
                    </a:cubicBezTo>
                    <a:cubicBezTo>
                      <a:pt x="18" y="38"/>
                      <a:pt x="18" y="38"/>
                      <a:pt x="18" y="38"/>
                    </a:cubicBezTo>
                    <a:cubicBezTo>
                      <a:pt x="18" y="38"/>
                      <a:pt x="18" y="38"/>
                      <a:pt x="18" y="38"/>
                    </a:cubicBezTo>
                    <a:cubicBezTo>
                      <a:pt x="20" y="38"/>
                      <a:pt x="22" y="40"/>
                      <a:pt x="22" y="43"/>
                    </a:cubicBezTo>
                    <a:cubicBezTo>
                      <a:pt x="22" y="46"/>
                      <a:pt x="20" y="48"/>
                      <a:pt x="18" y="48"/>
                    </a:cubicBezTo>
                    <a:cubicBezTo>
                      <a:pt x="18" y="48"/>
                      <a:pt x="18" y="48"/>
                      <a:pt x="18" y="48"/>
                    </a:cubicBezTo>
                    <a:cubicBezTo>
                      <a:pt x="18" y="48"/>
                      <a:pt x="18" y="48"/>
                      <a:pt x="18" y="48"/>
                    </a:cubicBezTo>
                    <a:cubicBezTo>
                      <a:pt x="18" y="53"/>
                      <a:pt x="18" y="53"/>
                      <a:pt x="18" y="53"/>
                    </a:cubicBezTo>
                    <a:cubicBezTo>
                      <a:pt x="36" y="53"/>
                      <a:pt x="36" y="53"/>
                      <a:pt x="36" y="53"/>
                    </a:cubicBezTo>
                    <a:lnTo>
                      <a:pt x="36" y="0"/>
                    </a:lnTo>
                    <a:close/>
                    <a:moveTo>
                      <a:pt x="18" y="0"/>
                    </a:moveTo>
                    <a:cubicBezTo>
                      <a:pt x="0" y="0"/>
                      <a:pt x="0" y="0"/>
                      <a:pt x="0" y="0"/>
                    </a:cubicBezTo>
                    <a:cubicBezTo>
                      <a:pt x="0" y="53"/>
                      <a:pt x="0" y="53"/>
                      <a:pt x="0" y="53"/>
                    </a:cubicBezTo>
                    <a:cubicBezTo>
                      <a:pt x="18" y="53"/>
                      <a:pt x="18" y="53"/>
                      <a:pt x="18" y="53"/>
                    </a:cubicBezTo>
                    <a:cubicBezTo>
                      <a:pt x="18" y="48"/>
                      <a:pt x="18" y="48"/>
                      <a:pt x="18" y="48"/>
                    </a:cubicBezTo>
                    <a:cubicBezTo>
                      <a:pt x="15" y="48"/>
                      <a:pt x="13" y="46"/>
                      <a:pt x="13" y="43"/>
                    </a:cubicBezTo>
                    <a:cubicBezTo>
                      <a:pt x="13" y="40"/>
                      <a:pt x="15" y="38"/>
                      <a:pt x="18" y="38"/>
                    </a:cubicBezTo>
                    <a:cubicBezTo>
                      <a:pt x="18" y="32"/>
                      <a:pt x="18" y="32"/>
                      <a:pt x="18" y="32"/>
                    </a:cubicBezTo>
                    <a:cubicBezTo>
                      <a:pt x="10" y="32"/>
                      <a:pt x="4" y="26"/>
                      <a:pt x="4" y="18"/>
                    </a:cubicBezTo>
                    <a:cubicBezTo>
                      <a:pt x="4" y="11"/>
                      <a:pt x="10" y="4"/>
                      <a:pt x="18" y="4"/>
                    </a:cubicBezTo>
                    <a:lnTo>
                      <a:pt x="18" y="0"/>
                    </a:lnTo>
                    <a:close/>
                  </a:path>
                </a:pathLst>
              </a:custGeom>
              <a:solidFill>
                <a:schemeClr val="bg1">
                  <a:lumMod val="95000"/>
                </a:schemeClr>
              </a:solidFill>
              <a:ln>
                <a:noFill/>
              </a:ln>
            </p:spPr>
            <p:txBody>
              <a:bodyPr anchor="ctr"/>
              <a:lstStyle/>
              <a:p>
                <a:pPr algn="ctr">
                  <a:lnSpc>
                    <a:spcPct val="120000"/>
                  </a:lnSpc>
                </a:pPr>
                <a:endParaRPr sz="3200">
                  <a:cs typeface="+mn-ea"/>
                  <a:sym typeface="+mn-lt"/>
                </a:endParaRPr>
              </a:p>
            </p:txBody>
          </p:sp>
          <p:sp>
            <p:nvSpPr>
              <p:cNvPr id="129" name="îšliďè">
                <a:extLst>
                  <a:ext uri="{FF2B5EF4-FFF2-40B4-BE49-F238E27FC236}">
                    <a16:creationId xmlns:a16="http://schemas.microsoft.com/office/drawing/2014/main" id="{F073E66A-4C91-4594-A25F-1B614E015532}"/>
                  </a:ext>
                </a:extLst>
              </p:cNvPr>
              <p:cNvSpPr/>
              <p:nvPr/>
            </p:nvSpPr>
            <p:spPr bwMode="auto">
              <a:xfrm>
                <a:off x="9642684" y="4587790"/>
                <a:ext cx="159689" cy="251391"/>
              </a:xfrm>
              <a:custGeom>
                <a:avLst/>
                <a:gdLst>
                  <a:gd name="T0" fmla="*/ 0 w 28"/>
                  <a:gd name="T1" fmla="*/ 44 h 44"/>
                  <a:gd name="T2" fmla="*/ 28 w 28"/>
                  <a:gd name="T3" fmla="*/ 44 h 44"/>
                  <a:gd name="T4" fmla="*/ 28 w 28"/>
                  <a:gd name="T5" fmla="*/ 0 h 44"/>
                  <a:gd name="T6" fmla="*/ 24 w 28"/>
                  <a:gd name="T7" fmla="*/ 8 h 44"/>
                  <a:gd name="T8" fmla="*/ 24 w 28"/>
                  <a:gd name="T9" fmla="*/ 9 h 44"/>
                  <a:gd name="T10" fmla="*/ 15 w 28"/>
                  <a:gd name="T11" fmla="*/ 22 h 44"/>
                  <a:gd name="T12" fmla="*/ 10 w 28"/>
                  <a:gd name="T13" fmla="*/ 29 h 44"/>
                  <a:gd name="T14" fmla="*/ 15 w 28"/>
                  <a:gd name="T15" fmla="*/ 34 h 44"/>
                  <a:gd name="T16" fmla="*/ 10 w 28"/>
                  <a:gd name="T17" fmla="*/ 39 h 44"/>
                  <a:gd name="T18" fmla="*/ 10 w 28"/>
                  <a:gd name="T19" fmla="*/ 39 h 44"/>
                  <a:gd name="T20" fmla="*/ 6 w 28"/>
                  <a:gd name="T21" fmla="*/ 36 h 44"/>
                  <a:gd name="T22" fmla="*/ 0 w 28"/>
                  <a:gd name="T23" fmla="*/ 44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 h="44">
                    <a:moveTo>
                      <a:pt x="0" y="44"/>
                    </a:moveTo>
                    <a:cubicBezTo>
                      <a:pt x="28" y="44"/>
                      <a:pt x="28" y="44"/>
                      <a:pt x="28" y="44"/>
                    </a:cubicBezTo>
                    <a:cubicBezTo>
                      <a:pt x="28" y="0"/>
                      <a:pt x="28" y="0"/>
                      <a:pt x="28" y="0"/>
                    </a:cubicBezTo>
                    <a:cubicBezTo>
                      <a:pt x="26" y="3"/>
                      <a:pt x="25" y="5"/>
                      <a:pt x="24" y="8"/>
                    </a:cubicBezTo>
                    <a:cubicBezTo>
                      <a:pt x="24" y="8"/>
                      <a:pt x="24" y="9"/>
                      <a:pt x="24" y="9"/>
                    </a:cubicBezTo>
                    <a:cubicBezTo>
                      <a:pt x="24" y="15"/>
                      <a:pt x="20" y="20"/>
                      <a:pt x="15" y="22"/>
                    </a:cubicBezTo>
                    <a:cubicBezTo>
                      <a:pt x="13" y="25"/>
                      <a:pt x="12" y="27"/>
                      <a:pt x="10" y="29"/>
                    </a:cubicBezTo>
                    <a:cubicBezTo>
                      <a:pt x="13" y="30"/>
                      <a:pt x="15" y="32"/>
                      <a:pt x="15" y="34"/>
                    </a:cubicBezTo>
                    <a:cubicBezTo>
                      <a:pt x="15" y="37"/>
                      <a:pt x="12" y="39"/>
                      <a:pt x="10" y="39"/>
                    </a:cubicBezTo>
                    <a:cubicBezTo>
                      <a:pt x="10" y="39"/>
                      <a:pt x="10" y="39"/>
                      <a:pt x="10" y="39"/>
                    </a:cubicBezTo>
                    <a:cubicBezTo>
                      <a:pt x="8" y="39"/>
                      <a:pt x="6" y="38"/>
                      <a:pt x="6" y="36"/>
                    </a:cubicBezTo>
                    <a:cubicBezTo>
                      <a:pt x="4" y="39"/>
                      <a:pt x="2" y="41"/>
                      <a:pt x="0" y="44"/>
                    </a:cubicBezTo>
                    <a:close/>
                  </a:path>
                </a:pathLst>
              </a:custGeom>
              <a:solidFill>
                <a:schemeClr val="bg1">
                  <a:lumMod val="95000"/>
                </a:schemeClr>
              </a:solidFill>
              <a:ln>
                <a:noFill/>
              </a:ln>
            </p:spPr>
            <p:txBody>
              <a:bodyPr anchor="ctr"/>
              <a:lstStyle/>
              <a:p>
                <a:pPr algn="ctr">
                  <a:lnSpc>
                    <a:spcPct val="120000"/>
                  </a:lnSpc>
                </a:pPr>
                <a:endParaRPr sz="3200">
                  <a:cs typeface="+mn-ea"/>
                  <a:sym typeface="+mn-lt"/>
                </a:endParaRPr>
              </a:p>
            </p:txBody>
          </p:sp>
          <p:sp>
            <p:nvSpPr>
              <p:cNvPr id="130" name="ísľîḋè">
                <a:extLst>
                  <a:ext uri="{FF2B5EF4-FFF2-40B4-BE49-F238E27FC236}">
                    <a16:creationId xmlns:a16="http://schemas.microsoft.com/office/drawing/2014/main" id="{15352698-52DC-4950-81C9-76F9D74F642E}"/>
                  </a:ext>
                </a:extLst>
              </p:cNvPr>
              <p:cNvSpPr/>
              <p:nvPr/>
            </p:nvSpPr>
            <p:spPr bwMode="auto">
              <a:xfrm>
                <a:off x="9677468" y="2741097"/>
                <a:ext cx="153364" cy="80635"/>
              </a:xfrm>
              <a:custGeom>
                <a:avLst/>
                <a:gdLst>
                  <a:gd name="T0" fmla="*/ 22 w 27"/>
                  <a:gd name="T1" fmla="*/ 9 h 14"/>
                  <a:gd name="T2" fmla="*/ 0 w 27"/>
                  <a:gd name="T3" fmla="*/ 9 h 14"/>
                  <a:gd name="T4" fmla="*/ 4 w 27"/>
                  <a:gd name="T5" fmla="*/ 14 h 14"/>
                  <a:gd name="T6" fmla="*/ 27 w 27"/>
                  <a:gd name="T7" fmla="*/ 14 h 14"/>
                  <a:gd name="T8" fmla="*/ 27 w 27"/>
                  <a:gd name="T9" fmla="*/ 0 h 14"/>
                  <a:gd name="T10" fmla="*/ 22 w 27"/>
                  <a:gd name="T11" fmla="*/ 0 h 14"/>
                  <a:gd name="T12" fmla="*/ 22 w 27"/>
                  <a:gd name="T13" fmla="*/ 9 h 14"/>
                </a:gdLst>
                <a:ahLst/>
                <a:cxnLst>
                  <a:cxn ang="0">
                    <a:pos x="T0" y="T1"/>
                  </a:cxn>
                  <a:cxn ang="0">
                    <a:pos x="T2" y="T3"/>
                  </a:cxn>
                  <a:cxn ang="0">
                    <a:pos x="T4" y="T5"/>
                  </a:cxn>
                  <a:cxn ang="0">
                    <a:pos x="T6" y="T7"/>
                  </a:cxn>
                  <a:cxn ang="0">
                    <a:pos x="T8" y="T9"/>
                  </a:cxn>
                  <a:cxn ang="0">
                    <a:pos x="T10" y="T11"/>
                  </a:cxn>
                  <a:cxn ang="0">
                    <a:pos x="T12" y="T13"/>
                  </a:cxn>
                </a:cxnLst>
                <a:rect l="0" t="0" r="r" b="b"/>
                <a:pathLst>
                  <a:path w="27" h="14">
                    <a:moveTo>
                      <a:pt x="22" y="9"/>
                    </a:moveTo>
                    <a:cubicBezTo>
                      <a:pt x="0" y="9"/>
                      <a:pt x="0" y="9"/>
                      <a:pt x="0" y="9"/>
                    </a:cubicBezTo>
                    <a:cubicBezTo>
                      <a:pt x="1" y="10"/>
                      <a:pt x="3" y="12"/>
                      <a:pt x="4" y="14"/>
                    </a:cubicBezTo>
                    <a:cubicBezTo>
                      <a:pt x="27" y="14"/>
                      <a:pt x="27" y="14"/>
                      <a:pt x="27" y="14"/>
                    </a:cubicBezTo>
                    <a:cubicBezTo>
                      <a:pt x="27" y="0"/>
                      <a:pt x="27" y="0"/>
                      <a:pt x="27" y="0"/>
                    </a:cubicBezTo>
                    <a:cubicBezTo>
                      <a:pt x="22" y="0"/>
                      <a:pt x="22" y="0"/>
                      <a:pt x="22" y="0"/>
                    </a:cubicBezTo>
                    <a:lnTo>
                      <a:pt x="22" y="9"/>
                    </a:lnTo>
                    <a:close/>
                  </a:path>
                </a:pathLst>
              </a:custGeom>
              <a:solidFill>
                <a:schemeClr val="bg1">
                  <a:lumMod val="95000"/>
                </a:schemeClr>
              </a:solidFill>
              <a:ln>
                <a:noFill/>
              </a:ln>
            </p:spPr>
            <p:txBody>
              <a:bodyPr anchor="ctr"/>
              <a:lstStyle/>
              <a:p>
                <a:pPr algn="ctr">
                  <a:lnSpc>
                    <a:spcPct val="120000"/>
                  </a:lnSpc>
                </a:pPr>
                <a:endParaRPr sz="3200">
                  <a:cs typeface="+mn-ea"/>
                  <a:sym typeface="+mn-lt"/>
                </a:endParaRPr>
              </a:p>
            </p:txBody>
          </p:sp>
          <p:sp>
            <p:nvSpPr>
              <p:cNvPr id="131" name="í$ľîḑé">
                <a:extLst>
                  <a:ext uri="{FF2B5EF4-FFF2-40B4-BE49-F238E27FC236}">
                    <a16:creationId xmlns:a16="http://schemas.microsoft.com/office/drawing/2014/main" id="{39A22A6C-3DDE-4BB4-8725-06AC3A028768}"/>
                  </a:ext>
                </a:extLst>
              </p:cNvPr>
              <p:cNvSpPr/>
              <p:nvPr/>
            </p:nvSpPr>
            <p:spPr bwMode="auto">
              <a:xfrm>
                <a:off x="9557305" y="2502355"/>
                <a:ext cx="233999" cy="267202"/>
              </a:xfrm>
              <a:custGeom>
                <a:avLst/>
                <a:gdLst>
                  <a:gd name="T0" fmla="*/ 5 w 41"/>
                  <a:gd name="T1" fmla="*/ 27 h 47"/>
                  <a:gd name="T2" fmla="*/ 5 w 41"/>
                  <a:gd name="T3" fmla="*/ 30 h 47"/>
                  <a:gd name="T4" fmla="*/ 18 w 41"/>
                  <a:gd name="T5" fmla="*/ 47 h 47"/>
                  <a:gd name="T6" fmla="*/ 33 w 41"/>
                  <a:gd name="T7" fmla="*/ 47 h 47"/>
                  <a:gd name="T8" fmla="*/ 33 w 41"/>
                  <a:gd name="T9" fmla="*/ 27 h 47"/>
                  <a:gd name="T10" fmla="*/ 41 w 41"/>
                  <a:gd name="T11" fmla="*/ 27 h 47"/>
                  <a:gd name="T12" fmla="*/ 19 w 41"/>
                  <a:gd name="T13" fmla="*/ 0 h 47"/>
                  <a:gd name="T14" fmla="*/ 0 w 41"/>
                  <a:gd name="T15" fmla="*/ 24 h 47"/>
                  <a:gd name="T16" fmla="*/ 3 w 41"/>
                  <a:gd name="T17" fmla="*/ 27 h 47"/>
                  <a:gd name="T18" fmla="*/ 5 w 41"/>
                  <a:gd name="T19" fmla="*/ 27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1" h="47">
                    <a:moveTo>
                      <a:pt x="5" y="27"/>
                    </a:moveTo>
                    <a:cubicBezTo>
                      <a:pt x="5" y="30"/>
                      <a:pt x="5" y="30"/>
                      <a:pt x="5" y="30"/>
                    </a:cubicBezTo>
                    <a:cubicBezTo>
                      <a:pt x="10" y="35"/>
                      <a:pt x="14" y="41"/>
                      <a:pt x="18" y="47"/>
                    </a:cubicBezTo>
                    <a:cubicBezTo>
                      <a:pt x="33" y="47"/>
                      <a:pt x="33" y="47"/>
                      <a:pt x="33" y="47"/>
                    </a:cubicBezTo>
                    <a:cubicBezTo>
                      <a:pt x="33" y="27"/>
                      <a:pt x="33" y="27"/>
                      <a:pt x="33" y="27"/>
                    </a:cubicBezTo>
                    <a:cubicBezTo>
                      <a:pt x="41" y="27"/>
                      <a:pt x="41" y="27"/>
                      <a:pt x="41" y="27"/>
                    </a:cubicBezTo>
                    <a:cubicBezTo>
                      <a:pt x="19" y="0"/>
                      <a:pt x="19" y="0"/>
                      <a:pt x="19" y="0"/>
                    </a:cubicBezTo>
                    <a:cubicBezTo>
                      <a:pt x="0" y="24"/>
                      <a:pt x="0" y="24"/>
                      <a:pt x="0" y="24"/>
                    </a:cubicBezTo>
                    <a:cubicBezTo>
                      <a:pt x="1" y="25"/>
                      <a:pt x="2" y="26"/>
                      <a:pt x="3" y="27"/>
                    </a:cubicBezTo>
                    <a:lnTo>
                      <a:pt x="5" y="27"/>
                    </a:lnTo>
                    <a:close/>
                  </a:path>
                </a:pathLst>
              </a:custGeom>
              <a:solidFill>
                <a:schemeClr val="bg1">
                  <a:lumMod val="95000"/>
                </a:schemeClr>
              </a:solidFill>
              <a:ln>
                <a:noFill/>
              </a:ln>
            </p:spPr>
            <p:txBody>
              <a:bodyPr anchor="ctr"/>
              <a:lstStyle/>
              <a:p>
                <a:pPr algn="ctr">
                  <a:lnSpc>
                    <a:spcPct val="120000"/>
                  </a:lnSpc>
                </a:pPr>
                <a:endParaRPr sz="3200">
                  <a:cs typeface="+mn-ea"/>
                  <a:sym typeface="+mn-lt"/>
                </a:endParaRPr>
              </a:p>
            </p:txBody>
          </p:sp>
          <p:sp>
            <p:nvSpPr>
              <p:cNvPr id="132" name="îşľíḍe">
                <a:extLst>
                  <a:ext uri="{FF2B5EF4-FFF2-40B4-BE49-F238E27FC236}">
                    <a16:creationId xmlns:a16="http://schemas.microsoft.com/office/drawing/2014/main" id="{3F29486F-B26D-4381-80B0-21FA1C37F57E}"/>
                  </a:ext>
                </a:extLst>
              </p:cNvPr>
              <p:cNvSpPr/>
              <p:nvPr/>
            </p:nvSpPr>
            <p:spPr bwMode="auto">
              <a:xfrm>
                <a:off x="9973128" y="3123716"/>
                <a:ext cx="290917" cy="461674"/>
              </a:xfrm>
              <a:custGeom>
                <a:avLst/>
                <a:gdLst>
                  <a:gd name="T0" fmla="*/ 51 w 51"/>
                  <a:gd name="T1" fmla="*/ 81 h 81"/>
                  <a:gd name="T2" fmla="*/ 45 w 51"/>
                  <a:gd name="T3" fmla="*/ 1 h 81"/>
                  <a:gd name="T4" fmla="*/ 40 w 51"/>
                  <a:gd name="T5" fmla="*/ 0 h 81"/>
                  <a:gd name="T6" fmla="*/ 45 w 51"/>
                  <a:gd name="T7" fmla="*/ 7 h 81"/>
                  <a:gd name="T8" fmla="*/ 45 w 51"/>
                  <a:gd name="T9" fmla="*/ 53 h 81"/>
                  <a:gd name="T10" fmla="*/ 40 w 51"/>
                  <a:gd name="T11" fmla="*/ 58 h 81"/>
                  <a:gd name="T12" fmla="*/ 45 w 51"/>
                  <a:gd name="T13" fmla="*/ 65 h 81"/>
                  <a:gd name="T14" fmla="*/ 40 w 51"/>
                  <a:gd name="T15" fmla="*/ 65 h 81"/>
                  <a:gd name="T16" fmla="*/ 45 w 51"/>
                  <a:gd name="T17" fmla="*/ 69 h 81"/>
                  <a:gd name="T18" fmla="*/ 45 w 51"/>
                  <a:gd name="T19" fmla="*/ 76 h 81"/>
                  <a:gd name="T20" fmla="*/ 40 w 51"/>
                  <a:gd name="T21" fmla="*/ 81 h 81"/>
                  <a:gd name="T22" fmla="*/ 35 w 51"/>
                  <a:gd name="T23" fmla="*/ 1 h 81"/>
                  <a:gd name="T24" fmla="*/ 25 w 51"/>
                  <a:gd name="T25" fmla="*/ 7 h 81"/>
                  <a:gd name="T26" fmla="*/ 40 w 51"/>
                  <a:gd name="T27" fmla="*/ 0 h 81"/>
                  <a:gd name="T28" fmla="*/ 25 w 51"/>
                  <a:gd name="T29" fmla="*/ 81 h 81"/>
                  <a:gd name="T30" fmla="*/ 40 w 51"/>
                  <a:gd name="T31" fmla="*/ 76 h 81"/>
                  <a:gd name="T32" fmla="*/ 35 w 51"/>
                  <a:gd name="T33" fmla="*/ 69 h 81"/>
                  <a:gd name="T34" fmla="*/ 40 w 51"/>
                  <a:gd name="T35" fmla="*/ 65 h 81"/>
                  <a:gd name="T36" fmla="*/ 35 w 51"/>
                  <a:gd name="T37" fmla="*/ 58 h 81"/>
                  <a:gd name="T38" fmla="*/ 40 w 51"/>
                  <a:gd name="T39" fmla="*/ 53 h 81"/>
                  <a:gd name="T40" fmla="*/ 25 w 51"/>
                  <a:gd name="T41" fmla="*/ 58 h 81"/>
                  <a:gd name="T42" fmla="*/ 30 w 51"/>
                  <a:gd name="T43" fmla="*/ 65 h 81"/>
                  <a:gd name="T44" fmla="*/ 25 w 51"/>
                  <a:gd name="T45" fmla="*/ 65 h 81"/>
                  <a:gd name="T46" fmla="*/ 30 w 51"/>
                  <a:gd name="T47" fmla="*/ 69 h 81"/>
                  <a:gd name="T48" fmla="*/ 30 w 51"/>
                  <a:gd name="T49" fmla="*/ 76 h 81"/>
                  <a:gd name="T50" fmla="*/ 25 w 51"/>
                  <a:gd name="T51" fmla="*/ 81 h 81"/>
                  <a:gd name="T52" fmla="*/ 10 w 51"/>
                  <a:gd name="T53" fmla="*/ 1 h 81"/>
                  <a:gd name="T54" fmla="*/ 25 w 51"/>
                  <a:gd name="T55" fmla="*/ 7 h 81"/>
                  <a:gd name="T56" fmla="*/ 10 w 51"/>
                  <a:gd name="T57" fmla="*/ 81 h 81"/>
                  <a:gd name="T58" fmla="*/ 25 w 51"/>
                  <a:gd name="T59" fmla="*/ 76 h 81"/>
                  <a:gd name="T60" fmla="*/ 20 w 51"/>
                  <a:gd name="T61" fmla="*/ 69 h 81"/>
                  <a:gd name="T62" fmla="*/ 25 w 51"/>
                  <a:gd name="T63" fmla="*/ 65 h 81"/>
                  <a:gd name="T64" fmla="*/ 20 w 51"/>
                  <a:gd name="T65" fmla="*/ 58 h 81"/>
                  <a:gd name="T66" fmla="*/ 25 w 51"/>
                  <a:gd name="T67" fmla="*/ 53 h 81"/>
                  <a:gd name="T68" fmla="*/ 10 w 51"/>
                  <a:gd name="T69" fmla="*/ 58 h 81"/>
                  <a:gd name="T70" fmla="*/ 15 w 51"/>
                  <a:gd name="T71" fmla="*/ 65 h 81"/>
                  <a:gd name="T72" fmla="*/ 10 w 51"/>
                  <a:gd name="T73" fmla="*/ 65 h 81"/>
                  <a:gd name="T74" fmla="*/ 15 w 51"/>
                  <a:gd name="T75" fmla="*/ 69 h 81"/>
                  <a:gd name="T76" fmla="*/ 15 w 51"/>
                  <a:gd name="T77" fmla="*/ 76 h 81"/>
                  <a:gd name="T78" fmla="*/ 10 w 51"/>
                  <a:gd name="T79" fmla="*/ 81 h 81"/>
                  <a:gd name="T80" fmla="*/ 0 w 51"/>
                  <a:gd name="T81" fmla="*/ 1 h 81"/>
                  <a:gd name="T82" fmla="*/ 1 w 51"/>
                  <a:gd name="T83" fmla="*/ 81 h 81"/>
                  <a:gd name="T84" fmla="*/ 10 w 51"/>
                  <a:gd name="T85" fmla="*/ 76 h 81"/>
                  <a:gd name="T86" fmla="*/ 5 w 51"/>
                  <a:gd name="T87" fmla="*/ 69 h 81"/>
                  <a:gd name="T88" fmla="*/ 10 w 51"/>
                  <a:gd name="T89" fmla="*/ 65 h 81"/>
                  <a:gd name="T90" fmla="*/ 5 w 51"/>
                  <a:gd name="T91" fmla="*/ 58 h 81"/>
                  <a:gd name="T92" fmla="*/ 10 w 51"/>
                  <a:gd name="T93" fmla="*/ 53 h 81"/>
                  <a:gd name="T94" fmla="*/ 5 w 51"/>
                  <a:gd name="T95" fmla="*/ 7 h 81"/>
                  <a:gd name="T96" fmla="*/ 10 w 51"/>
                  <a:gd name="T97" fmla="*/ 1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51" h="81">
                    <a:moveTo>
                      <a:pt x="40" y="81"/>
                    </a:moveTo>
                    <a:cubicBezTo>
                      <a:pt x="51" y="81"/>
                      <a:pt x="51" y="81"/>
                      <a:pt x="51" y="81"/>
                    </a:cubicBezTo>
                    <a:cubicBezTo>
                      <a:pt x="51" y="1"/>
                      <a:pt x="51" y="1"/>
                      <a:pt x="51" y="1"/>
                    </a:cubicBezTo>
                    <a:cubicBezTo>
                      <a:pt x="45" y="1"/>
                      <a:pt x="45" y="1"/>
                      <a:pt x="45" y="1"/>
                    </a:cubicBezTo>
                    <a:cubicBezTo>
                      <a:pt x="45" y="0"/>
                      <a:pt x="45" y="0"/>
                      <a:pt x="45" y="0"/>
                    </a:cubicBezTo>
                    <a:cubicBezTo>
                      <a:pt x="40" y="0"/>
                      <a:pt x="40" y="0"/>
                      <a:pt x="40" y="0"/>
                    </a:cubicBezTo>
                    <a:cubicBezTo>
                      <a:pt x="40" y="7"/>
                      <a:pt x="40" y="7"/>
                      <a:pt x="40" y="7"/>
                    </a:cubicBezTo>
                    <a:cubicBezTo>
                      <a:pt x="45" y="7"/>
                      <a:pt x="45" y="7"/>
                      <a:pt x="45" y="7"/>
                    </a:cubicBezTo>
                    <a:cubicBezTo>
                      <a:pt x="45" y="53"/>
                      <a:pt x="45" y="53"/>
                      <a:pt x="45" y="53"/>
                    </a:cubicBezTo>
                    <a:cubicBezTo>
                      <a:pt x="45" y="53"/>
                      <a:pt x="45" y="53"/>
                      <a:pt x="45" y="53"/>
                    </a:cubicBezTo>
                    <a:cubicBezTo>
                      <a:pt x="40" y="53"/>
                      <a:pt x="40" y="53"/>
                      <a:pt x="40" y="53"/>
                    </a:cubicBezTo>
                    <a:cubicBezTo>
                      <a:pt x="40" y="58"/>
                      <a:pt x="40" y="58"/>
                      <a:pt x="40" y="58"/>
                    </a:cubicBezTo>
                    <a:cubicBezTo>
                      <a:pt x="45" y="58"/>
                      <a:pt x="45" y="58"/>
                      <a:pt x="45" y="58"/>
                    </a:cubicBezTo>
                    <a:cubicBezTo>
                      <a:pt x="45" y="65"/>
                      <a:pt x="45" y="65"/>
                      <a:pt x="45" y="65"/>
                    </a:cubicBezTo>
                    <a:cubicBezTo>
                      <a:pt x="45" y="65"/>
                      <a:pt x="45" y="65"/>
                      <a:pt x="45" y="65"/>
                    </a:cubicBezTo>
                    <a:cubicBezTo>
                      <a:pt x="40" y="65"/>
                      <a:pt x="40" y="65"/>
                      <a:pt x="40" y="65"/>
                    </a:cubicBezTo>
                    <a:cubicBezTo>
                      <a:pt x="40" y="69"/>
                      <a:pt x="40" y="69"/>
                      <a:pt x="40" y="69"/>
                    </a:cubicBezTo>
                    <a:cubicBezTo>
                      <a:pt x="45" y="69"/>
                      <a:pt x="45" y="69"/>
                      <a:pt x="45" y="69"/>
                    </a:cubicBezTo>
                    <a:cubicBezTo>
                      <a:pt x="45" y="76"/>
                      <a:pt x="45" y="76"/>
                      <a:pt x="45" y="76"/>
                    </a:cubicBezTo>
                    <a:cubicBezTo>
                      <a:pt x="45" y="76"/>
                      <a:pt x="45" y="76"/>
                      <a:pt x="45" y="76"/>
                    </a:cubicBezTo>
                    <a:cubicBezTo>
                      <a:pt x="40" y="76"/>
                      <a:pt x="40" y="76"/>
                      <a:pt x="40" y="76"/>
                    </a:cubicBezTo>
                    <a:lnTo>
                      <a:pt x="40" y="81"/>
                    </a:lnTo>
                    <a:close/>
                    <a:moveTo>
                      <a:pt x="35" y="0"/>
                    </a:moveTo>
                    <a:cubicBezTo>
                      <a:pt x="35" y="1"/>
                      <a:pt x="35" y="1"/>
                      <a:pt x="35" y="1"/>
                    </a:cubicBezTo>
                    <a:cubicBezTo>
                      <a:pt x="25" y="1"/>
                      <a:pt x="25" y="1"/>
                      <a:pt x="25" y="1"/>
                    </a:cubicBezTo>
                    <a:cubicBezTo>
                      <a:pt x="25" y="7"/>
                      <a:pt x="25" y="7"/>
                      <a:pt x="25" y="7"/>
                    </a:cubicBezTo>
                    <a:cubicBezTo>
                      <a:pt x="40" y="7"/>
                      <a:pt x="40" y="7"/>
                      <a:pt x="40" y="7"/>
                    </a:cubicBezTo>
                    <a:cubicBezTo>
                      <a:pt x="40" y="0"/>
                      <a:pt x="40" y="0"/>
                      <a:pt x="40" y="0"/>
                    </a:cubicBezTo>
                    <a:cubicBezTo>
                      <a:pt x="35" y="0"/>
                      <a:pt x="35" y="0"/>
                      <a:pt x="35" y="0"/>
                    </a:cubicBezTo>
                    <a:close/>
                    <a:moveTo>
                      <a:pt x="25" y="81"/>
                    </a:moveTo>
                    <a:cubicBezTo>
                      <a:pt x="40" y="81"/>
                      <a:pt x="40" y="81"/>
                      <a:pt x="40" y="81"/>
                    </a:cubicBezTo>
                    <a:cubicBezTo>
                      <a:pt x="40" y="76"/>
                      <a:pt x="40" y="76"/>
                      <a:pt x="40" y="76"/>
                    </a:cubicBezTo>
                    <a:cubicBezTo>
                      <a:pt x="35" y="76"/>
                      <a:pt x="35" y="76"/>
                      <a:pt x="35" y="76"/>
                    </a:cubicBezTo>
                    <a:cubicBezTo>
                      <a:pt x="35" y="69"/>
                      <a:pt x="35" y="69"/>
                      <a:pt x="35" y="69"/>
                    </a:cubicBezTo>
                    <a:cubicBezTo>
                      <a:pt x="40" y="69"/>
                      <a:pt x="40" y="69"/>
                      <a:pt x="40" y="69"/>
                    </a:cubicBezTo>
                    <a:cubicBezTo>
                      <a:pt x="40" y="65"/>
                      <a:pt x="40" y="65"/>
                      <a:pt x="40" y="65"/>
                    </a:cubicBezTo>
                    <a:cubicBezTo>
                      <a:pt x="35" y="65"/>
                      <a:pt x="35" y="65"/>
                      <a:pt x="35" y="65"/>
                    </a:cubicBezTo>
                    <a:cubicBezTo>
                      <a:pt x="35" y="58"/>
                      <a:pt x="35" y="58"/>
                      <a:pt x="35" y="58"/>
                    </a:cubicBezTo>
                    <a:cubicBezTo>
                      <a:pt x="40" y="58"/>
                      <a:pt x="40" y="58"/>
                      <a:pt x="40" y="58"/>
                    </a:cubicBezTo>
                    <a:cubicBezTo>
                      <a:pt x="40" y="53"/>
                      <a:pt x="40" y="53"/>
                      <a:pt x="40" y="53"/>
                    </a:cubicBezTo>
                    <a:cubicBezTo>
                      <a:pt x="25" y="53"/>
                      <a:pt x="25" y="53"/>
                      <a:pt x="25" y="53"/>
                    </a:cubicBezTo>
                    <a:cubicBezTo>
                      <a:pt x="25" y="58"/>
                      <a:pt x="25" y="58"/>
                      <a:pt x="25" y="58"/>
                    </a:cubicBezTo>
                    <a:cubicBezTo>
                      <a:pt x="30" y="58"/>
                      <a:pt x="30" y="58"/>
                      <a:pt x="30" y="58"/>
                    </a:cubicBezTo>
                    <a:cubicBezTo>
                      <a:pt x="30" y="65"/>
                      <a:pt x="30" y="65"/>
                      <a:pt x="30" y="65"/>
                    </a:cubicBezTo>
                    <a:cubicBezTo>
                      <a:pt x="30" y="65"/>
                      <a:pt x="30" y="65"/>
                      <a:pt x="30" y="65"/>
                    </a:cubicBezTo>
                    <a:cubicBezTo>
                      <a:pt x="25" y="65"/>
                      <a:pt x="25" y="65"/>
                      <a:pt x="25" y="65"/>
                    </a:cubicBezTo>
                    <a:cubicBezTo>
                      <a:pt x="25" y="69"/>
                      <a:pt x="25" y="69"/>
                      <a:pt x="25" y="69"/>
                    </a:cubicBezTo>
                    <a:cubicBezTo>
                      <a:pt x="30" y="69"/>
                      <a:pt x="30" y="69"/>
                      <a:pt x="30" y="69"/>
                    </a:cubicBezTo>
                    <a:cubicBezTo>
                      <a:pt x="30" y="76"/>
                      <a:pt x="30" y="76"/>
                      <a:pt x="30" y="76"/>
                    </a:cubicBezTo>
                    <a:cubicBezTo>
                      <a:pt x="30" y="76"/>
                      <a:pt x="30" y="76"/>
                      <a:pt x="30" y="76"/>
                    </a:cubicBezTo>
                    <a:cubicBezTo>
                      <a:pt x="25" y="76"/>
                      <a:pt x="25" y="76"/>
                      <a:pt x="25" y="76"/>
                    </a:cubicBezTo>
                    <a:lnTo>
                      <a:pt x="25" y="81"/>
                    </a:lnTo>
                    <a:close/>
                    <a:moveTo>
                      <a:pt x="25" y="1"/>
                    </a:moveTo>
                    <a:cubicBezTo>
                      <a:pt x="10" y="1"/>
                      <a:pt x="10" y="1"/>
                      <a:pt x="10" y="1"/>
                    </a:cubicBezTo>
                    <a:cubicBezTo>
                      <a:pt x="10" y="7"/>
                      <a:pt x="10" y="7"/>
                      <a:pt x="10" y="7"/>
                    </a:cubicBezTo>
                    <a:cubicBezTo>
                      <a:pt x="25" y="7"/>
                      <a:pt x="25" y="7"/>
                      <a:pt x="25" y="7"/>
                    </a:cubicBezTo>
                    <a:cubicBezTo>
                      <a:pt x="25" y="1"/>
                      <a:pt x="25" y="1"/>
                      <a:pt x="25" y="1"/>
                    </a:cubicBezTo>
                    <a:close/>
                    <a:moveTo>
                      <a:pt x="10" y="81"/>
                    </a:moveTo>
                    <a:cubicBezTo>
                      <a:pt x="25" y="81"/>
                      <a:pt x="25" y="81"/>
                      <a:pt x="25" y="81"/>
                    </a:cubicBezTo>
                    <a:cubicBezTo>
                      <a:pt x="25" y="76"/>
                      <a:pt x="25" y="76"/>
                      <a:pt x="25" y="76"/>
                    </a:cubicBezTo>
                    <a:cubicBezTo>
                      <a:pt x="20" y="76"/>
                      <a:pt x="20" y="76"/>
                      <a:pt x="20" y="76"/>
                    </a:cubicBezTo>
                    <a:cubicBezTo>
                      <a:pt x="20" y="69"/>
                      <a:pt x="20" y="69"/>
                      <a:pt x="20" y="69"/>
                    </a:cubicBezTo>
                    <a:cubicBezTo>
                      <a:pt x="25" y="69"/>
                      <a:pt x="25" y="69"/>
                      <a:pt x="25" y="69"/>
                    </a:cubicBezTo>
                    <a:cubicBezTo>
                      <a:pt x="25" y="65"/>
                      <a:pt x="25" y="65"/>
                      <a:pt x="25" y="65"/>
                    </a:cubicBezTo>
                    <a:cubicBezTo>
                      <a:pt x="20" y="65"/>
                      <a:pt x="20" y="65"/>
                      <a:pt x="20" y="65"/>
                    </a:cubicBezTo>
                    <a:cubicBezTo>
                      <a:pt x="20" y="58"/>
                      <a:pt x="20" y="58"/>
                      <a:pt x="20" y="58"/>
                    </a:cubicBezTo>
                    <a:cubicBezTo>
                      <a:pt x="25" y="58"/>
                      <a:pt x="25" y="58"/>
                      <a:pt x="25" y="58"/>
                    </a:cubicBezTo>
                    <a:cubicBezTo>
                      <a:pt x="25" y="53"/>
                      <a:pt x="25" y="53"/>
                      <a:pt x="25" y="53"/>
                    </a:cubicBezTo>
                    <a:cubicBezTo>
                      <a:pt x="10" y="53"/>
                      <a:pt x="10" y="53"/>
                      <a:pt x="10" y="53"/>
                    </a:cubicBezTo>
                    <a:cubicBezTo>
                      <a:pt x="10" y="58"/>
                      <a:pt x="10" y="58"/>
                      <a:pt x="10" y="58"/>
                    </a:cubicBezTo>
                    <a:cubicBezTo>
                      <a:pt x="15" y="58"/>
                      <a:pt x="15" y="58"/>
                      <a:pt x="15" y="58"/>
                    </a:cubicBezTo>
                    <a:cubicBezTo>
                      <a:pt x="15" y="65"/>
                      <a:pt x="15" y="65"/>
                      <a:pt x="15" y="65"/>
                    </a:cubicBezTo>
                    <a:cubicBezTo>
                      <a:pt x="15" y="65"/>
                      <a:pt x="15" y="65"/>
                      <a:pt x="15" y="65"/>
                    </a:cubicBezTo>
                    <a:cubicBezTo>
                      <a:pt x="10" y="65"/>
                      <a:pt x="10" y="65"/>
                      <a:pt x="10" y="65"/>
                    </a:cubicBezTo>
                    <a:cubicBezTo>
                      <a:pt x="10" y="69"/>
                      <a:pt x="10" y="69"/>
                      <a:pt x="10" y="69"/>
                    </a:cubicBezTo>
                    <a:cubicBezTo>
                      <a:pt x="15" y="69"/>
                      <a:pt x="15" y="69"/>
                      <a:pt x="15" y="69"/>
                    </a:cubicBezTo>
                    <a:cubicBezTo>
                      <a:pt x="15" y="76"/>
                      <a:pt x="15" y="76"/>
                      <a:pt x="15" y="76"/>
                    </a:cubicBezTo>
                    <a:cubicBezTo>
                      <a:pt x="15" y="76"/>
                      <a:pt x="15" y="76"/>
                      <a:pt x="15" y="76"/>
                    </a:cubicBezTo>
                    <a:cubicBezTo>
                      <a:pt x="10" y="76"/>
                      <a:pt x="10" y="76"/>
                      <a:pt x="10" y="76"/>
                    </a:cubicBezTo>
                    <a:lnTo>
                      <a:pt x="10" y="81"/>
                    </a:lnTo>
                    <a:close/>
                    <a:moveTo>
                      <a:pt x="10" y="1"/>
                    </a:moveTo>
                    <a:cubicBezTo>
                      <a:pt x="0" y="1"/>
                      <a:pt x="0" y="1"/>
                      <a:pt x="0" y="1"/>
                    </a:cubicBezTo>
                    <a:cubicBezTo>
                      <a:pt x="0" y="70"/>
                      <a:pt x="0" y="70"/>
                      <a:pt x="0" y="70"/>
                    </a:cubicBezTo>
                    <a:cubicBezTo>
                      <a:pt x="0" y="74"/>
                      <a:pt x="1" y="78"/>
                      <a:pt x="1" y="81"/>
                    </a:cubicBezTo>
                    <a:cubicBezTo>
                      <a:pt x="10" y="81"/>
                      <a:pt x="10" y="81"/>
                      <a:pt x="10" y="81"/>
                    </a:cubicBezTo>
                    <a:cubicBezTo>
                      <a:pt x="10" y="76"/>
                      <a:pt x="10" y="76"/>
                      <a:pt x="10" y="76"/>
                    </a:cubicBezTo>
                    <a:cubicBezTo>
                      <a:pt x="5" y="76"/>
                      <a:pt x="5" y="76"/>
                      <a:pt x="5" y="76"/>
                    </a:cubicBezTo>
                    <a:cubicBezTo>
                      <a:pt x="5" y="69"/>
                      <a:pt x="5" y="69"/>
                      <a:pt x="5" y="69"/>
                    </a:cubicBezTo>
                    <a:cubicBezTo>
                      <a:pt x="10" y="69"/>
                      <a:pt x="10" y="69"/>
                      <a:pt x="10" y="69"/>
                    </a:cubicBezTo>
                    <a:cubicBezTo>
                      <a:pt x="10" y="65"/>
                      <a:pt x="10" y="65"/>
                      <a:pt x="10" y="65"/>
                    </a:cubicBezTo>
                    <a:cubicBezTo>
                      <a:pt x="5" y="65"/>
                      <a:pt x="5" y="65"/>
                      <a:pt x="5" y="65"/>
                    </a:cubicBezTo>
                    <a:cubicBezTo>
                      <a:pt x="5" y="58"/>
                      <a:pt x="5" y="58"/>
                      <a:pt x="5" y="58"/>
                    </a:cubicBezTo>
                    <a:cubicBezTo>
                      <a:pt x="10" y="58"/>
                      <a:pt x="10" y="58"/>
                      <a:pt x="10" y="58"/>
                    </a:cubicBezTo>
                    <a:cubicBezTo>
                      <a:pt x="10" y="53"/>
                      <a:pt x="10" y="53"/>
                      <a:pt x="10" y="53"/>
                    </a:cubicBezTo>
                    <a:cubicBezTo>
                      <a:pt x="5" y="53"/>
                      <a:pt x="5" y="53"/>
                      <a:pt x="5" y="53"/>
                    </a:cubicBezTo>
                    <a:cubicBezTo>
                      <a:pt x="5" y="7"/>
                      <a:pt x="5" y="7"/>
                      <a:pt x="5" y="7"/>
                    </a:cubicBezTo>
                    <a:cubicBezTo>
                      <a:pt x="10" y="7"/>
                      <a:pt x="10" y="7"/>
                      <a:pt x="10" y="7"/>
                    </a:cubicBezTo>
                    <a:lnTo>
                      <a:pt x="10" y="1"/>
                    </a:lnTo>
                    <a:close/>
                  </a:path>
                </a:pathLst>
              </a:custGeom>
              <a:solidFill>
                <a:schemeClr val="bg1">
                  <a:lumMod val="95000"/>
                </a:schemeClr>
              </a:solidFill>
              <a:ln>
                <a:noFill/>
              </a:ln>
            </p:spPr>
            <p:txBody>
              <a:bodyPr anchor="ctr"/>
              <a:lstStyle/>
              <a:p>
                <a:pPr algn="ctr">
                  <a:lnSpc>
                    <a:spcPct val="120000"/>
                  </a:lnSpc>
                </a:pPr>
                <a:endParaRPr sz="3200">
                  <a:cs typeface="+mn-ea"/>
                  <a:sym typeface="+mn-lt"/>
                </a:endParaRPr>
              </a:p>
            </p:txBody>
          </p:sp>
          <p:sp>
            <p:nvSpPr>
              <p:cNvPr id="133" name="iṧ1ïďê">
                <a:extLst>
                  <a:ext uri="{FF2B5EF4-FFF2-40B4-BE49-F238E27FC236}">
                    <a16:creationId xmlns:a16="http://schemas.microsoft.com/office/drawing/2014/main" id="{8C3CAA0B-788F-4C18-B396-FC31762FD314}"/>
                  </a:ext>
                </a:extLst>
              </p:cNvPr>
              <p:cNvSpPr/>
              <p:nvPr/>
            </p:nvSpPr>
            <p:spPr bwMode="auto">
              <a:xfrm>
                <a:off x="9067173" y="2149776"/>
                <a:ext cx="183405" cy="79054"/>
              </a:xfrm>
              <a:custGeom>
                <a:avLst/>
                <a:gdLst>
                  <a:gd name="T0" fmla="*/ 0 w 116"/>
                  <a:gd name="T1" fmla="*/ 28 h 50"/>
                  <a:gd name="T2" fmla="*/ 44 w 116"/>
                  <a:gd name="T3" fmla="*/ 50 h 50"/>
                  <a:gd name="T4" fmla="*/ 116 w 116"/>
                  <a:gd name="T5" fmla="*/ 50 h 50"/>
                  <a:gd name="T6" fmla="*/ 15 w 116"/>
                  <a:gd name="T7" fmla="*/ 0 h 50"/>
                  <a:gd name="T8" fmla="*/ 0 w 116"/>
                  <a:gd name="T9" fmla="*/ 28 h 50"/>
                </a:gdLst>
                <a:ahLst/>
                <a:cxnLst>
                  <a:cxn ang="0">
                    <a:pos x="T0" y="T1"/>
                  </a:cxn>
                  <a:cxn ang="0">
                    <a:pos x="T2" y="T3"/>
                  </a:cxn>
                  <a:cxn ang="0">
                    <a:pos x="T4" y="T5"/>
                  </a:cxn>
                  <a:cxn ang="0">
                    <a:pos x="T6" y="T7"/>
                  </a:cxn>
                  <a:cxn ang="0">
                    <a:pos x="T8" y="T9"/>
                  </a:cxn>
                </a:cxnLst>
                <a:rect l="0" t="0" r="r" b="b"/>
                <a:pathLst>
                  <a:path w="116" h="50">
                    <a:moveTo>
                      <a:pt x="0" y="28"/>
                    </a:moveTo>
                    <a:lnTo>
                      <a:pt x="44" y="50"/>
                    </a:lnTo>
                    <a:lnTo>
                      <a:pt x="116" y="50"/>
                    </a:lnTo>
                    <a:lnTo>
                      <a:pt x="15" y="0"/>
                    </a:lnTo>
                    <a:lnTo>
                      <a:pt x="0" y="28"/>
                    </a:lnTo>
                    <a:close/>
                  </a:path>
                </a:pathLst>
              </a:custGeom>
              <a:solidFill>
                <a:schemeClr val="bg1">
                  <a:lumMod val="95000"/>
                </a:schemeClr>
              </a:solidFill>
              <a:ln>
                <a:noFill/>
              </a:ln>
            </p:spPr>
            <p:txBody>
              <a:bodyPr anchor="ctr"/>
              <a:lstStyle/>
              <a:p>
                <a:pPr algn="ctr">
                  <a:lnSpc>
                    <a:spcPct val="120000"/>
                  </a:lnSpc>
                </a:pPr>
                <a:endParaRPr sz="3200">
                  <a:cs typeface="+mn-ea"/>
                  <a:sym typeface="+mn-lt"/>
                </a:endParaRPr>
              </a:p>
            </p:txBody>
          </p:sp>
          <p:sp>
            <p:nvSpPr>
              <p:cNvPr id="134" name="îṡļídé">
                <a:extLst>
                  <a:ext uri="{FF2B5EF4-FFF2-40B4-BE49-F238E27FC236}">
                    <a16:creationId xmlns:a16="http://schemas.microsoft.com/office/drawing/2014/main" id="{E8323700-23A0-4611-8ECF-8E7843B41E17}"/>
                  </a:ext>
                </a:extLst>
              </p:cNvPr>
              <p:cNvSpPr/>
              <p:nvPr/>
            </p:nvSpPr>
            <p:spPr bwMode="auto">
              <a:xfrm>
                <a:off x="9067173" y="2239897"/>
                <a:ext cx="450606" cy="227674"/>
              </a:xfrm>
              <a:custGeom>
                <a:avLst/>
                <a:gdLst>
                  <a:gd name="T0" fmla="*/ 56 w 79"/>
                  <a:gd name="T1" fmla="*/ 40 h 40"/>
                  <a:gd name="T2" fmla="*/ 64 w 79"/>
                  <a:gd name="T3" fmla="*/ 40 h 40"/>
                  <a:gd name="T4" fmla="*/ 64 w 79"/>
                  <a:gd name="T5" fmla="*/ 32 h 40"/>
                  <a:gd name="T6" fmla="*/ 79 w 79"/>
                  <a:gd name="T7" fmla="*/ 32 h 40"/>
                  <a:gd name="T8" fmla="*/ 79 w 79"/>
                  <a:gd name="T9" fmla="*/ 8 h 40"/>
                  <a:gd name="T10" fmla="*/ 64 w 79"/>
                  <a:gd name="T11" fmla="*/ 8 h 40"/>
                  <a:gd name="T12" fmla="*/ 64 w 79"/>
                  <a:gd name="T13" fmla="*/ 0 h 40"/>
                  <a:gd name="T14" fmla="*/ 37 w 79"/>
                  <a:gd name="T15" fmla="*/ 0 h 40"/>
                  <a:gd name="T16" fmla="*/ 17 w 79"/>
                  <a:gd name="T17" fmla="*/ 0 h 40"/>
                  <a:gd name="T18" fmla="*/ 0 w 79"/>
                  <a:gd name="T19" fmla="*/ 0 h 40"/>
                  <a:gd name="T20" fmla="*/ 0 w 79"/>
                  <a:gd name="T21" fmla="*/ 2 h 40"/>
                  <a:gd name="T22" fmla="*/ 24 w 79"/>
                  <a:gd name="T23" fmla="*/ 16 h 40"/>
                  <a:gd name="T24" fmla="*/ 48 w 79"/>
                  <a:gd name="T25" fmla="*/ 16 h 40"/>
                  <a:gd name="T26" fmla="*/ 48 w 79"/>
                  <a:gd name="T27" fmla="*/ 25 h 40"/>
                  <a:gd name="T28" fmla="*/ 36 w 79"/>
                  <a:gd name="T29" fmla="*/ 25 h 40"/>
                  <a:gd name="T30" fmla="*/ 56 w 79"/>
                  <a:gd name="T31"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9" h="40">
                    <a:moveTo>
                      <a:pt x="56" y="40"/>
                    </a:moveTo>
                    <a:cubicBezTo>
                      <a:pt x="64" y="40"/>
                      <a:pt x="64" y="40"/>
                      <a:pt x="64" y="40"/>
                    </a:cubicBezTo>
                    <a:cubicBezTo>
                      <a:pt x="64" y="32"/>
                      <a:pt x="64" y="32"/>
                      <a:pt x="64" y="32"/>
                    </a:cubicBezTo>
                    <a:cubicBezTo>
                      <a:pt x="79" y="32"/>
                      <a:pt x="79" y="32"/>
                      <a:pt x="79" y="32"/>
                    </a:cubicBezTo>
                    <a:cubicBezTo>
                      <a:pt x="79" y="8"/>
                      <a:pt x="79" y="8"/>
                      <a:pt x="79" y="8"/>
                    </a:cubicBezTo>
                    <a:cubicBezTo>
                      <a:pt x="64" y="8"/>
                      <a:pt x="64" y="8"/>
                      <a:pt x="64" y="8"/>
                    </a:cubicBezTo>
                    <a:cubicBezTo>
                      <a:pt x="64" y="0"/>
                      <a:pt x="64" y="0"/>
                      <a:pt x="64" y="0"/>
                    </a:cubicBezTo>
                    <a:cubicBezTo>
                      <a:pt x="37" y="0"/>
                      <a:pt x="37" y="0"/>
                      <a:pt x="37" y="0"/>
                    </a:cubicBezTo>
                    <a:cubicBezTo>
                      <a:pt x="17" y="0"/>
                      <a:pt x="17" y="0"/>
                      <a:pt x="17" y="0"/>
                    </a:cubicBezTo>
                    <a:cubicBezTo>
                      <a:pt x="0" y="0"/>
                      <a:pt x="0" y="0"/>
                      <a:pt x="0" y="0"/>
                    </a:cubicBezTo>
                    <a:cubicBezTo>
                      <a:pt x="0" y="2"/>
                      <a:pt x="0" y="2"/>
                      <a:pt x="0" y="2"/>
                    </a:cubicBezTo>
                    <a:cubicBezTo>
                      <a:pt x="8" y="6"/>
                      <a:pt x="16" y="11"/>
                      <a:pt x="24" y="16"/>
                    </a:cubicBezTo>
                    <a:cubicBezTo>
                      <a:pt x="48" y="16"/>
                      <a:pt x="48" y="16"/>
                      <a:pt x="48" y="16"/>
                    </a:cubicBezTo>
                    <a:cubicBezTo>
                      <a:pt x="48" y="25"/>
                      <a:pt x="48" y="25"/>
                      <a:pt x="48" y="25"/>
                    </a:cubicBezTo>
                    <a:cubicBezTo>
                      <a:pt x="36" y="25"/>
                      <a:pt x="36" y="25"/>
                      <a:pt x="36" y="25"/>
                    </a:cubicBezTo>
                    <a:cubicBezTo>
                      <a:pt x="43" y="30"/>
                      <a:pt x="50" y="35"/>
                      <a:pt x="56" y="40"/>
                    </a:cubicBezTo>
                    <a:close/>
                  </a:path>
                </a:pathLst>
              </a:custGeom>
              <a:solidFill>
                <a:schemeClr val="bg1">
                  <a:lumMod val="95000"/>
                </a:schemeClr>
              </a:solidFill>
              <a:ln>
                <a:noFill/>
              </a:ln>
            </p:spPr>
            <p:txBody>
              <a:bodyPr anchor="ctr"/>
              <a:lstStyle/>
              <a:p>
                <a:pPr algn="ctr">
                  <a:lnSpc>
                    <a:spcPct val="120000"/>
                  </a:lnSpc>
                </a:pPr>
                <a:endParaRPr sz="3200">
                  <a:cs typeface="+mn-ea"/>
                  <a:sym typeface="+mn-lt"/>
                </a:endParaRPr>
              </a:p>
            </p:txBody>
          </p:sp>
          <p:sp>
            <p:nvSpPr>
              <p:cNvPr id="135" name="iSḷîḋe">
                <a:extLst>
                  <a:ext uri="{FF2B5EF4-FFF2-40B4-BE49-F238E27FC236}">
                    <a16:creationId xmlns:a16="http://schemas.microsoft.com/office/drawing/2014/main" id="{8D8AA9E2-6394-44FF-99F5-92C067FF53B3}"/>
                  </a:ext>
                </a:extLst>
              </p:cNvPr>
              <p:cNvSpPr/>
              <p:nvPr/>
            </p:nvSpPr>
            <p:spPr bwMode="auto">
              <a:xfrm>
                <a:off x="7905085" y="5681891"/>
                <a:ext cx="382620" cy="102770"/>
              </a:xfrm>
              <a:custGeom>
                <a:avLst/>
                <a:gdLst>
                  <a:gd name="T0" fmla="*/ 33 w 242"/>
                  <a:gd name="T1" fmla="*/ 65 h 65"/>
                  <a:gd name="T2" fmla="*/ 36 w 242"/>
                  <a:gd name="T3" fmla="*/ 65 h 65"/>
                  <a:gd name="T4" fmla="*/ 202 w 242"/>
                  <a:gd name="T5" fmla="*/ 65 h 65"/>
                  <a:gd name="T6" fmla="*/ 206 w 242"/>
                  <a:gd name="T7" fmla="*/ 65 h 65"/>
                  <a:gd name="T8" fmla="*/ 242 w 242"/>
                  <a:gd name="T9" fmla="*/ 0 h 65"/>
                  <a:gd name="T10" fmla="*/ 238 w 242"/>
                  <a:gd name="T11" fmla="*/ 0 h 65"/>
                  <a:gd name="T12" fmla="*/ 206 w 242"/>
                  <a:gd name="T13" fmla="*/ 0 h 65"/>
                  <a:gd name="T14" fmla="*/ 177 w 242"/>
                  <a:gd name="T15" fmla="*/ 0 h 65"/>
                  <a:gd name="T16" fmla="*/ 65 w 242"/>
                  <a:gd name="T17" fmla="*/ 0 h 65"/>
                  <a:gd name="T18" fmla="*/ 36 w 242"/>
                  <a:gd name="T19" fmla="*/ 0 h 65"/>
                  <a:gd name="T20" fmla="*/ 0 w 242"/>
                  <a:gd name="T21" fmla="*/ 0 h 65"/>
                  <a:gd name="T22" fmla="*/ 33 w 242"/>
                  <a:gd name="T23" fmla="*/ 65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2" h="65">
                    <a:moveTo>
                      <a:pt x="33" y="65"/>
                    </a:moveTo>
                    <a:lnTo>
                      <a:pt x="36" y="65"/>
                    </a:lnTo>
                    <a:lnTo>
                      <a:pt x="202" y="65"/>
                    </a:lnTo>
                    <a:lnTo>
                      <a:pt x="206" y="65"/>
                    </a:lnTo>
                    <a:lnTo>
                      <a:pt x="242" y="0"/>
                    </a:lnTo>
                    <a:lnTo>
                      <a:pt x="238" y="0"/>
                    </a:lnTo>
                    <a:lnTo>
                      <a:pt x="206" y="0"/>
                    </a:lnTo>
                    <a:lnTo>
                      <a:pt x="177" y="0"/>
                    </a:lnTo>
                    <a:lnTo>
                      <a:pt x="65" y="0"/>
                    </a:lnTo>
                    <a:lnTo>
                      <a:pt x="36" y="0"/>
                    </a:lnTo>
                    <a:lnTo>
                      <a:pt x="0" y="0"/>
                    </a:lnTo>
                    <a:lnTo>
                      <a:pt x="33" y="65"/>
                    </a:lnTo>
                    <a:close/>
                  </a:path>
                </a:pathLst>
              </a:custGeom>
              <a:solidFill>
                <a:schemeClr val="bg1">
                  <a:lumMod val="95000"/>
                </a:schemeClr>
              </a:solidFill>
              <a:ln>
                <a:noFill/>
              </a:ln>
            </p:spPr>
            <p:txBody>
              <a:bodyPr anchor="ctr"/>
              <a:lstStyle/>
              <a:p>
                <a:pPr algn="ctr">
                  <a:lnSpc>
                    <a:spcPct val="120000"/>
                  </a:lnSpc>
                </a:pPr>
                <a:endParaRPr sz="3200">
                  <a:cs typeface="+mn-ea"/>
                  <a:sym typeface="+mn-lt"/>
                </a:endParaRPr>
              </a:p>
            </p:txBody>
          </p:sp>
          <p:sp>
            <p:nvSpPr>
              <p:cNvPr id="136" name="îSlîḑe">
                <a:extLst>
                  <a:ext uri="{FF2B5EF4-FFF2-40B4-BE49-F238E27FC236}">
                    <a16:creationId xmlns:a16="http://schemas.microsoft.com/office/drawing/2014/main" id="{31734A4C-13B1-491F-AACE-E08E25CE4AC0}"/>
                  </a:ext>
                </a:extLst>
              </p:cNvPr>
              <p:cNvSpPr/>
              <p:nvPr/>
            </p:nvSpPr>
            <p:spPr bwMode="auto">
              <a:xfrm>
                <a:off x="7900342" y="5705607"/>
                <a:ext cx="381038" cy="181823"/>
              </a:xfrm>
              <a:custGeom>
                <a:avLst/>
                <a:gdLst>
                  <a:gd name="T0" fmla="*/ 0 w 67"/>
                  <a:gd name="T1" fmla="*/ 32 h 32"/>
                  <a:gd name="T2" fmla="*/ 67 w 67"/>
                  <a:gd name="T3" fmla="*/ 32 h 32"/>
                  <a:gd name="T4" fmla="*/ 67 w 67"/>
                  <a:gd name="T5" fmla="*/ 0 h 32"/>
                  <a:gd name="T6" fmla="*/ 60 w 67"/>
                  <a:gd name="T7" fmla="*/ 15 h 32"/>
                  <a:gd name="T8" fmla="*/ 59 w 67"/>
                  <a:gd name="T9" fmla="*/ 16 h 32"/>
                  <a:gd name="T10" fmla="*/ 58 w 67"/>
                  <a:gd name="T11" fmla="*/ 16 h 32"/>
                  <a:gd name="T12" fmla="*/ 56 w 67"/>
                  <a:gd name="T13" fmla="*/ 16 h 32"/>
                  <a:gd name="T14" fmla="*/ 39 w 67"/>
                  <a:gd name="T15" fmla="*/ 16 h 32"/>
                  <a:gd name="T16" fmla="*/ 39 w 67"/>
                  <a:gd name="T17" fmla="*/ 17 h 32"/>
                  <a:gd name="T18" fmla="*/ 39 w 67"/>
                  <a:gd name="T19" fmla="*/ 20 h 32"/>
                  <a:gd name="T20" fmla="*/ 34 w 67"/>
                  <a:gd name="T21" fmla="*/ 22 h 32"/>
                  <a:gd name="T22" fmla="*/ 30 w 67"/>
                  <a:gd name="T23" fmla="*/ 20 h 32"/>
                  <a:gd name="T24" fmla="*/ 29 w 67"/>
                  <a:gd name="T25" fmla="*/ 17 h 32"/>
                  <a:gd name="T26" fmla="*/ 29 w 67"/>
                  <a:gd name="T27" fmla="*/ 16 h 32"/>
                  <a:gd name="T28" fmla="*/ 12 w 67"/>
                  <a:gd name="T29" fmla="*/ 16 h 32"/>
                  <a:gd name="T30" fmla="*/ 10 w 67"/>
                  <a:gd name="T31" fmla="*/ 16 h 32"/>
                  <a:gd name="T32" fmla="*/ 9 w 67"/>
                  <a:gd name="T33" fmla="*/ 16 h 32"/>
                  <a:gd name="T34" fmla="*/ 8 w 67"/>
                  <a:gd name="T35" fmla="*/ 15 h 32"/>
                  <a:gd name="T36" fmla="*/ 0 w 67"/>
                  <a:gd name="T37" fmla="*/ 1 h 32"/>
                  <a:gd name="T38" fmla="*/ 0 w 67"/>
                  <a:gd name="T39" fmla="*/ 3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7" h="32">
                    <a:moveTo>
                      <a:pt x="0" y="32"/>
                    </a:moveTo>
                    <a:cubicBezTo>
                      <a:pt x="67" y="32"/>
                      <a:pt x="67" y="32"/>
                      <a:pt x="67" y="32"/>
                    </a:cubicBezTo>
                    <a:cubicBezTo>
                      <a:pt x="67" y="0"/>
                      <a:pt x="67" y="0"/>
                      <a:pt x="67" y="0"/>
                    </a:cubicBezTo>
                    <a:cubicBezTo>
                      <a:pt x="60" y="15"/>
                      <a:pt x="60" y="15"/>
                      <a:pt x="60" y="15"/>
                    </a:cubicBezTo>
                    <a:cubicBezTo>
                      <a:pt x="59" y="16"/>
                      <a:pt x="59" y="16"/>
                      <a:pt x="59" y="16"/>
                    </a:cubicBezTo>
                    <a:cubicBezTo>
                      <a:pt x="58" y="16"/>
                      <a:pt x="58" y="16"/>
                      <a:pt x="58" y="16"/>
                    </a:cubicBezTo>
                    <a:cubicBezTo>
                      <a:pt x="56" y="16"/>
                      <a:pt x="56" y="16"/>
                      <a:pt x="56" y="16"/>
                    </a:cubicBezTo>
                    <a:cubicBezTo>
                      <a:pt x="39" y="16"/>
                      <a:pt x="39" y="16"/>
                      <a:pt x="39" y="16"/>
                    </a:cubicBezTo>
                    <a:cubicBezTo>
                      <a:pt x="39" y="16"/>
                      <a:pt x="39" y="17"/>
                      <a:pt x="39" y="17"/>
                    </a:cubicBezTo>
                    <a:cubicBezTo>
                      <a:pt x="39" y="18"/>
                      <a:pt x="39" y="19"/>
                      <a:pt x="39" y="20"/>
                    </a:cubicBezTo>
                    <a:cubicBezTo>
                      <a:pt x="38" y="21"/>
                      <a:pt x="36" y="22"/>
                      <a:pt x="34" y="22"/>
                    </a:cubicBezTo>
                    <a:cubicBezTo>
                      <a:pt x="32" y="22"/>
                      <a:pt x="31" y="21"/>
                      <a:pt x="30" y="20"/>
                    </a:cubicBezTo>
                    <a:cubicBezTo>
                      <a:pt x="29" y="19"/>
                      <a:pt x="29" y="18"/>
                      <a:pt x="29" y="17"/>
                    </a:cubicBezTo>
                    <a:cubicBezTo>
                      <a:pt x="29" y="17"/>
                      <a:pt x="29" y="16"/>
                      <a:pt x="29" y="16"/>
                    </a:cubicBezTo>
                    <a:cubicBezTo>
                      <a:pt x="12" y="16"/>
                      <a:pt x="12" y="16"/>
                      <a:pt x="12" y="16"/>
                    </a:cubicBezTo>
                    <a:cubicBezTo>
                      <a:pt x="10" y="16"/>
                      <a:pt x="10" y="16"/>
                      <a:pt x="10" y="16"/>
                    </a:cubicBezTo>
                    <a:cubicBezTo>
                      <a:pt x="9" y="16"/>
                      <a:pt x="9" y="16"/>
                      <a:pt x="9" y="16"/>
                    </a:cubicBezTo>
                    <a:cubicBezTo>
                      <a:pt x="8" y="15"/>
                      <a:pt x="8" y="15"/>
                      <a:pt x="8" y="15"/>
                    </a:cubicBezTo>
                    <a:cubicBezTo>
                      <a:pt x="0" y="1"/>
                      <a:pt x="0" y="1"/>
                      <a:pt x="0" y="1"/>
                    </a:cubicBezTo>
                    <a:lnTo>
                      <a:pt x="0" y="32"/>
                    </a:lnTo>
                    <a:close/>
                  </a:path>
                </a:pathLst>
              </a:custGeom>
              <a:solidFill>
                <a:schemeClr val="bg1">
                  <a:lumMod val="95000"/>
                </a:schemeClr>
              </a:solidFill>
              <a:ln>
                <a:noFill/>
              </a:ln>
            </p:spPr>
            <p:txBody>
              <a:bodyPr anchor="ctr"/>
              <a:lstStyle/>
              <a:p>
                <a:pPr algn="ctr">
                  <a:lnSpc>
                    <a:spcPct val="120000"/>
                  </a:lnSpc>
                </a:pPr>
                <a:endParaRPr sz="3200">
                  <a:cs typeface="+mn-ea"/>
                  <a:sym typeface="+mn-lt"/>
                </a:endParaRPr>
              </a:p>
            </p:txBody>
          </p:sp>
          <p:sp>
            <p:nvSpPr>
              <p:cNvPr id="137" name="ïSḻiḋé">
                <a:extLst>
                  <a:ext uri="{FF2B5EF4-FFF2-40B4-BE49-F238E27FC236}">
                    <a16:creationId xmlns:a16="http://schemas.microsoft.com/office/drawing/2014/main" id="{E24FD35B-B256-4585-B5D8-359144DE26DD}"/>
                  </a:ext>
                </a:extLst>
              </p:cNvPr>
              <p:cNvSpPr/>
              <p:nvPr/>
            </p:nvSpPr>
            <p:spPr bwMode="auto">
              <a:xfrm>
                <a:off x="7962004" y="5545920"/>
                <a:ext cx="268782" cy="124905"/>
              </a:xfrm>
              <a:custGeom>
                <a:avLst/>
                <a:gdLst>
                  <a:gd name="T0" fmla="*/ 47 w 47"/>
                  <a:gd name="T1" fmla="*/ 22 h 22"/>
                  <a:gd name="T2" fmla="*/ 47 w 47"/>
                  <a:gd name="T3" fmla="*/ 10 h 22"/>
                  <a:gd name="T4" fmla="*/ 38 w 47"/>
                  <a:gd name="T5" fmla="*/ 0 h 22"/>
                  <a:gd name="T6" fmla="*/ 9 w 47"/>
                  <a:gd name="T7" fmla="*/ 0 h 22"/>
                  <a:gd name="T8" fmla="*/ 0 w 47"/>
                  <a:gd name="T9" fmla="*/ 10 h 22"/>
                  <a:gd name="T10" fmla="*/ 0 w 47"/>
                  <a:gd name="T11" fmla="*/ 22 h 22"/>
                  <a:gd name="T12" fmla="*/ 8 w 47"/>
                  <a:gd name="T13" fmla="*/ 22 h 22"/>
                  <a:gd name="T14" fmla="*/ 8 w 47"/>
                  <a:gd name="T15" fmla="*/ 10 h 22"/>
                  <a:gd name="T16" fmla="*/ 9 w 47"/>
                  <a:gd name="T17" fmla="*/ 8 h 22"/>
                  <a:gd name="T18" fmla="*/ 38 w 47"/>
                  <a:gd name="T19" fmla="*/ 8 h 22"/>
                  <a:gd name="T20" fmla="*/ 39 w 47"/>
                  <a:gd name="T21" fmla="*/ 10 h 22"/>
                  <a:gd name="T22" fmla="*/ 39 w 47"/>
                  <a:gd name="T23" fmla="*/ 22 h 22"/>
                  <a:gd name="T24" fmla="*/ 47 w 47"/>
                  <a:gd name="T25" fmla="*/ 2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7" h="22">
                    <a:moveTo>
                      <a:pt x="47" y="22"/>
                    </a:moveTo>
                    <a:cubicBezTo>
                      <a:pt x="47" y="10"/>
                      <a:pt x="47" y="10"/>
                      <a:pt x="47" y="10"/>
                    </a:cubicBezTo>
                    <a:cubicBezTo>
                      <a:pt x="47" y="5"/>
                      <a:pt x="43" y="0"/>
                      <a:pt x="38" y="0"/>
                    </a:cubicBezTo>
                    <a:cubicBezTo>
                      <a:pt x="9" y="0"/>
                      <a:pt x="9" y="0"/>
                      <a:pt x="9" y="0"/>
                    </a:cubicBezTo>
                    <a:cubicBezTo>
                      <a:pt x="4" y="0"/>
                      <a:pt x="0" y="5"/>
                      <a:pt x="0" y="10"/>
                    </a:cubicBezTo>
                    <a:cubicBezTo>
                      <a:pt x="0" y="22"/>
                      <a:pt x="0" y="22"/>
                      <a:pt x="0" y="22"/>
                    </a:cubicBezTo>
                    <a:cubicBezTo>
                      <a:pt x="8" y="22"/>
                      <a:pt x="8" y="22"/>
                      <a:pt x="8" y="22"/>
                    </a:cubicBezTo>
                    <a:cubicBezTo>
                      <a:pt x="8" y="10"/>
                      <a:pt x="8" y="10"/>
                      <a:pt x="8" y="10"/>
                    </a:cubicBezTo>
                    <a:cubicBezTo>
                      <a:pt x="8" y="9"/>
                      <a:pt x="8" y="8"/>
                      <a:pt x="9" y="8"/>
                    </a:cubicBezTo>
                    <a:cubicBezTo>
                      <a:pt x="38" y="8"/>
                      <a:pt x="38" y="8"/>
                      <a:pt x="38" y="8"/>
                    </a:cubicBezTo>
                    <a:cubicBezTo>
                      <a:pt x="38" y="8"/>
                      <a:pt x="39" y="9"/>
                      <a:pt x="39" y="10"/>
                    </a:cubicBezTo>
                    <a:cubicBezTo>
                      <a:pt x="39" y="22"/>
                      <a:pt x="39" y="22"/>
                      <a:pt x="39" y="22"/>
                    </a:cubicBezTo>
                    <a:lnTo>
                      <a:pt x="47" y="22"/>
                    </a:lnTo>
                    <a:close/>
                  </a:path>
                </a:pathLst>
              </a:custGeom>
              <a:solidFill>
                <a:schemeClr val="bg1">
                  <a:lumMod val="95000"/>
                </a:schemeClr>
              </a:solidFill>
              <a:ln>
                <a:noFill/>
              </a:ln>
            </p:spPr>
            <p:txBody>
              <a:bodyPr anchor="ctr"/>
              <a:lstStyle/>
              <a:p>
                <a:pPr algn="ctr">
                  <a:lnSpc>
                    <a:spcPct val="120000"/>
                  </a:lnSpc>
                </a:pPr>
                <a:endParaRPr sz="3200">
                  <a:cs typeface="+mn-ea"/>
                  <a:sym typeface="+mn-lt"/>
                </a:endParaRPr>
              </a:p>
            </p:txBody>
          </p:sp>
          <p:sp>
            <p:nvSpPr>
              <p:cNvPr id="138" name="íSḻídé">
                <a:extLst>
                  <a:ext uri="{FF2B5EF4-FFF2-40B4-BE49-F238E27FC236}">
                    <a16:creationId xmlns:a16="http://schemas.microsoft.com/office/drawing/2014/main" id="{2C55D5CB-221E-4F79-A499-0145DBDC13D0}"/>
                  </a:ext>
                </a:extLst>
              </p:cNvPr>
              <p:cNvSpPr/>
              <p:nvPr/>
            </p:nvSpPr>
            <p:spPr bwMode="auto">
              <a:xfrm>
                <a:off x="6891618" y="2047006"/>
                <a:ext cx="398430" cy="398430"/>
              </a:xfrm>
              <a:custGeom>
                <a:avLst/>
                <a:gdLst>
                  <a:gd name="T0" fmla="*/ 35 w 70"/>
                  <a:gd name="T1" fmla="*/ 70 h 70"/>
                  <a:gd name="T2" fmla="*/ 46 w 70"/>
                  <a:gd name="T3" fmla="*/ 68 h 70"/>
                  <a:gd name="T4" fmla="*/ 63 w 70"/>
                  <a:gd name="T5" fmla="*/ 55 h 70"/>
                  <a:gd name="T6" fmla="*/ 70 w 70"/>
                  <a:gd name="T7" fmla="*/ 35 h 70"/>
                  <a:gd name="T8" fmla="*/ 35 w 70"/>
                  <a:gd name="T9" fmla="*/ 0 h 70"/>
                  <a:gd name="T10" fmla="*/ 35 w 70"/>
                  <a:gd name="T11" fmla="*/ 24 h 70"/>
                  <a:gd name="T12" fmla="*/ 45 w 70"/>
                  <a:gd name="T13" fmla="*/ 35 h 70"/>
                  <a:gd name="T14" fmla="*/ 35 w 70"/>
                  <a:gd name="T15" fmla="*/ 45 h 70"/>
                  <a:gd name="T16" fmla="*/ 35 w 70"/>
                  <a:gd name="T17" fmla="*/ 70 h 70"/>
                  <a:gd name="T18" fmla="*/ 35 w 70"/>
                  <a:gd name="T19" fmla="*/ 0 h 70"/>
                  <a:gd name="T20" fmla="*/ 0 w 70"/>
                  <a:gd name="T21" fmla="*/ 35 h 70"/>
                  <a:gd name="T22" fmla="*/ 35 w 70"/>
                  <a:gd name="T23" fmla="*/ 70 h 70"/>
                  <a:gd name="T24" fmla="*/ 35 w 70"/>
                  <a:gd name="T25" fmla="*/ 70 h 70"/>
                  <a:gd name="T26" fmla="*/ 35 w 70"/>
                  <a:gd name="T27" fmla="*/ 45 h 70"/>
                  <a:gd name="T28" fmla="*/ 35 w 70"/>
                  <a:gd name="T29" fmla="*/ 45 h 70"/>
                  <a:gd name="T30" fmla="*/ 35 w 70"/>
                  <a:gd name="T31" fmla="*/ 45 h 70"/>
                  <a:gd name="T32" fmla="*/ 25 w 70"/>
                  <a:gd name="T33" fmla="*/ 35 h 70"/>
                  <a:gd name="T34" fmla="*/ 35 w 70"/>
                  <a:gd name="T35" fmla="*/ 24 h 70"/>
                  <a:gd name="T36" fmla="*/ 35 w 70"/>
                  <a:gd name="T37" fmla="*/ 24 h 70"/>
                  <a:gd name="T38" fmla="*/ 35 w 70"/>
                  <a:gd name="T39" fmla="*/ 0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0" h="70">
                    <a:moveTo>
                      <a:pt x="35" y="70"/>
                    </a:moveTo>
                    <a:cubicBezTo>
                      <a:pt x="39" y="70"/>
                      <a:pt x="43" y="69"/>
                      <a:pt x="46" y="68"/>
                    </a:cubicBezTo>
                    <a:cubicBezTo>
                      <a:pt x="52" y="63"/>
                      <a:pt x="57" y="59"/>
                      <a:pt x="63" y="55"/>
                    </a:cubicBezTo>
                    <a:cubicBezTo>
                      <a:pt x="67" y="49"/>
                      <a:pt x="70" y="42"/>
                      <a:pt x="70" y="35"/>
                    </a:cubicBezTo>
                    <a:cubicBezTo>
                      <a:pt x="70" y="15"/>
                      <a:pt x="54" y="0"/>
                      <a:pt x="35" y="0"/>
                    </a:cubicBezTo>
                    <a:cubicBezTo>
                      <a:pt x="35" y="24"/>
                      <a:pt x="35" y="24"/>
                      <a:pt x="35" y="24"/>
                    </a:cubicBezTo>
                    <a:cubicBezTo>
                      <a:pt x="40" y="24"/>
                      <a:pt x="45" y="29"/>
                      <a:pt x="45" y="35"/>
                    </a:cubicBezTo>
                    <a:cubicBezTo>
                      <a:pt x="45" y="40"/>
                      <a:pt x="40" y="45"/>
                      <a:pt x="35" y="45"/>
                    </a:cubicBezTo>
                    <a:lnTo>
                      <a:pt x="35" y="70"/>
                    </a:lnTo>
                    <a:close/>
                    <a:moveTo>
                      <a:pt x="35" y="0"/>
                    </a:moveTo>
                    <a:cubicBezTo>
                      <a:pt x="15" y="0"/>
                      <a:pt x="0" y="15"/>
                      <a:pt x="0" y="35"/>
                    </a:cubicBezTo>
                    <a:cubicBezTo>
                      <a:pt x="0" y="54"/>
                      <a:pt x="15" y="70"/>
                      <a:pt x="35" y="70"/>
                    </a:cubicBezTo>
                    <a:cubicBezTo>
                      <a:pt x="35" y="70"/>
                      <a:pt x="35" y="70"/>
                      <a:pt x="35" y="70"/>
                    </a:cubicBezTo>
                    <a:cubicBezTo>
                      <a:pt x="35" y="45"/>
                      <a:pt x="35" y="45"/>
                      <a:pt x="35" y="45"/>
                    </a:cubicBezTo>
                    <a:cubicBezTo>
                      <a:pt x="35" y="45"/>
                      <a:pt x="35" y="45"/>
                      <a:pt x="35" y="45"/>
                    </a:cubicBezTo>
                    <a:cubicBezTo>
                      <a:pt x="35" y="45"/>
                      <a:pt x="35" y="45"/>
                      <a:pt x="35" y="45"/>
                    </a:cubicBezTo>
                    <a:cubicBezTo>
                      <a:pt x="29" y="45"/>
                      <a:pt x="25" y="40"/>
                      <a:pt x="25" y="35"/>
                    </a:cubicBezTo>
                    <a:cubicBezTo>
                      <a:pt x="25" y="29"/>
                      <a:pt x="29" y="24"/>
                      <a:pt x="35" y="24"/>
                    </a:cubicBezTo>
                    <a:cubicBezTo>
                      <a:pt x="35" y="24"/>
                      <a:pt x="35" y="24"/>
                      <a:pt x="35" y="24"/>
                    </a:cubicBezTo>
                    <a:cubicBezTo>
                      <a:pt x="35" y="0"/>
                      <a:pt x="35" y="0"/>
                      <a:pt x="35" y="0"/>
                    </a:cubicBezTo>
                    <a:close/>
                  </a:path>
                </a:pathLst>
              </a:custGeom>
              <a:solidFill>
                <a:schemeClr val="bg1">
                  <a:lumMod val="95000"/>
                </a:schemeClr>
              </a:solidFill>
              <a:ln>
                <a:noFill/>
              </a:ln>
            </p:spPr>
            <p:txBody>
              <a:bodyPr anchor="ctr"/>
              <a:lstStyle/>
              <a:p>
                <a:pPr algn="ctr">
                  <a:lnSpc>
                    <a:spcPct val="120000"/>
                  </a:lnSpc>
                </a:pPr>
                <a:endParaRPr sz="3200">
                  <a:cs typeface="+mn-ea"/>
                  <a:sym typeface="+mn-lt"/>
                </a:endParaRPr>
              </a:p>
            </p:txBody>
          </p:sp>
          <p:sp>
            <p:nvSpPr>
              <p:cNvPr id="139" name="íṩļíḋè">
                <a:extLst>
                  <a:ext uri="{FF2B5EF4-FFF2-40B4-BE49-F238E27FC236}">
                    <a16:creationId xmlns:a16="http://schemas.microsoft.com/office/drawing/2014/main" id="{9DF1B109-BA85-4423-9658-58DF41F99F20}"/>
                  </a:ext>
                </a:extLst>
              </p:cNvPr>
              <p:cNvSpPr/>
              <p:nvPr/>
            </p:nvSpPr>
            <p:spPr bwMode="auto">
              <a:xfrm>
                <a:off x="6708213" y="2530815"/>
                <a:ext cx="332026" cy="279850"/>
              </a:xfrm>
              <a:custGeom>
                <a:avLst/>
                <a:gdLst>
                  <a:gd name="T0" fmla="*/ 15 w 58"/>
                  <a:gd name="T1" fmla="*/ 49 h 49"/>
                  <a:gd name="T2" fmla="*/ 17 w 58"/>
                  <a:gd name="T3" fmla="*/ 49 h 49"/>
                  <a:gd name="T4" fmla="*/ 21 w 58"/>
                  <a:gd name="T5" fmla="*/ 43 h 49"/>
                  <a:gd name="T6" fmla="*/ 15 w 58"/>
                  <a:gd name="T7" fmla="*/ 43 h 49"/>
                  <a:gd name="T8" fmla="*/ 15 w 58"/>
                  <a:gd name="T9" fmla="*/ 49 h 49"/>
                  <a:gd name="T10" fmla="*/ 15 w 58"/>
                  <a:gd name="T11" fmla="*/ 31 h 49"/>
                  <a:gd name="T12" fmla="*/ 19 w 58"/>
                  <a:gd name="T13" fmla="*/ 25 h 49"/>
                  <a:gd name="T14" fmla="*/ 27 w 58"/>
                  <a:gd name="T15" fmla="*/ 36 h 49"/>
                  <a:gd name="T16" fmla="*/ 35 w 58"/>
                  <a:gd name="T17" fmla="*/ 26 h 49"/>
                  <a:gd name="T18" fmla="*/ 41 w 58"/>
                  <a:gd name="T19" fmla="*/ 16 h 49"/>
                  <a:gd name="T20" fmla="*/ 41 w 58"/>
                  <a:gd name="T21" fmla="*/ 16 h 49"/>
                  <a:gd name="T22" fmla="*/ 42 w 58"/>
                  <a:gd name="T23" fmla="*/ 17 h 49"/>
                  <a:gd name="T24" fmla="*/ 58 w 58"/>
                  <a:gd name="T25" fmla="*/ 0 h 49"/>
                  <a:gd name="T26" fmla="*/ 15 w 58"/>
                  <a:gd name="T27" fmla="*/ 0 h 49"/>
                  <a:gd name="T28" fmla="*/ 15 w 58"/>
                  <a:gd name="T29" fmla="*/ 7 h 49"/>
                  <a:gd name="T30" fmla="*/ 20 w 58"/>
                  <a:gd name="T31" fmla="*/ 12 h 49"/>
                  <a:gd name="T32" fmla="*/ 15 w 58"/>
                  <a:gd name="T33" fmla="*/ 17 h 49"/>
                  <a:gd name="T34" fmla="*/ 15 w 58"/>
                  <a:gd name="T35" fmla="*/ 31 h 49"/>
                  <a:gd name="T36" fmla="*/ 0 w 58"/>
                  <a:gd name="T37" fmla="*/ 49 h 49"/>
                  <a:gd name="T38" fmla="*/ 15 w 58"/>
                  <a:gd name="T39" fmla="*/ 49 h 49"/>
                  <a:gd name="T40" fmla="*/ 15 w 58"/>
                  <a:gd name="T41" fmla="*/ 43 h 49"/>
                  <a:gd name="T42" fmla="*/ 5 w 58"/>
                  <a:gd name="T43" fmla="*/ 43 h 49"/>
                  <a:gd name="T44" fmla="*/ 5 w 58"/>
                  <a:gd name="T45" fmla="*/ 43 h 49"/>
                  <a:gd name="T46" fmla="*/ 15 w 58"/>
                  <a:gd name="T47" fmla="*/ 31 h 49"/>
                  <a:gd name="T48" fmla="*/ 15 w 58"/>
                  <a:gd name="T49" fmla="*/ 17 h 49"/>
                  <a:gd name="T50" fmla="*/ 15 w 58"/>
                  <a:gd name="T51" fmla="*/ 17 h 49"/>
                  <a:gd name="T52" fmla="*/ 9 w 58"/>
                  <a:gd name="T53" fmla="*/ 12 h 49"/>
                  <a:gd name="T54" fmla="*/ 15 w 58"/>
                  <a:gd name="T55" fmla="*/ 7 h 49"/>
                  <a:gd name="T56" fmla="*/ 15 w 58"/>
                  <a:gd name="T57" fmla="*/ 7 h 49"/>
                  <a:gd name="T58" fmla="*/ 15 w 58"/>
                  <a:gd name="T59" fmla="*/ 7 h 49"/>
                  <a:gd name="T60" fmla="*/ 15 w 58"/>
                  <a:gd name="T61" fmla="*/ 0 h 49"/>
                  <a:gd name="T62" fmla="*/ 0 w 58"/>
                  <a:gd name="T63" fmla="*/ 0 h 49"/>
                  <a:gd name="T64" fmla="*/ 0 w 58"/>
                  <a:gd name="T65" fmla="*/ 49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58" h="49">
                    <a:moveTo>
                      <a:pt x="15" y="49"/>
                    </a:moveTo>
                    <a:cubicBezTo>
                      <a:pt x="17" y="49"/>
                      <a:pt x="17" y="49"/>
                      <a:pt x="17" y="49"/>
                    </a:cubicBezTo>
                    <a:cubicBezTo>
                      <a:pt x="18" y="47"/>
                      <a:pt x="20" y="45"/>
                      <a:pt x="21" y="43"/>
                    </a:cubicBezTo>
                    <a:cubicBezTo>
                      <a:pt x="15" y="43"/>
                      <a:pt x="15" y="43"/>
                      <a:pt x="15" y="43"/>
                    </a:cubicBezTo>
                    <a:cubicBezTo>
                      <a:pt x="15" y="49"/>
                      <a:pt x="15" y="49"/>
                      <a:pt x="15" y="49"/>
                    </a:cubicBezTo>
                    <a:close/>
                    <a:moveTo>
                      <a:pt x="15" y="31"/>
                    </a:moveTo>
                    <a:cubicBezTo>
                      <a:pt x="19" y="25"/>
                      <a:pt x="19" y="25"/>
                      <a:pt x="19" y="25"/>
                    </a:cubicBezTo>
                    <a:cubicBezTo>
                      <a:pt x="27" y="36"/>
                      <a:pt x="27" y="36"/>
                      <a:pt x="27" y="36"/>
                    </a:cubicBezTo>
                    <a:cubicBezTo>
                      <a:pt x="29" y="32"/>
                      <a:pt x="32" y="29"/>
                      <a:pt x="35" y="26"/>
                    </a:cubicBezTo>
                    <a:cubicBezTo>
                      <a:pt x="41" y="16"/>
                      <a:pt x="41" y="16"/>
                      <a:pt x="41" y="16"/>
                    </a:cubicBezTo>
                    <a:cubicBezTo>
                      <a:pt x="41" y="16"/>
                      <a:pt x="41" y="16"/>
                      <a:pt x="41" y="16"/>
                    </a:cubicBezTo>
                    <a:cubicBezTo>
                      <a:pt x="42" y="17"/>
                      <a:pt x="42" y="17"/>
                      <a:pt x="42" y="17"/>
                    </a:cubicBezTo>
                    <a:cubicBezTo>
                      <a:pt x="47" y="11"/>
                      <a:pt x="53" y="6"/>
                      <a:pt x="58" y="0"/>
                    </a:cubicBezTo>
                    <a:cubicBezTo>
                      <a:pt x="15" y="0"/>
                      <a:pt x="15" y="0"/>
                      <a:pt x="15" y="0"/>
                    </a:cubicBezTo>
                    <a:cubicBezTo>
                      <a:pt x="15" y="7"/>
                      <a:pt x="15" y="7"/>
                      <a:pt x="15" y="7"/>
                    </a:cubicBezTo>
                    <a:cubicBezTo>
                      <a:pt x="18" y="7"/>
                      <a:pt x="20" y="9"/>
                      <a:pt x="20" y="12"/>
                    </a:cubicBezTo>
                    <a:cubicBezTo>
                      <a:pt x="20" y="15"/>
                      <a:pt x="18" y="17"/>
                      <a:pt x="15" y="17"/>
                    </a:cubicBezTo>
                    <a:lnTo>
                      <a:pt x="15" y="31"/>
                    </a:lnTo>
                    <a:close/>
                    <a:moveTo>
                      <a:pt x="0" y="49"/>
                    </a:moveTo>
                    <a:cubicBezTo>
                      <a:pt x="15" y="49"/>
                      <a:pt x="15" y="49"/>
                      <a:pt x="15" y="49"/>
                    </a:cubicBezTo>
                    <a:cubicBezTo>
                      <a:pt x="15" y="43"/>
                      <a:pt x="15" y="43"/>
                      <a:pt x="15" y="43"/>
                    </a:cubicBezTo>
                    <a:cubicBezTo>
                      <a:pt x="5" y="43"/>
                      <a:pt x="5" y="43"/>
                      <a:pt x="5" y="43"/>
                    </a:cubicBezTo>
                    <a:cubicBezTo>
                      <a:pt x="5" y="43"/>
                      <a:pt x="5" y="43"/>
                      <a:pt x="5" y="43"/>
                    </a:cubicBezTo>
                    <a:cubicBezTo>
                      <a:pt x="15" y="31"/>
                      <a:pt x="15" y="31"/>
                      <a:pt x="15" y="31"/>
                    </a:cubicBezTo>
                    <a:cubicBezTo>
                      <a:pt x="15" y="17"/>
                      <a:pt x="15" y="17"/>
                      <a:pt x="15" y="17"/>
                    </a:cubicBezTo>
                    <a:cubicBezTo>
                      <a:pt x="15" y="17"/>
                      <a:pt x="15" y="17"/>
                      <a:pt x="15" y="17"/>
                    </a:cubicBezTo>
                    <a:cubicBezTo>
                      <a:pt x="12" y="17"/>
                      <a:pt x="9" y="15"/>
                      <a:pt x="9" y="12"/>
                    </a:cubicBezTo>
                    <a:cubicBezTo>
                      <a:pt x="9" y="9"/>
                      <a:pt x="12" y="7"/>
                      <a:pt x="15" y="7"/>
                    </a:cubicBezTo>
                    <a:cubicBezTo>
                      <a:pt x="15" y="7"/>
                      <a:pt x="15" y="7"/>
                      <a:pt x="15" y="7"/>
                    </a:cubicBezTo>
                    <a:cubicBezTo>
                      <a:pt x="15" y="7"/>
                      <a:pt x="15" y="7"/>
                      <a:pt x="15" y="7"/>
                    </a:cubicBezTo>
                    <a:cubicBezTo>
                      <a:pt x="15" y="0"/>
                      <a:pt x="15" y="0"/>
                      <a:pt x="15" y="0"/>
                    </a:cubicBezTo>
                    <a:cubicBezTo>
                      <a:pt x="0" y="0"/>
                      <a:pt x="0" y="0"/>
                      <a:pt x="0" y="0"/>
                    </a:cubicBezTo>
                    <a:lnTo>
                      <a:pt x="0" y="49"/>
                    </a:lnTo>
                    <a:close/>
                  </a:path>
                </a:pathLst>
              </a:custGeom>
              <a:solidFill>
                <a:schemeClr val="bg1">
                  <a:lumMod val="95000"/>
                </a:schemeClr>
              </a:solidFill>
              <a:ln>
                <a:noFill/>
              </a:ln>
            </p:spPr>
            <p:txBody>
              <a:bodyPr anchor="ctr"/>
              <a:lstStyle/>
              <a:p>
                <a:pPr algn="ctr">
                  <a:lnSpc>
                    <a:spcPct val="120000"/>
                  </a:lnSpc>
                </a:pPr>
                <a:endParaRPr sz="3200">
                  <a:cs typeface="+mn-ea"/>
                  <a:sym typeface="+mn-lt"/>
                </a:endParaRPr>
              </a:p>
            </p:txBody>
          </p:sp>
          <p:sp>
            <p:nvSpPr>
              <p:cNvPr id="140" name="ís1íḓe">
                <a:extLst>
                  <a:ext uri="{FF2B5EF4-FFF2-40B4-BE49-F238E27FC236}">
                    <a16:creationId xmlns:a16="http://schemas.microsoft.com/office/drawing/2014/main" id="{091A17F7-132B-41AE-9E69-CEEE8C67DD99}"/>
                  </a:ext>
                </a:extLst>
              </p:cNvPr>
              <p:cNvSpPr/>
              <p:nvPr/>
            </p:nvSpPr>
            <p:spPr bwMode="auto">
              <a:xfrm>
                <a:off x="7443412" y="1909452"/>
                <a:ext cx="211863" cy="301985"/>
              </a:xfrm>
              <a:custGeom>
                <a:avLst/>
                <a:gdLst>
                  <a:gd name="T0" fmla="*/ 37 w 37"/>
                  <a:gd name="T1" fmla="*/ 35 h 53"/>
                  <a:gd name="T2" fmla="*/ 37 w 37"/>
                  <a:gd name="T3" fmla="*/ 0 h 53"/>
                  <a:gd name="T4" fmla="*/ 19 w 37"/>
                  <a:gd name="T5" fmla="*/ 0 h 53"/>
                  <a:gd name="T6" fmla="*/ 0 w 37"/>
                  <a:gd name="T7" fmla="*/ 49 h 53"/>
                  <a:gd name="T8" fmla="*/ 10 w 37"/>
                  <a:gd name="T9" fmla="*/ 53 h 53"/>
                  <a:gd name="T10" fmla="*/ 34 w 37"/>
                  <a:gd name="T11" fmla="*/ 43 h 53"/>
                  <a:gd name="T12" fmla="*/ 37 w 37"/>
                  <a:gd name="T13" fmla="*/ 35 h 53"/>
                </a:gdLst>
                <a:ahLst/>
                <a:cxnLst>
                  <a:cxn ang="0">
                    <a:pos x="T0" y="T1"/>
                  </a:cxn>
                  <a:cxn ang="0">
                    <a:pos x="T2" y="T3"/>
                  </a:cxn>
                  <a:cxn ang="0">
                    <a:pos x="T4" y="T5"/>
                  </a:cxn>
                  <a:cxn ang="0">
                    <a:pos x="T6" y="T7"/>
                  </a:cxn>
                  <a:cxn ang="0">
                    <a:pos x="T8" y="T9"/>
                  </a:cxn>
                  <a:cxn ang="0">
                    <a:pos x="T10" y="T11"/>
                  </a:cxn>
                  <a:cxn ang="0">
                    <a:pos x="T12" y="T13"/>
                  </a:cxn>
                </a:cxnLst>
                <a:rect l="0" t="0" r="r" b="b"/>
                <a:pathLst>
                  <a:path w="37" h="53">
                    <a:moveTo>
                      <a:pt x="37" y="35"/>
                    </a:moveTo>
                    <a:cubicBezTo>
                      <a:pt x="37" y="0"/>
                      <a:pt x="37" y="0"/>
                      <a:pt x="37" y="0"/>
                    </a:cubicBezTo>
                    <a:cubicBezTo>
                      <a:pt x="19" y="0"/>
                      <a:pt x="19" y="0"/>
                      <a:pt x="19" y="0"/>
                    </a:cubicBezTo>
                    <a:cubicBezTo>
                      <a:pt x="0" y="49"/>
                      <a:pt x="0" y="49"/>
                      <a:pt x="0" y="49"/>
                    </a:cubicBezTo>
                    <a:cubicBezTo>
                      <a:pt x="10" y="53"/>
                      <a:pt x="10" y="53"/>
                      <a:pt x="10" y="53"/>
                    </a:cubicBezTo>
                    <a:cubicBezTo>
                      <a:pt x="18" y="50"/>
                      <a:pt x="26" y="46"/>
                      <a:pt x="34" y="43"/>
                    </a:cubicBezTo>
                    <a:lnTo>
                      <a:pt x="37" y="35"/>
                    </a:lnTo>
                    <a:close/>
                  </a:path>
                </a:pathLst>
              </a:custGeom>
              <a:solidFill>
                <a:schemeClr val="bg1">
                  <a:lumMod val="95000"/>
                </a:schemeClr>
              </a:solidFill>
              <a:ln>
                <a:noFill/>
              </a:ln>
            </p:spPr>
            <p:txBody>
              <a:bodyPr anchor="ctr"/>
              <a:lstStyle/>
              <a:p>
                <a:pPr algn="ctr">
                  <a:lnSpc>
                    <a:spcPct val="120000"/>
                  </a:lnSpc>
                </a:pPr>
                <a:endParaRPr sz="3200">
                  <a:cs typeface="+mn-ea"/>
                  <a:sym typeface="+mn-lt"/>
                </a:endParaRPr>
              </a:p>
            </p:txBody>
          </p:sp>
          <p:sp>
            <p:nvSpPr>
              <p:cNvPr id="141" name="iŝ1îḍè">
                <a:extLst>
                  <a:ext uri="{FF2B5EF4-FFF2-40B4-BE49-F238E27FC236}">
                    <a16:creationId xmlns:a16="http://schemas.microsoft.com/office/drawing/2014/main" id="{00694F06-5B2E-453A-A740-548E3DFA49BA}"/>
                  </a:ext>
                </a:extLst>
              </p:cNvPr>
              <p:cNvSpPr/>
              <p:nvPr/>
            </p:nvSpPr>
            <p:spPr bwMode="auto">
              <a:xfrm>
                <a:off x="7672668" y="1909452"/>
                <a:ext cx="39526" cy="109093"/>
              </a:xfrm>
              <a:custGeom>
                <a:avLst/>
                <a:gdLst>
                  <a:gd name="T0" fmla="*/ 0 w 7"/>
                  <a:gd name="T1" fmla="*/ 19 h 19"/>
                  <a:gd name="T2" fmla="*/ 6 w 7"/>
                  <a:gd name="T3" fmla="*/ 0 h 19"/>
                  <a:gd name="T4" fmla="*/ 7 w 7"/>
                  <a:gd name="T5" fmla="*/ 0 h 19"/>
                  <a:gd name="T6" fmla="*/ 0 w 7"/>
                  <a:gd name="T7" fmla="*/ 0 h 19"/>
                  <a:gd name="T8" fmla="*/ 0 w 7"/>
                  <a:gd name="T9" fmla="*/ 19 h 19"/>
                </a:gdLst>
                <a:ahLst/>
                <a:cxnLst>
                  <a:cxn ang="0">
                    <a:pos x="T0" y="T1"/>
                  </a:cxn>
                  <a:cxn ang="0">
                    <a:pos x="T2" y="T3"/>
                  </a:cxn>
                  <a:cxn ang="0">
                    <a:pos x="T4" y="T5"/>
                  </a:cxn>
                  <a:cxn ang="0">
                    <a:pos x="T6" y="T7"/>
                  </a:cxn>
                  <a:cxn ang="0">
                    <a:pos x="T8" y="T9"/>
                  </a:cxn>
                </a:cxnLst>
                <a:rect l="0" t="0" r="r" b="b"/>
                <a:pathLst>
                  <a:path w="7" h="19">
                    <a:moveTo>
                      <a:pt x="0" y="19"/>
                    </a:moveTo>
                    <a:cubicBezTo>
                      <a:pt x="6" y="15"/>
                      <a:pt x="6" y="7"/>
                      <a:pt x="6" y="0"/>
                    </a:cubicBezTo>
                    <a:cubicBezTo>
                      <a:pt x="6" y="0"/>
                      <a:pt x="6" y="0"/>
                      <a:pt x="7" y="0"/>
                    </a:cubicBezTo>
                    <a:cubicBezTo>
                      <a:pt x="0" y="0"/>
                      <a:pt x="0" y="0"/>
                      <a:pt x="0" y="0"/>
                    </a:cubicBezTo>
                    <a:lnTo>
                      <a:pt x="0" y="19"/>
                    </a:lnTo>
                    <a:close/>
                  </a:path>
                </a:pathLst>
              </a:custGeom>
              <a:solidFill>
                <a:schemeClr val="bg1">
                  <a:lumMod val="95000"/>
                </a:schemeClr>
              </a:solidFill>
              <a:ln>
                <a:noFill/>
              </a:ln>
            </p:spPr>
            <p:txBody>
              <a:bodyPr anchor="ctr"/>
              <a:lstStyle/>
              <a:p>
                <a:pPr algn="ctr">
                  <a:lnSpc>
                    <a:spcPct val="120000"/>
                  </a:lnSpc>
                </a:pPr>
                <a:endParaRPr sz="3200">
                  <a:cs typeface="+mn-ea"/>
                  <a:sym typeface="+mn-lt"/>
                </a:endParaRPr>
              </a:p>
            </p:txBody>
          </p:sp>
          <p:sp>
            <p:nvSpPr>
              <p:cNvPr id="142" name="íS1ïḓe">
                <a:extLst>
                  <a:ext uri="{FF2B5EF4-FFF2-40B4-BE49-F238E27FC236}">
                    <a16:creationId xmlns:a16="http://schemas.microsoft.com/office/drawing/2014/main" id="{A6D45FB4-B340-4E6A-819B-8B8F403396F5}"/>
                  </a:ext>
                </a:extLst>
              </p:cNvPr>
              <p:cNvSpPr/>
              <p:nvPr/>
            </p:nvSpPr>
            <p:spPr bwMode="auto">
              <a:xfrm>
                <a:off x="7672668" y="1909452"/>
                <a:ext cx="175499" cy="233999"/>
              </a:xfrm>
              <a:custGeom>
                <a:avLst/>
                <a:gdLst>
                  <a:gd name="T0" fmla="*/ 9 w 31"/>
                  <a:gd name="T1" fmla="*/ 0 h 41"/>
                  <a:gd name="T2" fmla="*/ 9 w 31"/>
                  <a:gd name="T3" fmla="*/ 0 h 41"/>
                  <a:gd name="T4" fmla="*/ 0 w 31"/>
                  <a:gd name="T5" fmla="*/ 21 h 41"/>
                  <a:gd name="T6" fmla="*/ 0 w 31"/>
                  <a:gd name="T7" fmla="*/ 35 h 41"/>
                  <a:gd name="T8" fmla="*/ 2 w 31"/>
                  <a:gd name="T9" fmla="*/ 41 h 41"/>
                  <a:gd name="T10" fmla="*/ 31 w 31"/>
                  <a:gd name="T11" fmla="*/ 32 h 41"/>
                  <a:gd name="T12" fmla="*/ 18 w 31"/>
                  <a:gd name="T13" fmla="*/ 0 h 41"/>
                  <a:gd name="T14" fmla="*/ 9 w 31"/>
                  <a:gd name="T15" fmla="*/ 0 h 4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1" h="41">
                    <a:moveTo>
                      <a:pt x="9" y="0"/>
                    </a:moveTo>
                    <a:cubicBezTo>
                      <a:pt x="9" y="0"/>
                      <a:pt x="9" y="0"/>
                      <a:pt x="9" y="0"/>
                    </a:cubicBezTo>
                    <a:cubicBezTo>
                      <a:pt x="9" y="8"/>
                      <a:pt x="8" y="18"/>
                      <a:pt x="0" y="21"/>
                    </a:cubicBezTo>
                    <a:cubicBezTo>
                      <a:pt x="0" y="35"/>
                      <a:pt x="0" y="35"/>
                      <a:pt x="0" y="35"/>
                    </a:cubicBezTo>
                    <a:cubicBezTo>
                      <a:pt x="2" y="41"/>
                      <a:pt x="2" y="41"/>
                      <a:pt x="2" y="41"/>
                    </a:cubicBezTo>
                    <a:cubicBezTo>
                      <a:pt x="11" y="37"/>
                      <a:pt x="21" y="35"/>
                      <a:pt x="31" y="32"/>
                    </a:cubicBezTo>
                    <a:cubicBezTo>
                      <a:pt x="18" y="0"/>
                      <a:pt x="18" y="0"/>
                      <a:pt x="18" y="0"/>
                    </a:cubicBezTo>
                    <a:lnTo>
                      <a:pt x="9" y="0"/>
                    </a:lnTo>
                    <a:close/>
                  </a:path>
                </a:pathLst>
              </a:custGeom>
              <a:solidFill>
                <a:schemeClr val="bg1">
                  <a:lumMod val="95000"/>
                </a:schemeClr>
              </a:solidFill>
              <a:ln>
                <a:noFill/>
              </a:ln>
            </p:spPr>
            <p:txBody>
              <a:bodyPr anchor="ctr"/>
              <a:lstStyle/>
              <a:p>
                <a:pPr algn="ctr">
                  <a:lnSpc>
                    <a:spcPct val="120000"/>
                  </a:lnSpc>
                </a:pPr>
                <a:endParaRPr sz="3200">
                  <a:cs typeface="+mn-ea"/>
                  <a:sym typeface="+mn-lt"/>
                </a:endParaRPr>
              </a:p>
            </p:txBody>
          </p:sp>
          <p:sp>
            <p:nvSpPr>
              <p:cNvPr id="143" name="íṩľïḋê">
                <a:extLst>
                  <a:ext uri="{FF2B5EF4-FFF2-40B4-BE49-F238E27FC236}">
                    <a16:creationId xmlns:a16="http://schemas.microsoft.com/office/drawing/2014/main" id="{A0DEC852-9193-4495-A0C0-63FCD32A3269}"/>
                  </a:ext>
                </a:extLst>
              </p:cNvPr>
              <p:cNvSpPr/>
              <p:nvPr/>
            </p:nvSpPr>
            <p:spPr bwMode="auto">
              <a:xfrm>
                <a:off x="7552506" y="1869926"/>
                <a:ext cx="221350" cy="28459"/>
              </a:xfrm>
              <a:custGeom>
                <a:avLst/>
                <a:gdLst>
                  <a:gd name="T0" fmla="*/ 140 w 140"/>
                  <a:gd name="T1" fmla="*/ 0 h 18"/>
                  <a:gd name="T2" fmla="*/ 0 w 140"/>
                  <a:gd name="T3" fmla="*/ 0 h 18"/>
                  <a:gd name="T4" fmla="*/ 0 w 140"/>
                  <a:gd name="T5" fmla="*/ 18 h 18"/>
                  <a:gd name="T6" fmla="*/ 65 w 140"/>
                  <a:gd name="T7" fmla="*/ 18 h 18"/>
                  <a:gd name="T8" fmla="*/ 76 w 140"/>
                  <a:gd name="T9" fmla="*/ 18 h 18"/>
                  <a:gd name="T10" fmla="*/ 140 w 140"/>
                  <a:gd name="T11" fmla="*/ 18 h 18"/>
                  <a:gd name="T12" fmla="*/ 140 w 140"/>
                  <a:gd name="T13" fmla="*/ 0 h 18"/>
                </a:gdLst>
                <a:ahLst/>
                <a:cxnLst>
                  <a:cxn ang="0">
                    <a:pos x="T0" y="T1"/>
                  </a:cxn>
                  <a:cxn ang="0">
                    <a:pos x="T2" y="T3"/>
                  </a:cxn>
                  <a:cxn ang="0">
                    <a:pos x="T4" y="T5"/>
                  </a:cxn>
                  <a:cxn ang="0">
                    <a:pos x="T6" y="T7"/>
                  </a:cxn>
                  <a:cxn ang="0">
                    <a:pos x="T8" y="T9"/>
                  </a:cxn>
                  <a:cxn ang="0">
                    <a:pos x="T10" y="T11"/>
                  </a:cxn>
                  <a:cxn ang="0">
                    <a:pos x="T12" y="T13"/>
                  </a:cxn>
                </a:cxnLst>
                <a:rect l="0" t="0" r="r" b="b"/>
                <a:pathLst>
                  <a:path w="140" h="18">
                    <a:moveTo>
                      <a:pt x="140" y="0"/>
                    </a:moveTo>
                    <a:lnTo>
                      <a:pt x="0" y="0"/>
                    </a:lnTo>
                    <a:lnTo>
                      <a:pt x="0" y="18"/>
                    </a:lnTo>
                    <a:lnTo>
                      <a:pt x="65" y="18"/>
                    </a:lnTo>
                    <a:lnTo>
                      <a:pt x="76" y="18"/>
                    </a:lnTo>
                    <a:lnTo>
                      <a:pt x="140" y="18"/>
                    </a:lnTo>
                    <a:lnTo>
                      <a:pt x="140" y="0"/>
                    </a:lnTo>
                    <a:close/>
                  </a:path>
                </a:pathLst>
              </a:custGeom>
              <a:solidFill>
                <a:schemeClr val="bg1">
                  <a:lumMod val="95000"/>
                </a:schemeClr>
              </a:solidFill>
              <a:ln>
                <a:noFill/>
              </a:ln>
            </p:spPr>
            <p:txBody>
              <a:bodyPr anchor="ctr"/>
              <a:lstStyle/>
              <a:p>
                <a:pPr algn="ctr">
                  <a:lnSpc>
                    <a:spcPct val="120000"/>
                  </a:lnSpc>
                </a:pPr>
                <a:endParaRPr sz="3200">
                  <a:cs typeface="+mn-ea"/>
                  <a:sym typeface="+mn-lt"/>
                </a:endParaRPr>
              </a:p>
            </p:txBody>
          </p:sp>
          <p:sp>
            <p:nvSpPr>
              <p:cNvPr id="144" name="iṥḻïḍè">
                <a:extLst>
                  <a:ext uri="{FF2B5EF4-FFF2-40B4-BE49-F238E27FC236}">
                    <a16:creationId xmlns:a16="http://schemas.microsoft.com/office/drawing/2014/main" id="{185A93A9-470A-4C19-A19A-F086DAE6B340}"/>
                  </a:ext>
                </a:extLst>
              </p:cNvPr>
              <p:cNvSpPr/>
              <p:nvPr/>
            </p:nvSpPr>
            <p:spPr bwMode="auto">
              <a:xfrm>
                <a:off x="6675010" y="5077923"/>
                <a:ext cx="319376" cy="188147"/>
              </a:xfrm>
              <a:custGeom>
                <a:avLst/>
                <a:gdLst>
                  <a:gd name="T0" fmla="*/ 32 w 56"/>
                  <a:gd name="T1" fmla="*/ 0 h 33"/>
                  <a:gd name="T2" fmla="*/ 32 w 56"/>
                  <a:gd name="T3" fmla="*/ 6 h 33"/>
                  <a:gd name="T4" fmla="*/ 0 w 56"/>
                  <a:gd name="T5" fmla="*/ 33 h 33"/>
                  <a:gd name="T6" fmla="*/ 32 w 56"/>
                  <a:gd name="T7" fmla="*/ 27 h 33"/>
                  <a:gd name="T8" fmla="*/ 32 w 56"/>
                  <a:gd name="T9" fmla="*/ 32 h 33"/>
                  <a:gd name="T10" fmla="*/ 56 w 56"/>
                  <a:gd name="T11" fmla="*/ 16 h 33"/>
                  <a:gd name="T12" fmla="*/ 32 w 56"/>
                  <a:gd name="T13" fmla="*/ 0 h 33"/>
                </a:gdLst>
                <a:ahLst/>
                <a:cxnLst>
                  <a:cxn ang="0">
                    <a:pos x="T0" y="T1"/>
                  </a:cxn>
                  <a:cxn ang="0">
                    <a:pos x="T2" y="T3"/>
                  </a:cxn>
                  <a:cxn ang="0">
                    <a:pos x="T4" y="T5"/>
                  </a:cxn>
                  <a:cxn ang="0">
                    <a:pos x="T6" y="T7"/>
                  </a:cxn>
                  <a:cxn ang="0">
                    <a:pos x="T8" y="T9"/>
                  </a:cxn>
                  <a:cxn ang="0">
                    <a:pos x="T10" y="T11"/>
                  </a:cxn>
                  <a:cxn ang="0">
                    <a:pos x="T12" y="T13"/>
                  </a:cxn>
                </a:cxnLst>
                <a:rect l="0" t="0" r="r" b="b"/>
                <a:pathLst>
                  <a:path w="56" h="33">
                    <a:moveTo>
                      <a:pt x="32" y="0"/>
                    </a:moveTo>
                    <a:cubicBezTo>
                      <a:pt x="32" y="6"/>
                      <a:pt x="32" y="6"/>
                      <a:pt x="32" y="6"/>
                    </a:cubicBezTo>
                    <a:cubicBezTo>
                      <a:pt x="4" y="6"/>
                      <a:pt x="0" y="33"/>
                      <a:pt x="0" y="33"/>
                    </a:cubicBezTo>
                    <a:cubicBezTo>
                      <a:pt x="0" y="33"/>
                      <a:pt x="9" y="27"/>
                      <a:pt x="32" y="27"/>
                    </a:cubicBezTo>
                    <a:cubicBezTo>
                      <a:pt x="32" y="32"/>
                      <a:pt x="32" y="32"/>
                      <a:pt x="32" y="32"/>
                    </a:cubicBezTo>
                    <a:cubicBezTo>
                      <a:pt x="56" y="16"/>
                      <a:pt x="56" y="16"/>
                      <a:pt x="56" y="16"/>
                    </a:cubicBezTo>
                    <a:lnTo>
                      <a:pt x="32" y="0"/>
                    </a:lnTo>
                    <a:close/>
                  </a:path>
                </a:pathLst>
              </a:custGeom>
              <a:solidFill>
                <a:schemeClr val="bg1">
                  <a:lumMod val="95000"/>
                </a:schemeClr>
              </a:solidFill>
              <a:ln>
                <a:noFill/>
              </a:ln>
            </p:spPr>
            <p:txBody>
              <a:bodyPr anchor="ctr"/>
              <a:lstStyle/>
              <a:p>
                <a:pPr algn="ctr">
                  <a:lnSpc>
                    <a:spcPct val="120000"/>
                  </a:lnSpc>
                </a:pPr>
                <a:endParaRPr sz="3200">
                  <a:cs typeface="+mn-ea"/>
                  <a:sym typeface="+mn-lt"/>
                </a:endParaRPr>
              </a:p>
            </p:txBody>
          </p:sp>
          <p:sp>
            <p:nvSpPr>
              <p:cNvPr id="145" name="ïṥľïḑê">
                <a:extLst>
                  <a:ext uri="{FF2B5EF4-FFF2-40B4-BE49-F238E27FC236}">
                    <a16:creationId xmlns:a16="http://schemas.microsoft.com/office/drawing/2014/main" id="{17AF9F14-6559-46EC-A5B2-7349D8595415}"/>
                  </a:ext>
                </a:extLst>
              </p:cNvPr>
              <p:cNvSpPr/>
              <p:nvPr/>
            </p:nvSpPr>
            <p:spPr bwMode="auto">
              <a:xfrm>
                <a:off x="6646552" y="5243935"/>
                <a:ext cx="313053" cy="188147"/>
              </a:xfrm>
              <a:custGeom>
                <a:avLst/>
                <a:gdLst>
                  <a:gd name="T0" fmla="*/ 24 w 55"/>
                  <a:gd name="T1" fmla="*/ 33 h 33"/>
                  <a:gd name="T2" fmla="*/ 24 w 55"/>
                  <a:gd name="T3" fmla="*/ 28 h 33"/>
                  <a:gd name="T4" fmla="*/ 55 w 55"/>
                  <a:gd name="T5" fmla="*/ 0 h 33"/>
                  <a:gd name="T6" fmla="*/ 24 w 55"/>
                  <a:gd name="T7" fmla="*/ 7 h 33"/>
                  <a:gd name="T8" fmla="*/ 24 w 55"/>
                  <a:gd name="T9" fmla="*/ 1 h 33"/>
                  <a:gd name="T10" fmla="*/ 0 w 55"/>
                  <a:gd name="T11" fmla="*/ 17 h 33"/>
                  <a:gd name="T12" fmla="*/ 24 w 55"/>
                  <a:gd name="T13" fmla="*/ 33 h 33"/>
                </a:gdLst>
                <a:ahLst/>
                <a:cxnLst>
                  <a:cxn ang="0">
                    <a:pos x="T0" y="T1"/>
                  </a:cxn>
                  <a:cxn ang="0">
                    <a:pos x="T2" y="T3"/>
                  </a:cxn>
                  <a:cxn ang="0">
                    <a:pos x="T4" y="T5"/>
                  </a:cxn>
                  <a:cxn ang="0">
                    <a:pos x="T6" y="T7"/>
                  </a:cxn>
                  <a:cxn ang="0">
                    <a:pos x="T8" y="T9"/>
                  </a:cxn>
                  <a:cxn ang="0">
                    <a:pos x="T10" y="T11"/>
                  </a:cxn>
                  <a:cxn ang="0">
                    <a:pos x="T12" y="T13"/>
                  </a:cxn>
                </a:cxnLst>
                <a:rect l="0" t="0" r="r" b="b"/>
                <a:pathLst>
                  <a:path w="55" h="33">
                    <a:moveTo>
                      <a:pt x="24" y="33"/>
                    </a:moveTo>
                    <a:cubicBezTo>
                      <a:pt x="24" y="28"/>
                      <a:pt x="24" y="28"/>
                      <a:pt x="24" y="28"/>
                    </a:cubicBezTo>
                    <a:cubicBezTo>
                      <a:pt x="52" y="28"/>
                      <a:pt x="55" y="0"/>
                      <a:pt x="55" y="0"/>
                    </a:cubicBezTo>
                    <a:cubicBezTo>
                      <a:pt x="55" y="0"/>
                      <a:pt x="47" y="7"/>
                      <a:pt x="24" y="7"/>
                    </a:cubicBezTo>
                    <a:cubicBezTo>
                      <a:pt x="24" y="1"/>
                      <a:pt x="24" y="1"/>
                      <a:pt x="24" y="1"/>
                    </a:cubicBezTo>
                    <a:cubicBezTo>
                      <a:pt x="0" y="17"/>
                      <a:pt x="0" y="17"/>
                      <a:pt x="0" y="17"/>
                    </a:cubicBezTo>
                    <a:lnTo>
                      <a:pt x="24" y="33"/>
                    </a:lnTo>
                    <a:close/>
                  </a:path>
                </a:pathLst>
              </a:custGeom>
              <a:solidFill>
                <a:schemeClr val="bg1">
                  <a:lumMod val="95000"/>
                </a:schemeClr>
              </a:solidFill>
              <a:ln>
                <a:noFill/>
              </a:ln>
            </p:spPr>
            <p:txBody>
              <a:bodyPr anchor="ctr"/>
              <a:lstStyle/>
              <a:p>
                <a:pPr algn="ctr">
                  <a:lnSpc>
                    <a:spcPct val="120000"/>
                  </a:lnSpc>
                </a:pPr>
                <a:endParaRPr sz="3200">
                  <a:cs typeface="+mn-ea"/>
                  <a:sym typeface="+mn-lt"/>
                </a:endParaRPr>
              </a:p>
            </p:txBody>
          </p:sp>
          <p:sp>
            <p:nvSpPr>
              <p:cNvPr id="146" name="ïṧļíḓé">
                <a:extLst>
                  <a:ext uri="{FF2B5EF4-FFF2-40B4-BE49-F238E27FC236}">
                    <a16:creationId xmlns:a16="http://schemas.microsoft.com/office/drawing/2014/main" id="{E657652A-DD3B-49FE-B290-394246E442D6}"/>
                  </a:ext>
                </a:extLst>
              </p:cNvPr>
              <p:cNvSpPr/>
              <p:nvPr/>
            </p:nvSpPr>
            <p:spPr bwMode="auto">
              <a:xfrm>
                <a:off x="9056106" y="1858858"/>
                <a:ext cx="262457" cy="262459"/>
              </a:xfrm>
              <a:custGeom>
                <a:avLst/>
                <a:gdLst>
                  <a:gd name="T0" fmla="*/ 34 w 46"/>
                  <a:gd name="T1" fmla="*/ 43 h 46"/>
                  <a:gd name="T2" fmla="*/ 43 w 46"/>
                  <a:gd name="T3" fmla="*/ 34 h 46"/>
                  <a:gd name="T4" fmla="*/ 45 w 46"/>
                  <a:gd name="T5" fmla="*/ 27 h 46"/>
                  <a:gd name="T6" fmla="*/ 45 w 46"/>
                  <a:gd name="T7" fmla="*/ 18 h 46"/>
                  <a:gd name="T8" fmla="*/ 43 w 46"/>
                  <a:gd name="T9" fmla="*/ 11 h 46"/>
                  <a:gd name="T10" fmla="*/ 34 w 46"/>
                  <a:gd name="T11" fmla="*/ 3 h 46"/>
                  <a:gd name="T12" fmla="*/ 31 w 46"/>
                  <a:gd name="T13" fmla="*/ 1 h 46"/>
                  <a:gd name="T14" fmla="*/ 24 w 46"/>
                  <a:gd name="T15" fmla="*/ 0 h 46"/>
                  <a:gd name="T16" fmla="*/ 25 w 46"/>
                  <a:gd name="T17" fmla="*/ 2 h 46"/>
                  <a:gd name="T18" fmla="*/ 28 w 46"/>
                  <a:gd name="T19" fmla="*/ 2 h 46"/>
                  <a:gd name="T20" fmla="*/ 31 w 46"/>
                  <a:gd name="T21" fmla="*/ 3 h 46"/>
                  <a:gd name="T22" fmla="*/ 30 w 46"/>
                  <a:gd name="T23" fmla="*/ 3 h 46"/>
                  <a:gd name="T24" fmla="*/ 26 w 46"/>
                  <a:gd name="T25" fmla="*/ 5 h 46"/>
                  <a:gd name="T26" fmla="*/ 27 w 46"/>
                  <a:gd name="T27" fmla="*/ 7 h 46"/>
                  <a:gd name="T28" fmla="*/ 29 w 46"/>
                  <a:gd name="T29" fmla="*/ 8 h 46"/>
                  <a:gd name="T30" fmla="*/ 32 w 46"/>
                  <a:gd name="T31" fmla="*/ 4 h 46"/>
                  <a:gd name="T32" fmla="*/ 35 w 46"/>
                  <a:gd name="T33" fmla="*/ 5 h 46"/>
                  <a:gd name="T34" fmla="*/ 37 w 46"/>
                  <a:gd name="T35" fmla="*/ 6 h 46"/>
                  <a:gd name="T36" fmla="*/ 38 w 46"/>
                  <a:gd name="T37" fmla="*/ 9 h 46"/>
                  <a:gd name="T38" fmla="*/ 37 w 46"/>
                  <a:gd name="T39" fmla="*/ 11 h 46"/>
                  <a:gd name="T40" fmla="*/ 36 w 46"/>
                  <a:gd name="T41" fmla="*/ 9 h 46"/>
                  <a:gd name="T42" fmla="*/ 33 w 46"/>
                  <a:gd name="T43" fmla="*/ 10 h 46"/>
                  <a:gd name="T44" fmla="*/ 35 w 46"/>
                  <a:gd name="T45" fmla="*/ 11 h 46"/>
                  <a:gd name="T46" fmla="*/ 30 w 46"/>
                  <a:gd name="T47" fmla="*/ 13 h 46"/>
                  <a:gd name="T48" fmla="*/ 28 w 46"/>
                  <a:gd name="T49" fmla="*/ 15 h 46"/>
                  <a:gd name="T50" fmla="*/ 25 w 46"/>
                  <a:gd name="T51" fmla="*/ 17 h 46"/>
                  <a:gd name="T52" fmla="*/ 26 w 46"/>
                  <a:gd name="T53" fmla="*/ 27 h 46"/>
                  <a:gd name="T54" fmla="*/ 29 w 46"/>
                  <a:gd name="T55" fmla="*/ 28 h 46"/>
                  <a:gd name="T56" fmla="*/ 31 w 46"/>
                  <a:gd name="T57" fmla="*/ 28 h 46"/>
                  <a:gd name="T58" fmla="*/ 36 w 46"/>
                  <a:gd name="T59" fmla="*/ 31 h 46"/>
                  <a:gd name="T60" fmla="*/ 38 w 46"/>
                  <a:gd name="T61" fmla="*/ 33 h 46"/>
                  <a:gd name="T62" fmla="*/ 41 w 46"/>
                  <a:gd name="T63" fmla="*/ 34 h 46"/>
                  <a:gd name="T64" fmla="*/ 26 w 46"/>
                  <a:gd name="T65" fmla="*/ 40 h 46"/>
                  <a:gd name="T66" fmla="*/ 0 w 46"/>
                  <a:gd name="T67" fmla="*/ 19 h 46"/>
                  <a:gd name="T68" fmla="*/ 0 w 46"/>
                  <a:gd name="T69" fmla="*/ 28 h 46"/>
                  <a:gd name="T70" fmla="*/ 4 w 46"/>
                  <a:gd name="T71" fmla="*/ 37 h 46"/>
                  <a:gd name="T72" fmla="*/ 14 w 46"/>
                  <a:gd name="T73" fmla="*/ 44 h 46"/>
                  <a:gd name="T74" fmla="*/ 23 w 46"/>
                  <a:gd name="T75" fmla="*/ 36 h 46"/>
                  <a:gd name="T76" fmla="*/ 22 w 46"/>
                  <a:gd name="T77" fmla="*/ 33 h 46"/>
                  <a:gd name="T78" fmla="*/ 23 w 46"/>
                  <a:gd name="T79" fmla="*/ 29 h 46"/>
                  <a:gd name="T80" fmla="*/ 21 w 46"/>
                  <a:gd name="T81" fmla="*/ 28 h 46"/>
                  <a:gd name="T82" fmla="*/ 18 w 46"/>
                  <a:gd name="T83" fmla="*/ 26 h 46"/>
                  <a:gd name="T84" fmla="*/ 13 w 46"/>
                  <a:gd name="T85" fmla="*/ 24 h 46"/>
                  <a:gd name="T86" fmla="*/ 11 w 46"/>
                  <a:gd name="T87" fmla="*/ 20 h 46"/>
                  <a:gd name="T88" fmla="*/ 10 w 46"/>
                  <a:gd name="T89" fmla="*/ 20 h 46"/>
                  <a:gd name="T90" fmla="*/ 9 w 46"/>
                  <a:gd name="T91" fmla="*/ 21 h 46"/>
                  <a:gd name="T92" fmla="*/ 8 w 46"/>
                  <a:gd name="T93" fmla="*/ 17 h 46"/>
                  <a:gd name="T94" fmla="*/ 8 w 46"/>
                  <a:gd name="T95" fmla="*/ 13 h 46"/>
                  <a:gd name="T96" fmla="*/ 10 w 46"/>
                  <a:gd name="T97" fmla="*/ 9 h 46"/>
                  <a:gd name="T98" fmla="*/ 9 w 46"/>
                  <a:gd name="T99" fmla="*/ 6 h 46"/>
                  <a:gd name="T100" fmla="*/ 20 w 46"/>
                  <a:gd name="T101" fmla="*/ 1 h 46"/>
                  <a:gd name="T102" fmla="*/ 24 w 46"/>
                  <a:gd name="T103" fmla="*/ 0 h 46"/>
                  <a:gd name="T104" fmla="*/ 14 w 46"/>
                  <a:gd name="T105" fmla="*/ 1 h 46"/>
                  <a:gd name="T106" fmla="*/ 6 w 46"/>
                  <a:gd name="T107" fmla="*/ 6 h 46"/>
                  <a:gd name="T108" fmla="*/ 1 w 46"/>
                  <a:gd name="T109" fmla="*/ 14 h 46"/>
                  <a:gd name="T110" fmla="*/ 24 w 46"/>
                  <a:gd name="T111" fmla="*/ 29 h 46"/>
                  <a:gd name="T112" fmla="*/ 21 w 46"/>
                  <a:gd name="T113" fmla="*/ 25 h 46"/>
                  <a:gd name="T114" fmla="*/ 20 w 46"/>
                  <a:gd name="T115" fmla="*/ 23 h 46"/>
                  <a:gd name="T116" fmla="*/ 16 w 46"/>
                  <a:gd name="T117" fmla="*/ 24 h 46"/>
                  <a:gd name="T118" fmla="*/ 18 w 46"/>
                  <a:gd name="T119" fmla="*/ 19 h 46"/>
                  <a:gd name="T120" fmla="*/ 22 w 46"/>
                  <a:gd name="T121" fmla="*/ 19 h 46"/>
                  <a:gd name="T122" fmla="*/ 24 w 46"/>
                  <a:gd name="T123" fmla="*/ 19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6" h="46">
                    <a:moveTo>
                      <a:pt x="24" y="46"/>
                    </a:moveTo>
                    <a:cubicBezTo>
                      <a:pt x="25" y="46"/>
                      <a:pt x="27" y="45"/>
                      <a:pt x="28" y="45"/>
                    </a:cubicBezTo>
                    <a:cubicBezTo>
                      <a:pt x="29" y="45"/>
                      <a:pt x="29" y="45"/>
                      <a:pt x="30" y="45"/>
                    </a:cubicBezTo>
                    <a:cubicBezTo>
                      <a:pt x="30" y="44"/>
                      <a:pt x="31" y="44"/>
                      <a:pt x="31" y="44"/>
                    </a:cubicBezTo>
                    <a:cubicBezTo>
                      <a:pt x="32" y="44"/>
                      <a:pt x="32" y="44"/>
                      <a:pt x="33" y="43"/>
                    </a:cubicBezTo>
                    <a:cubicBezTo>
                      <a:pt x="33" y="43"/>
                      <a:pt x="34" y="43"/>
                      <a:pt x="34" y="43"/>
                    </a:cubicBezTo>
                    <a:cubicBezTo>
                      <a:pt x="36" y="42"/>
                      <a:pt x="37" y="41"/>
                      <a:pt x="38" y="40"/>
                    </a:cubicBezTo>
                    <a:cubicBezTo>
                      <a:pt x="38" y="40"/>
                      <a:pt x="39" y="39"/>
                      <a:pt x="39" y="39"/>
                    </a:cubicBezTo>
                    <a:cubicBezTo>
                      <a:pt x="39" y="39"/>
                      <a:pt x="39" y="39"/>
                      <a:pt x="40" y="38"/>
                    </a:cubicBezTo>
                    <a:cubicBezTo>
                      <a:pt x="40" y="38"/>
                      <a:pt x="40" y="37"/>
                      <a:pt x="41" y="37"/>
                    </a:cubicBezTo>
                    <a:cubicBezTo>
                      <a:pt x="41" y="36"/>
                      <a:pt x="42" y="36"/>
                      <a:pt x="42" y="35"/>
                    </a:cubicBezTo>
                    <a:cubicBezTo>
                      <a:pt x="42" y="35"/>
                      <a:pt x="43" y="34"/>
                      <a:pt x="43" y="34"/>
                    </a:cubicBezTo>
                    <a:cubicBezTo>
                      <a:pt x="43" y="34"/>
                      <a:pt x="43" y="34"/>
                      <a:pt x="43" y="33"/>
                    </a:cubicBezTo>
                    <a:cubicBezTo>
                      <a:pt x="43" y="33"/>
                      <a:pt x="43" y="33"/>
                      <a:pt x="43" y="33"/>
                    </a:cubicBezTo>
                    <a:cubicBezTo>
                      <a:pt x="44" y="32"/>
                      <a:pt x="44" y="32"/>
                      <a:pt x="44" y="32"/>
                    </a:cubicBezTo>
                    <a:cubicBezTo>
                      <a:pt x="44" y="31"/>
                      <a:pt x="44" y="31"/>
                      <a:pt x="44" y="31"/>
                    </a:cubicBezTo>
                    <a:cubicBezTo>
                      <a:pt x="45" y="30"/>
                      <a:pt x="45" y="29"/>
                      <a:pt x="45" y="28"/>
                    </a:cubicBezTo>
                    <a:cubicBezTo>
                      <a:pt x="45" y="28"/>
                      <a:pt x="45" y="28"/>
                      <a:pt x="45" y="27"/>
                    </a:cubicBezTo>
                    <a:cubicBezTo>
                      <a:pt x="45" y="27"/>
                      <a:pt x="45" y="27"/>
                      <a:pt x="45" y="26"/>
                    </a:cubicBezTo>
                    <a:cubicBezTo>
                      <a:pt x="45" y="26"/>
                      <a:pt x="46" y="25"/>
                      <a:pt x="46" y="25"/>
                    </a:cubicBezTo>
                    <a:cubicBezTo>
                      <a:pt x="46" y="24"/>
                      <a:pt x="46" y="23"/>
                      <a:pt x="46" y="23"/>
                    </a:cubicBezTo>
                    <a:cubicBezTo>
                      <a:pt x="46" y="22"/>
                      <a:pt x="46" y="21"/>
                      <a:pt x="46" y="20"/>
                    </a:cubicBezTo>
                    <a:cubicBezTo>
                      <a:pt x="46" y="20"/>
                      <a:pt x="46" y="20"/>
                      <a:pt x="45" y="19"/>
                    </a:cubicBezTo>
                    <a:cubicBezTo>
                      <a:pt x="45" y="19"/>
                      <a:pt x="45" y="18"/>
                      <a:pt x="45" y="18"/>
                    </a:cubicBezTo>
                    <a:cubicBezTo>
                      <a:pt x="45" y="18"/>
                      <a:pt x="45" y="17"/>
                      <a:pt x="45" y="17"/>
                    </a:cubicBezTo>
                    <a:cubicBezTo>
                      <a:pt x="45" y="16"/>
                      <a:pt x="45" y="15"/>
                      <a:pt x="44" y="15"/>
                    </a:cubicBezTo>
                    <a:cubicBezTo>
                      <a:pt x="44" y="15"/>
                      <a:pt x="44" y="14"/>
                      <a:pt x="44" y="14"/>
                    </a:cubicBezTo>
                    <a:cubicBezTo>
                      <a:pt x="44" y="14"/>
                      <a:pt x="44" y="13"/>
                      <a:pt x="43" y="13"/>
                    </a:cubicBezTo>
                    <a:cubicBezTo>
                      <a:pt x="43" y="13"/>
                      <a:pt x="43" y="12"/>
                      <a:pt x="43" y="12"/>
                    </a:cubicBezTo>
                    <a:cubicBezTo>
                      <a:pt x="43" y="12"/>
                      <a:pt x="43" y="12"/>
                      <a:pt x="43" y="11"/>
                    </a:cubicBezTo>
                    <a:cubicBezTo>
                      <a:pt x="42" y="10"/>
                      <a:pt x="41" y="9"/>
                      <a:pt x="41" y="8"/>
                    </a:cubicBezTo>
                    <a:cubicBezTo>
                      <a:pt x="40" y="8"/>
                      <a:pt x="40" y="8"/>
                      <a:pt x="40" y="7"/>
                    </a:cubicBezTo>
                    <a:cubicBezTo>
                      <a:pt x="39" y="7"/>
                      <a:pt x="39" y="7"/>
                      <a:pt x="39" y="6"/>
                    </a:cubicBezTo>
                    <a:cubicBezTo>
                      <a:pt x="39" y="6"/>
                      <a:pt x="38" y="6"/>
                      <a:pt x="38" y="6"/>
                    </a:cubicBezTo>
                    <a:cubicBezTo>
                      <a:pt x="38" y="5"/>
                      <a:pt x="37" y="5"/>
                      <a:pt x="36" y="4"/>
                    </a:cubicBezTo>
                    <a:cubicBezTo>
                      <a:pt x="36" y="4"/>
                      <a:pt x="35" y="3"/>
                      <a:pt x="34" y="3"/>
                    </a:cubicBezTo>
                    <a:cubicBezTo>
                      <a:pt x="34" y="2"/>
                      <a:pt x="33" y="2"/>
                      <a:pt x="33" y="2"/>
                    </a:cubicBezTo>
                    <a:cubicBezTo>
                      <a:pt x="33" y="2"/>
                      <a:pt x="33" y="2"/>
                      <a:pt x="33" y="2"/>
                    </a:cubicBezTo>
                    <a:cubicBezTo>
                      <a:pt x="32" y="2"/>
                      <a:pt x="32" y="2"/>
                      <a:pt x="32" y="2"/>
                    </a:cubicBezTo>
                    <a:cubicBezTo>
                      <a:pt x="32" y="2"/>
                      <a:pt x="32" y="2"/>
                      <a:pt x="32" y="2"/>
                    </a:cubicBezTo>
                    <a:cubicBezTo>
                      <a:pt x="32" y="1"/>
                      <a:pt x="31" y="1"/>
                      <a:pt x="31" y="1"/>
                    </a:cubicBezTo>
                    <a:cubicBezTo>
                      <a:pt x="31" y="1"/>
                      <a:pt x="31" y="1"/>
                      <a:pt x="31" y="1"/>
                    </a:cubicBezTo>
                    <a:cubicBezTo>
                      <a:pt x="31" y="1"/>
                      <a:pt x="30" y="1"/>
                      <a:pt x="30" y="1"/>
                    </a:cubicBezTo>
                    <a:cubicBezTo>
                      <a:pt x="30" y="1"/>
                      <a:pt x="30" y="1"/>
                      <a:pt x="30" y="1"/>
                    </a:cubicBezTo>
                    <a:cubicBezTo>
                      <a:pt x="29" y="1"/>
                      <a:pt x="29" y="0"/>
                      <a:pt x="28" y="0"/>
                    </a:cubicBezTo>
                    <a:cubicBezTo>
                      <a:pt x="28" y="0"/>
                      <a:pt x="27" y="0"/>
                      <a:pt x="27" y="0"/>
                    </a:cubicBezTo>
                    <a:cubicBezTo>
                      <a:pt x="27" y="0"/>
                      <a:pt x="27" y="0"/>
                      <a:pt x="27" y="0"/>
                    </a:cubicBezTo>
                    <a:cubicBezTo>
                      <a:pt x="26" y="0"/>
                      <a:pt x="25" y="0"/>
                      <a:pt x="24" y="0"/>
                    </a:cubicBezTo>
                    <a:cubicBezTo>
                      <a:pt x="24" y="1"/>
                      <a:pt x="24" y="1"/>
                      <a:pt x="24" y="1"/>
                    </a:cubicBezTo>
                    <a:cubicBezTo>
                      <a:pt x="25" y="1"/>
                      <a:pt x="26" y="1"/>
                      <a:pt x="27" y="1"/>
                    </a:cubicBezTo>
                    <a:cubicBezTo>
                      <a:pt x="27" y="1"/>
                      <a:pt x="27" y="1"/>
                      <a:pt x="27" y="1"/>
                    </a:cubicBezTo>
                    <a:cubicBezTo>
                      <a:pt x="26" y="2"/>
                      <a:pt x="26" y="2"/>
                      <a:pt x="26" y="2"/>
                    </a:cubicBezTo>
                    <a:cubicBezTo>
                      <a:pt x="26" y="2"/>
                      <a:pt x="25" y="2"/>
                      <a:pt x="25" y="2"/>
                    </a:cubicBezTo>
                    <a:cubicBezTo>
                      <a:pt x="25" y="2"/>
                      <a:pt x="25" y="2"/>
                      <a:pt x="25" y="2"/>
                    </a:cubicBezTo>
                    <a:cubicBezTo>
                      <a:pt x="26" y="2"/>
                      <a:pt x="26" y="2"/>
                      <a:pt x="26" y="2"/>
                    </a:cubicBezTo>
                    <a:cubicBezTo>
                      <a:pt x="27" y="2"/>
                      <a:pt x="27" y="2"/>
                      <a:pt x="27" y="2"/>
                    </a:cubicBezTo>
                    <a:cubicBezTo>
                      <a:pt x="27" y="2"/>
                      <a:pt x="27" y="2"/>
                      <a:pt x="27" y="2"/>
                    </a:cubicBezTo>
                    <a:cubicBezTo>
                      <a:pt x="27" y="2"/>
                      <a:pt x="28" y="1"/>
                      <a:pt x="28" y="1"/>
                    </a:cubicBezTo>
                    <a:cubicBezTo>
                      <a:pt x="28" y="1"/>
                      <a:pt x="28" y="2"/>
                      <a:pt x="28" y="2"/>
                    </a:cubicBezTo>
                    <a:cubicBezTo>
                      <a:pt x="28" y="2"/>
                      <a:pt x="28" y="2"/>
                      <a:pt x="28" y="2"/>
                    </a:cubicBezTo>
                    <a:cubicBezTo>
                      <a:pt x="28" y="2"/>
                      <a:pt x="29" y="2"/>
                      <a:pt x="29" y="2"/>
                    </a:cubicBezTo>
                    <a:cubicBezTo>
                      <a:pt x="29" y="2"/>
                      <a:pt x="29" y="2"/>
                      <a:pt x="29" y="2"/>
                    </a:cubicBezTo>
                    <a:cubicBezTo>
                      <a:pt x="29" y="2"/>
                      <a:pt x="30" y="2"/>
                      <a:pt x="30" y="2"/>
                    </a:cubicBezTo>
                    <a:cubicBezTo>
                      <a:pt x="30" y="2"/>
                      <a:pt x="31" y="2"/>
                      <a:pt x="31" y="3"/>
                    </a:cubicBezTo>
                    <a:cubicBezTo>
                      <a:pt x="31" y="3"/>
                      <a:pt x="31" y="3"/>
                      <a:pt x="31" y="3"/>
                    </a:cubicBezTo>
                    <a:cubicBezTo>
                      <a:pt x="31" y="3"/>
                      <a:pt x="31" y="3"/>
                      <a:pt x="31" y="3"/>
                    </a:cubicBezTo>
                    <a:cubicBezTo>
                      <a:pt x="31" y="3"/>
                      <a:pt x="31" y="3"/>
                      <a:pt x="31" y="3"/>
                    </a:cubicBezTo>
                    <a:cubicBezTo>
                      <a:pt x="31" y="3"/>
                      <a:pt x="32" y="3"/>
                      <a:pt x="32" y="4"/>
                    </a:cubicBezTo>
                    <a:cubicBezTo>
                      <a:pt x="31" y="4"/>
                      <a:pt x="31" y="4"/>
                      <a:pt x="31" y="4"/>
                    </a:cubicBezTo>
                    <a:cubicBezTo>
                      <a:pt x="30" y="4"/>
                      <a:pt x="30" y="4"/>
                      <a:pt x="30" y="4"/>
                    </a:cubicBezTo>
                    <a:cubicBezTo>
                      <a:pt x="30" y="3"/>
                      <a:pt x="30" y="3"/>
                      <a:pt x="30" y="3"/>
                    </a:cubicBezTo>
                    <a:cubicBezTo>
                      <a:pt x="30" y="3"/>
                      <a:pt x="30" y="3"/>
                      <a:pt x="30" y="3"/>
                    </a:cubicBezTo>
                    <a:cubicBezTo>
                      <a:pt x="30" y="3"/>
                      <a:pt x="30" y="3"/>
                      <a:pt x="30" y="3"/>
                    </a:cubicBezTo>
                    <a:cubicBezTo>
                      <a:pt x="29" y="3"/>
                      <a:pt x="29" y="4"/>
                      <a:pt x="29" y="4"/>
                    </a:cubicBezTo>
                    <a:cubicBezTo>
                      <a:pt x="29" y="4"/>
                      <a:pt x="29" y="4"/>
                      <a:pt x="29" y="4"/>
                    </a:cubicBezTo>
                    <a:cubicBezTo>
                      <a:pt x="28" y="4"/>
                      <a:pt x="28" y="4"/>
                      <a:pt x="28" y="4"/>
                    </a:cubicBezTo>
                    <a:cubicBezTo>
                      <a:pt x="28" y="4"/>
                      <a:pt x="27" y="4"/>
                      <a:pt x="27" y="4"/>
                    </a:cubicBezTo>
                    <a:cubicBezTo>
                      <a:pt x="27" y="4"/>
                      <a:pt x="27" y="4"/>
                      <a:pt x="26" y="5"/>
                    </a:cubicBezTo>
                    <a:cubicBezTo>
                      <a:pt x="26" y="5"/>
                      <a:pt x="26" y="5"/>
                      <a:pt x="25" y="5"/>
                    </a:cubicBezTo>
                    <a:cubicBezTo>
                      <a:pt x="25" y="5"/>
                      <a:pt x="25" y="6"/>
                      <a:pt x="25" y="6"/>
                    </a:cubicBezTo>
                    <a:cubicBezTo>
                      <a:pt x="25" y="6"/>
                      <a:pt x="25" y="6"/>
                      <a:pt x="25" y="6"/>
                    </a:cubicBezTo>
                    <a:cubicBezTo>
                      <a:pt x="25" y="6"/>
                      <a:pt x="25" y="6"/>
                      <a:pt x="25" y="6"/>
                    </a:cubicBezTo>
                    <a:cubicBezTo>
                      <a:pt x="25" y="7"/>
                      <a:pt x="26" y="6"/>
                      <a:pt x="26" y="6"/>
                    </a:cubicBezTo>
                    <a:cubicBezTo>
                      <a:pt x="26" y="6"/>
                      <a:pt x="26" y="7"/>
                      <a:pt x="27" y="7"/>
                    </a:cubicBezTo>
                    <a:cubicBezTo>
                      <a:pt x="27" y="7"/>
                      <a:pt x="27" y="7"/>
                      <a:pt x="28" y="7"/>
                    </a:cubicBezTo>
                    <a:cubicBezTo>
                      <a:pt x="28" y="7"/>
                      <a:pt x="28" y="7"/>
                      <a:pt x="28" y="7"/>
                    </a:cubicBezTo>
                    <a:cubicBezTo>
                      <a:pt x="28" y="8"/>
                      <a:pt x="28" y="8"/>
                      <a:pt x="28" y="8"/>
                    </a:cubicBezTo>
                    <a:cubicBezTo>
                      <a:pt x="28" y="8"/>
                      <a:pt x="28" y="8"/>
                      <a:pt x="28" y="9"/>
                    </a:cubicBezTo>
                    <a:cubicBezTo>
                      <a:pt x="28" y="9"/>
                      <a:pt x="28" y="9"/>
                      <a:pt x="28" y="9"/>
                    </a:cubicBezTo>
                    <a:cubicBezTo>
                      <a:pt x="29" y="9"/>
                      <a:pt x="29" y="9"/>
                      <a:pt x="29" y="8"/>
                    </a:cubicBezTo>
                    <a:cubicBezTo>
                      <a:pt x="29" y="8"/>
                      <a:pt x="29" y="8"/>
                      <a:pt x="29" y="8"/>
                    </a:cubicBezTo>
                    <a:cubicBezTo>
                      <a:pt x="30" y="8"/>
                      <a:pt x="31" y="7"/>
                      <a:pt x="31" y="6"/>
                    </a:cubicBezTo>
                    <a:cubicBezTo>
                      <a:pt x="31" y="6"/>
                      <a:pt x="31" y="6"/>
                      <a:pt x="31" y="5"/>
                    </a:cubicBezTo>
                    <a:cubicBezTo>
                      <a:pt x="31" y="5"/>
                      <a:pt x="32" y="5"/>
                      <a:pt x="32" y="5"/>
                    </a:cubicBezTo>
                    <a:cubicBezTo>
                      <a:pt x="32" y="5"/>
                      <a:pt x="32" y="5"/>
                      <a:pt x="32" y="5"/>
                    </a:cubicBezTo>
                    <a:cubicBezTo>
                      <a:pt x="32" y="4"/>
                      <a:pt x="32" y="4"/>
                      <a:pt x="32" y="4"/>
                    </a:cubicBezTo>
                    <a:cubicBezTo>
                      <a:pt x="32" y="4"/>
                      <a:pt x="32" y="4"/>
                      <a:pt x="32" y="4"/>
                    </a:cubicBezTo>
                    <a:cubicBezTo>
                      <a:pt x="32" y="4"/>
                      <a:pt x="32" y="4"/>
                      <a:pt x="33" y="4"/>
                    </a:cubicBezTo>
                    <a:cubicBezTo>
                      <a:pt x="33" y="4"/>
                      <a:pt x="33" y="4"/>
                      <a:pt x="33" y="4"/>
                    </a:cubicBezTo>
                    <a:cubicBezTo>
                      <a:pt x="33" y="4"/>
                      <a:pt x="34" y="4"/>
                      <a:pt x="34" y="4"/>
                    </a:cubicBezTo>
                    <a:cubicBezTo>
                      <a:pt x="34" y="4"/>
                      <a:pt x="34" y="5"/>
                      <a:pt x="34" y="5"/>
                    </a:cubicBezTo>
                    <a:cubicBezTo>
                      <a:pt x="34" y="5"/>
                      <a:pt x="35" y="5"/>
                      <a:pt x="35" y="5"/>
                    </a:cubicBezTo>
                    <a:cubicBezTo>
                      <a:pt x="35" y="5"/>
                      <a:pt x="34" y="5"/>
                      <a:pt x="34" y="5"/>
                    </a:cubicBezTo>
                    <a:cubicBezTo>
                      <a:pt x="34" y="5"/>
                      <a:pt x="34" y="5"/>
                      <a:pt x="34" y="5"/>
                    </a:cubicBezTo>
                    <a:cubicBezTo>
                      <a:pt x="34" y="6"/>
                      <a:pt x="35" y="6"/>
                      <a:pt x="35" y="6"/>
                    </a:cubicBezTo>
                    <a:cubicBezTo>
                      <a:pt x="35" y="6"/>
                      <a:pt x="35" y="6"/>
                      <a:pt x="35" y="6"/>
                    </a:cubicBezTo>
                    <a:cubicBezTo>
                      <a:pt x="36" y="6"/>
                      <a:pt x="36" y="5"/>
                      <a:pt x="36" y="5"/>
                    </a:cubicBezTo>
                    <a:cubicBezTo>
                      <a:pt x="36" y="6"/>
                      <a:pt x="36" y="6"/>
                      <a:pt x="37" y="6"/>
                    </a:cubicBezTo>
                    <a:cubicBezTo>
                      <a:pt x="37" y="6"/>
                      <a:pt x="37" y="6"/>
                      <a:pt x="37" y="6"/>
                    </a:cubicBezTo>
                    <a:cubicBezTo>
                      <a:pt x="37" y="6"/>
                      <a:pt x="37" y="7"/>
                      <a:pt x="37" y="7"/>
                    </a:cubicBezTo>
                    <a:cubicBezTo>
                      <a:pt x="37" y="7"/>
                      <a:pt x="37" y="7"/>
                      <a:pt x="37" y="8"/>
                    </a:cubicBezTo>
                    <a:cubicBezTo>
                      <a:pt x="38" y="8"/>
                      <a:pt x="38" y="8"/>
                      <a:pt x="38" y="8"/>
                    </a:cubicBezTo>
                    <a:cubicBezTo>
                      <a:pt x="38" y="8"/>
                      <a:pt x="38" y="8"/>
                      <a:pt x="38" y="8"/>
                    </a:cubicBezTo>
                    <a:cubicBezTo>
                      <a:pt x="38" y="9"/>
                      <a:pt x="38" y="9"/>
                      <a:pt x="38" y="9"/>
                    </a:cubicBezTo>
                    <a:cubicBezTo>
                      <a:pt x="37" y="9"/>
                      <a:pt x="37" y="9"/>
                      <a:pt x="37" y="10"/>
                    </a:cubicBezTo>
                    <a:cubicBezTo>
                      <a:pt x="37" y="10"/>
                      <a:pt x="38" y="10"/>
                      <a:pt x="38" y="10"/>
                    </a:cubicBezTo>
                    <a:cubicBezTo>
                      <a:pt x="38" y="10"/>
                      <a:pt x="38" y="10"/>
                      <a:pt x="38" y="10"/>
                    </a:cubicBezTo>
                    <a:cubicBezTo>
                      <a:pt x="38" y="11"/>
                      <a:pt x="38" y="11"/>
                      <a:pt x="38" y="11"/>
                    </a:cubicBezTo>
                    <a:cubicBezTo>
                      <a:pt x="38" y="11"/>
                      <a:pt x="38" y="11"/>
                      <a:pt x="37" y="11"/>
                    </a:cubicBezTo>
                    <a:cubicBezTo>
                      <a:pt x="37" y="11"/>
                      <a:pt x="37" y="11"/>
                      <a:pt x="37" y="11"/>
                    </a:cubicBezTo>
                    <a:cubicBezTo>
                      <a:pt x="37" y="11"/>
                      <a:pt x="37" y="11"/>
                      <a:pt x="37" y="11"/>
                    </a:cubicBezTo>
                    <a:cubicBezTo>
                      <a:pt x="36" y="11"/>
                      <a:pt x="36" y="11"/>
                      <a:pt x="36" y="11"/>
                    </a:cubicBezTo>
                    <a:cubicBezTo>
                      <a:pt x="36" y="10"/>
                      <a:pt x="36" y="10"/>
                      <a:pt x="37" y="9"/>
                    </a:cubicBezTo>
                    <a:cubicBezTo>
                      <a:pt x="37" y="9"/>
                      <a:pt x="37" y="9"/>
                      <a:pt x="37" y="9"/>
                    </a:cubicBezTo>
                    <a:cubicBezTo>
                      <a:pt x="37" y="9"/>
                      <a:pt x="37" y="9"/>
                      <a:pt x="36" y="9"/>
                    </a:cubicBezTo>
                    <a:cubicBezTo>
                      <a:pt x="36" y="9"/>
                      <a:pt x="36" y="9"/>
                      <a:pt x="36" y="9"/>
                    </a:cubicBezTo>
                    <a:cubicBezTo>
                      <a:pt x="35" y="10"/>
                      <a:pt x="35" y="9"/>
                      <a:pt x="34" y="10"/>
                    </a:cubicBezTo>
                    <a:cubicBezTo>
                      <a:pt x="34" y="10"/>
                      <a:pt x="35" y="10"/>
                      <a:pt x="35" y="10"/>
                    </a:cubicBezTo>
                    <a:cubicBezTo>
                      <a:pt x="35" y="10"/>
                      <a:pt x="34" y="10"/>
                      <a:pt x="34" y="10"/>
                    </a:cubicBezTo>
                    <a:cubicBezTo>
                      <a:pt x="34" y="10"/>
                      <a:pt x="34" y="10"/>
                      <a:pt x="34" y="10"/>
                    </a:cubicBezTo>
                    <a:cubicBezTo>
                      <a:pt x="34" y="9"/>
                      <a:pt x="34" y="9"/>
                      <a:pt x="33" y="9"/>
                    </a:cubicBezTo>
                    <a:cubicBezTo>
                      <a:pt x="33" y="10"/>
                      <a:pt x="33" y="10"/>
                      <a:pt x="33" y="10"/>
                    </a:cubicBezTo>
                    <a:cubicBezTo>
                      <a:pt x="33" y="10"/>
                      <a:pt x="34" y="10"/>
                      <a:pt x="34" y="10"/>
                    </a:cubicBezTo>
                    <a:cubicBezTo>
                      <a:pt x="34" y="10"/>
                      <a:pt x="33" y="11"/>
                      <a:pt x="33" y="11"/>
                    </a:cubicBezTo>
                    <a:cubicBezTo>
                      <a:pt x="33" y="11"/>
                      <a:pt x="33" y="11"/>
                      <a:pt x="34" y="11"/>
                    </a:cubicBezTo>
                    <a:cubicBezTo>
                      <a:pt x="34" y="11"/>
                      <a:pt x="34" y="11"/>
                      <a:pt x="34" y="11"/>
                    </a:cubicBezTo>
                    <a:cubicBezTo>
                      <a:pt x="34" y="11"/>
                      <a:pt x="34" y="11"/>
                      <a:pt x="34" y="11"/>
                    </a:cubicBezTo>
                    <a:cubicBezTo>
                      <a:pt x="34" y="11"/>
                      <a:pt x="35" y="11"/>
                      <a:pt x="35" y="11"/>
                    </a:cubicBezTo>
                    <a:cubicBezTo>
                      <a:pt x="35" y="11"/>
                      <a:pt x="35" y="12"/>
                      <a:pt x="34" y="12"/>
                    </a:cubicBezTo>
                    <a:cubicBezTo>
                      <a:pt x="34" y="12"/>
                      <a:pt x="33" y="12"/>
                      <a:pt x="33" y="12"/>
                    </a:cubicBezTo>
                    <a:cubicBezTo>
                      <a:pt x="33" y="12"/>
                      <a:pt x="32" y="13"/>
                      <a:pt x="32" y="12"/>
                    </a:cubicBezTo>
                    <a:cubicBezTo>
                      <a:pt x="32" y="12"/>
                      <a:pt x="32" y="12"/>
                      <a:pt x="33" y="12"/>
                    </a:cubicBezTo>
                    <a:cubicBezTo>
                      <a:pt x="32" y="12"/>
                      <a:pt x="32" y="12"/>
                      <a:pt x="31" y="12"/>
                    </a:cubicBezTo>
                    <a:cubicBezTo>
                      <a:pt x="31" y="12"/>
                      <a:pt x="30" y="12"/>
                      <a:pt x="30" y="13"/>
                    </a:cubicBezTo>
                    <a:cubicBezTo>
                      <a:pt x="30" y="13"/>
                      <a:pt x="30" y="13"/>
                      <a:pt x="30" y="13"/>
                    </a:cubicBezTo>
                    <a:cubicBezTo>
                      <a:pt x="30" y="13"/>
                      <a:pt x="30" y="13"/>
                      <a:pt x="29" y="14"/>
                    </a:cubicBezTo>
                    <a:cubicBezTo>
                      <a:pt x="29" y="14"/>
                      <a:pt x="29" y="14"/>
                      <a:pt x="29" y="14"/>
                    </a:cubicBezTo>
                    <a:cubicBezTo>
                      <a:pt x="29" y="14"/>
                      <a:pt x="28" y="14"/>
                      <a:pt x="28" y="14"/>
                    </a:cubicBezTo>
                    <a:cubicBezTo>
                      <a:pt x="28" y="14"/>
                      <a:pt x="28" y="14"/>
                      <a:pt x="28" y="14"/>
                    </a:cubicBezTo>
                    <a:cubicBezTo>
                      <a:pt x="28" y="14"/>
                      <a:pt x="28" y="14"/>
                      <a:pt x="28" y="15"/>
                    </a:cubicBezTo>
                    <a:cubicBezTo>
                      <a:pt x="27" y="15"/>
                      <a:pt x="27" y="15"/>
                      <a:pt x="27" y="15"/>
                    </a:cubicBezTo>
                    <a:cubicBezTo>
                      <a:pt x="27" y="15"/>
                      <a:pt x="27" y="15"/>
                      <a:pt x="27" y="15"/>
                    </a:cubicBezTo>
                    <a:cubicBezTo>
                      <a:pt x="27" y="15"/>
                      <a:pt x="27" y="16"/>
                      <a:pt x="27" y="16"/>
                    </a:cubicBezTo>
                    <a:cubicBezTo>
                      <a:pt x="26" y="16"/>
                      <a:pt x="26" y="17"/>
                      <a:pt x="26" y="17"/>
                    </a:cubicBezTo>
                    <a:cubicBezTo>
                      <a:pt x="26" y="17"/>
                      <a:pt x="25" y="17"/>
                      <a:pt x="25" y="17"/>
                    </a:cubicBezTo>
                    <a:cubicBezTo>
                      <a:pt x="25" y="17"/>
                      <a:pt x="25" y="17"/>
                      <a:pt x="25" y="17"/>
                    </a:cubicBezTo>
                    <a:cubicBezTo>
                      <a:pt x="24" y="17"/>
                      <a:pt x="24" y="18"/>
                      <a:pt x="24" y="18"/>
                    </a:cubicBezTo>
                    <a:cubicBezTo>
                      <a:pt x="24" y="28"/>
                      <a:pt x="24" y="28"/>
                      <a:pt x="24" y="28"/>
                    </a:cubicBezTo>
                    <a:cubicBezTo>
                      <a:pt x="24" y="28"/>
                      <a:pt x="24" y="28"/>
                      <a:pt x="25" y="28"/>
                    </a:cubicBezTo>
                    <a:cubicBezTo>
                      <a:pt x="25" y="28"/>
                      <a:pt x="25" y="28"/>
                      <a:pt x="25" y="27"/>
                    </a:cubicBezTo>
                    <a:cubicBezTo>
                      <a:pt x="25" y="27"/>
                      <a:pt x="25" y="27"/>
                      <a:pt x="26" y="27"/>
                    </a:cubicBezTo>
                    <a:cubicBezTo>
                      <a:pt x="26" y="27"/>
                      <a:pt x="26" y="27"/>
                      <a:pt x="26" y="27"/>
                    </a:cubicBezTo>
                    <a:cubicBezTo>
                      <a:pt x="26" y="27"/>
                      <a:pt x="26" y="27"/>
                      <a:pt x="27" y="27"/>
                    </a:cubicBezTo>
                    <a:cubicBezTo>
                      <a:pt x="27" y="27"/>
                      <a:pt x="26" y="27"/>
                      <a:pt x="26" y="27"/>
                    </a:cubicBezTo>
                    <a:cubicBezTo>
                      <a:pt x="27" y="28"/>
                      <a:pt x="27" y="27"/>
                      <a:pt x="27" y="27"/>
                    </a:cubicBezTo>
                    <a:cubicBezTo>
                      <a:pt x="27" y="27"/>
                      <a:pt x="28" y="27"/>
                      <a:pt x="28" y="27"/>
                    </a:cubicBezTo>
                    <a:cubicBezTo>
                      <a:pt x="28" y="27"/>
                      <a:pt x="28" y="28"/>
                      <a:pt x="28" y="28"/>
                    </a:cubicBezTo>
                    <a:cubicBezTo>
                      <a:pt x="28" y="28"/>
                      <a:pt x="29" y="28"/>
                      <a:pt x="29" y="28"/>
                    </a:cubicBezTo>
                    <a:cubicBezTo>
                      <a:pt x="29" y="28"/>
                      <a:pt x="29" y="28"/>
                      <a:pt x="29" y="28"/>
                    </a:cubicBezTo>
                    <a:cubicBezTo>
                      <a:pt x="30" y="28"/>
                      <a:pt x="30" y="28"/>
                      <a:pt x="30" y="28"/>
                    </a:cubicBezTo>
                    <a:cubicBezTo>
                      <a:pt x="30" y="27"/>
                      <a:pt x="31" y="28"/>
                      <a:pt x="31" y="28"/>
                    </a:cubicBezTo>
                    <a:cubicBezTo>
                      <a:pt x="31" y="28"/>
                      <a:pt x="31" y="28"/>
                      <a:pt x="31" y="28"/>
                    </a:cubicBezTo>
                    <a:cubicBezTo>
                      <a:pt x="31" y="28"/>
                      <a:pt x="31" y="28"/>
                      <a:pt x="31" y="28"/>
                    </a:cubicBezTo>
                    <a:cubicBezTo>
                      <a:pt x="31" y="28"/>
                      <a:pt x="31" y="28"/>
                      <a:pt x="31" y="28"/>
                    </a:cubicBezTo>
                    <a:cubicBezTo>
                      <a:pt x="31" y="29"/>
                      <a:pt x="32" y="29"/>
                      <a:pt x="32" y="29"/>
                    </a:cubicBezTo>
                    <a:cubicBezTo>
                      <a:pt x="32" y="29"/>
                      <a:pt x="32" y="29"/>
                      <a:pt x="32" y="29"/>
                    </a:cubicBezTo>
                    <a:cubicBezTo>
                      <a:pt x="33" y="30"/>
                      <a:pt x="33" y="30"/>
                      <a:pt x="33" y="30"/>
                    </a:cubicBezTo>
                    <a:cubicBezTo>
                      <a:pt x="34" y="30"/>
                      <a:pt x="34" y="30"/>
                      <a:pt x="34" y="30"/>
                    </a:cubicBezTo>
                    <a:cubicBezTo>
                      <a:pt x="34" y="30"/>
                      <a:pt x="35" y="30"/>
                      <a:pt x="35" y="30"/>
                    </a:cubicBezTo>
                    <a:cubicBezTo>
                      <a:pt x="35" y="30"/>
                      <a:pt x="36" y="31"/>
                      <a:pt x="36" y="31"/>
                    </a:cubicBezTo>
                    <a:cubicBezTo>
                      <a:pt x="36" y="31"/>
                      <a:pt x="36" y="31"/>
                      <a:pt x="36" y="31"/>
                    </a:cubicBezTo>
                    <a:cubicBezTo>
                      <a:pt x="36" y="32"/>
                      <a:pt x="36" y="32"/>
                      <a:pt x="36" y="32"/>
                    </a:cubicBezTo>
                    <a:cubicBezTo>
                      <a:pt x="36" y="32"/>
                      <a:pt x="36" y="32"/>
                      <a:pt x="36" y="33"/>
                    </a:cubicBezTo>
                    <a:cubicBezTo>
                      <a:pt x="37" y="33"/>
                      <a:pt x="37" y="33"/>
                      <a:pt x="37" y="33"/>
                    </a:cubicBezTo>
                    <a:cubicBezTo>
                      <a:pt x="37" y="33"/>
                      <a:pt x="37" y="33"/>
                      <a:pt x="37" y="33"/>
                    </a:cubicBezTo>
                    <a:cubicBezTo>
                      <a:pt x="37" y="33"/>
                      <a:pt x="38" y="33"/>
                      <a:pt x="38" y="33"/>
                    </a:cubicBezTo>
                    <a:cubicBezTo>
                      <a:pt x="38" y="33"/>
                      <a:pt x="38" y="33"/>
                      <a:pt x="38" y="33"/>
                    </a:cubicBezTo>
                    <a:cubicBezTo>
                      <a:pt x="38" y="33"/>
                      <a:pt x="39" y="34"/>
                      <a:pt x="39" y="34"/>
                    </a:cubicBezTo>
                    <a:cubicBezTo>
                      <a:pt x="39" y="34"/>
                      <a:pt x="39" y="34"/>
                      <a:pt x="39" y="34"/>
                    </a:cubicBezTo>
                    <a:cubicBezTo>
                      <a:pt x="39" y="34"/>
                      <a:pt x="40" y="34"/>
                      <a:pt x="40" y="34"/>
                    </a:cubicBezTo>
                    <a:cubicBezTo>
                      <a:pt x="40" y="34"/>
                      <a:pt x="40" y="34"/>
                      <a:pt x="40" y="34"/>
                    </a:cubicBezTo>
                    <a:cubicBezTo>
                      <a:pt x="41" y="34"/>
                      <a:pt x="41" y="34"/>
                      <a:pt x="41" y="34"/>
                    </a:cubicBezTo>
                    <a:cubicBezTo>
                      <a:pt x="38" y="39"/>
                      <a:pt x="33" y="43"/>
                      <a:pt x="28" y="44"/>
                    </a:cubicBezTo>
                    <a:cubicBezTo>
                      <a:pt x="28" y="44"/>
                      <a:pt x="28" y="44"/>
                      <a:pt x="28" y="43"/>
                    </a:cubicBezTo>
                    <a:cubicBezTo>
                      <a:pt x="28" y="43"/>
                      <a:pt x="28" y="42"/>
                      <a:pt x="28" y="42"/>
                    </a:cubicBezTo>
                    <a:cubicBezTo>
                      <a:pt x="28" y="42"/>
                      <a:pt x="27" y="41"/>
                      <a:pt x="27" y="41"/>
                    </a:cubicBezTo>
                    <a:cubicBezTo>
                      <a:pt x="27" y="41"/>
                      <a:pt x="27" y="40"/>
                      <a:pt x="26" y="40"/>
                    </a:cubicBezTo>
                    <a:cubicBezTo>
                      <a:pt x="26" y="40"/>
                      <a:pt x="26" y="40"/>
                      <a:pt x="26" y="40"/>
                    </a:cubicBezTo>
                    <a:cubicBezTo>
                      <a:pt x="25" y="40"/>
                      <a:pt x="25" y="39"/>
                      <a:pt x="25" y="39"/>
                    </a:cubicBezTo>
                    <a:cubicBezTo>
                      <a:pt x="24" y="39"/>
                      <a:pt x="24" y="39"/>
                      <a:pt x="24" y="39"/>
                    </a:cubicBezTo>
                    <a:cubicBezTo>
                      <a:pt x="24" y="39"/>
                      <a:pt x="24" y="38"/>
                      <a:pt x="24" y="38"/>
                    </a:cubicBezTo>
                    <a:lnTo>
                      <a:pt x="24" y="46"/>
                    </a:lnTo>
                    <a:close/>
                    <a:moveTo>
                      <a:pt x="0" y="18"/>
                    </a:moveTo>
                    <a:cubicBezTo>
                      <a:pt x="0" y="18"/>
                      <a:pt x="0" y="19"/>
                      <a:pt x="0" y="19"/>
                    </a:cubicBezTo>
                    <a:cubicBezTo>
                      <a:pt x="0" y="20"/>
                      <a:pt x="0" y="20"/>
                      <a:pt x="0" y="20"/>
                    </a:cubicBezTo>
                    <a:cubicBezTo>
                      <a:pt x="0" y="21"/>
                      <a:pt x="0" y="22"/>
                      <a:pt x="0" y="23"/>
                    </a:cubicBezTo>
                    <a:cubicBezTo>
                      <a:pt x="0" y="23"/>
                      <a:pt x="0" y="24"/>
                      <a:pt x="0" y="25"/>
                    </a:cubicBezTo>
                    <a:cubicBezTo>
                      <a:pt x="0" y="25"/>
                      <a:pt x="0" y="26"/>
                      <a:pt x="0" y="26"/>
                    </a:cubicBezTo>
                    <a:cubicBezTo>
                      <a:pt x="0" y="27"/>
                      <a:pt x="0" y="27"/>
                      <a:pt x="0" y="27"/>
                    </a:cubicBezTo>
                    <a:cubicBezTo>
                      <a:pt x="0" y="28"/>
                      <a:pt x="0" y="28"/>
                      <a:pt x="0" y="28"/>
                    </a:cubicBezTo>
                    <a:cubicBezTo>
                      <a:pt x="0" y="29"/>
                      <a:pt x="1" y="30"/>
                      <a:pt x="1" y="31"/>
                    </a:cubicBezTo>
                    <a:cubicBezTo>
                      <a:pt x="1" y="31"/>
                      <a:pt x="1" y="31"/>
                      <a:pt x="1" y="32"/>
                    </a:cubicBezTo>
                    <a:cubicBezTo>
                      <a:pt x="1" y="32"/>
                      <a:pt x="2" y="32"/>
                      <a:pt x="2" y="33"/>
                    </a:cubicBezTo>
                    <a:cubicBezTo>
                      <a:pt x="2" y="33"/>
                      <a:pt x="2" y="33"/>
                      <a:pt x="2" y="33"/>
                    </a:cubicBezTo>
                    <a:cubicBezTo>
                      <a:pt x="2" y="34"/>
                      <a:pt x="2" y="34"/>
                      <a:pt x="3" y="34"/>
                    </a:cubicBezTo>
                    <a:cubicBezTo>
                      <a:pt x="3" y="35"/>
                      <a:pt x="4" y="36"/>
                      <a:pt x="4" y="37"/>
                    </a:cubicBezTo>
                    <a:cubicBezTo>
                      <a:pt x="5" y="37"/>
                      <a:pt x="5" y="38"/>
                      <a:pt x="6" y="38"/>
                    </a:cubicBezTo>
                    <a:cubicBezTo>
                      <a:pt x="6" y="39"/>
                      <a:pt x="6" y="39"/>
                      <a:pt x="6" y="39"/>
                    </a:cubicBezTo>
                    <a:cubicBezTo>
                      <a:pt x="7" y="39"/>
                      <a:pt x="7" y="40"/>
                      <a:pt x="7" y="40"/>
                    </a:cubicBezTo>
                    <a:cubicBezTo>
                      <a:pt x="8" y="41"/>
                      <a:pt x="10" y="42"/>
                      <a:pt x="11" y="43"/>
                    </a:cubicBezTo>
                    <a:cubicBezTo>
                      <a:pt x="11" y="43"/>
                      <a:pt x="12" y="43"/>
                      <a:pt x="12" y="43"/>
                    </a:cubicBezTo>
                    <a:cubicBezTo>
                      <a:pt x="13" y="44"/>
                      <a:pt x="13" y="44"/>
                      <a:pt x="14" y="44"/>
                    </a:cubicBezTo>
                    <a:cubicBezTo>
                      <a:pt x="14" y="44"/>
                      <a:pt x="15" y="44"/>
                      <a:pt x="15" y="45"/>
                    </a:cubicBezTo>
                    <a:cubicBezTo>
                      <a:pt x="18" y="45"/>
                      <a:pt x="20" y="46"/>
                      <a:pt x="23" y="46"/>
                    </a:cubicBezTo>
                    <a:cubicBezTo>
                      <a:pt x="23" y="46"/>
                      <a:pt x="24" y="46"/>
                      <a:pt x="24" y="46"/>
                    </a:cubicBezTo>
                    <a:cubicBezTo>
                      <a:pt x="24" y="38"/>
                      <a:pt x="24" y="38"/>
                      <a:pt x="24" y="38"/>
                    </a:cubicBezTo>
                    <a:cubicBezTo>
                      <a:pt x="24" y="38"/>
                      <a:pt x="24" y="38"/>
                      <a:pt x="24" y="38"/>
                    </a:cubicBezTo>
                    <a:cubicBezTo>
                      <a:pt x="24" y="37"/>
                      <a:pt x="23" y="37"/>
                      <a:pt x="23" y="36"/>
                    </a:cubicBezTo>
                    <a:cubicBezTo>
                      <a:pt x="23" y="36"/>
                      <a:pt x="23" y="36"/>
                      <a:pt x="23" y="36"/>
                    </a:cubicBezTo>
                    <a:cubicBezTo>
                      <a:pt x="22" y="36"/>
                      <a:pt x="22" y="35"/>
                      <a:pt x="22" y="35"/>
                    </a:cubicBezTo>
                    <a:cubicBezTo>
                      <a:pt x="22" y="35"/>
                      <a:pt x="22" y="35"/>
                      <a:pt x="22" y="35"/>
                    </a:cubicBezTo>
                    <a:cubicBezTo>
                      <a:pt x="22" y="34"/>
                      <a:pt x="22" y="34"/>
                      <a:pt x="22" y="34"/>
                    </a:cubicBezTo>
                    <a:cubicBezTo>
                      <a:pt x="22" y="34"/>
                      <a:pt x="22" y="34"/>
                      <a:pt x="22" y="33"/>
                    </a:cubicBezTo>
                    <a:cubicBezTo>
                      <a:pt x="22" y="33"/>
                      <a:pt x="22" y="33"/>
                      <a:pt x="22" y="33"/>
                    </a:cubicBezTo>
                    <a:cubicBezTo>
                      <a:pt x="22" y="32"/>
                      <a:pt x="22" y="32"/>
                      <a:pt x="22" y="32"/>
                    </a:cubicBezTo>
                    <a:cubicBezTo>
                      <a:pt x="23" y="32"/>
                      <a:pt x="23" y="32"/>
                      <a:pt x="23" y="32"/>
                    </a:cubicBezTo>
                    <a:cubicBezTo>
                      <a:pt x="23" y="32"/>
                      <a:pt x="23" y="32"/>
                      <a:pt x="23" y="31"/>
                    </a:cubicBezTo>
                    <a:cubicBezTo>
                      <a:pt x="23" y="31"/>
                      <a:pt x="24" y="31"/>
                      <a:pt x="24" y="31"/>
                    </a:cubicBezTo>
                    <a:cubicBezTo>
                      <a:pt x="24" y="31"/>
                      <a:pt x="24" y="30"/>
                      <a:pt x="24" y="30"/>
                    </a:cubicBezTo>
                    <a:cubicBezTo>
                      <a:pt x="24" y="29"/>
                      <a:pt x="23" y="29"/>
                      <a:pt x="23" y="29"/>
                    </a:cubicBezTo>
                    <a:cubicBezTo>
                      <a:pt x="23" y="29"/>
                      <a:pt x="23" y="28"/>
                      <a:pt x="23" y="28"/>
                    </a:cubicBezTo>
                    <a:cubicBezTo>
                      <a:pt x="23" y="28"/>
                      <a:pt x="23" y="29"/>
                      <a:pt x="23" y="29"/>
                    </a:cubicBezTo>
                    <a:cubicBezTo>
                      <a:pt x="22" y="29"/>
                      <a:pt x="22" y="29"/>
                      <a:pt x="22" y="29"/>
                    </a:cubicBezTo>
                    <a:cubicBezTo>
                      <a:pt x="22" y="29"/>
                      <a:pt x="22" y="29"/>
                      <a:pt x="22" y="29"/>
                    </a:cubicBezTo>
                    <a:cubicBezTo>
                      <a:pt x="21" y="29"/>
                      <a:pt x="21" y="29"/>
                      <a:pt x="21" y="29"/>
                    </a:cubicBezTo>
                    <a:cubicBezTo>
                      <a:pt x="21" y="29"/>
                      <a:pt x="21" y="28"/>
                      <a:pt x="21" y="28"/>
                    </a:cubicBezTo>
                    <a:cubicBezTo>
                      <a:pt x="20" y="28"/>
                      <a:pt x="20" y="28"/>
                      <a:pt x="20" y="28"/>
                    </a:cubicBezTo>
                    <a:cubicBezTo>
                      <a:pt x="20" y="28"/>
                      <a:pt x="20" y="28"/>
                      <a:pt x="20" y="27"/>
                    </a:cubicBezTo>
                    <a:cubicBezTo>
                      <a:pt x="20" y="27"/>
                      <a:pt x="20" y="27"/>
                      <a:pt x="19" y="26"/>
                    </a:cubicBezTo>
                    <a:cubicBezTo>
                      <a:pt x="19" y="26"/>
                      <a:pt x="19" y="26"/>
                      <a:pt x="18" y="26"/>
                    </a:cubicBezTo>
                    <a:cubicBezTo>
                      <a:pt x="18" y="26"/>
                      <a:pt x="18" y="26"/>
                      <a:pt x="18" y="26"/>
                    </a:cubicBezTo>
                    <a:cubicBezTo>
                      <a:pt x="18" y="26"/>
                      <a:pt x="18" y="26"/>
                      <a:pt x="18" y="26"/>
                    </a:cubicBezTo>
                    <a:cubicBezTo>
                      <a:pt x="17" y="26"/>
                      <a:pt x="17" y="25"/>
                      <a:pt x="16" y="25"/>
                    </a:cubicBezTo>
                    <a:cubicBezTo>
                      <a:pt x="16" y="25"/>
                      <a:pt x="16" y="25"/>
                      <a:pt x="16" y="25"/>
                    </a:cubicBezTo>
                    <a:cubicBezTo>
                      <a:pt x="15" y="25"/>
                      <a:pt x="15" y="25"/>
                      <a:pt x="15" y="25"/>
                    </a:cubicBezTo>
                    <a:cubicBezTo>
                      <a:pt x="14" y="25"/>
                      <a:pt x="14" y="25"/>
                      <a:pt x="14" y="25"/>
                    </a:cubicBezTo>
                    <a:cubicBezTo>
                      <a:pt x="14" y="25"/>
                      <a:pt x="13" y="24"/>
                      <a:pt x="13" y="24"/>
                    </a:cubicBezTo>
                    <a:cubicBezTo>
                      <a:pt x="13" y="24"/>
                      <a:pt x="13" y="24"/>
                      <a:pt x="13" y="24"/>
                    </a:cubicBezTo>
                    <a:cubicBezTo>
                      <a:pt x="13" y="24"/>
                      <a:pt x="12" y="24"/>
                      <a:pt x="12" y="24"/>
                    </a:cubicBezTo>
                    <a:cubicBezTo>
                      <a:pt x="12" y="24"/>
                      <a:pt x="12" y="23"/>
                      <a:pt x="12" y="23"/>
                    </a:cubicBezTo>
                    <a:cubicBezTo>
                      <a:pt x="12" y="23"/>
                      <a:pt x="12" y="23"/>
                      <a:pt x="12" y="23"/>
                    </a:cubicBezTo>
                    <a:cubicBezTo>
                      <a:pt x="12" y="22"/>
                      <a:pt x="12" y="22"/>
                      <a:pt x="11" y="21"/>
                    </a:cubicBezTo>
                    <a:cubicBezTo>
                      <a:pt x="11" y="21"/>
                      <a:pt x="11" y="21"/>
                      <a:pt x="11" y="21"/>
                    </a:cubicBezTo>
                    <a:cubicBezTo>
                      <a:pt x="11" y="20"/>
                      <a:pt x="11" y="20"/>
                      <a:pt x="11" y="20"/>
                    </a:cubicBezTo>
                    <a:cubicBezTo>
                      <a:pt x="11" y="20"/>
                      <a:pt x="10" y="20"/>
                      <a:pt x="10" y="20"/>
                    </a:cubicBezTo>
                    <a:cubicBezTo>
                      <a:pt x="10" y="19"/>
                      <a:pt x="10" y="19"/>
                      <a:pt x="10" y="19"/>
                    </a:cubicBezTo>
                    <a:cubicBezTo>
                      <a:pt x="10" y="19"/>
                      <a:pt x="10" y="19"/>
                      <a:pt x="10" y="18"/>
                    </a:cubicBezTo>
                    <a:cubicBezTo>
                      <a:pt x="10" y="18"/>
                      <a:pt x="9" y="18"/>
                      <a:pt x="9" y="19"/>
                    </a:cubicBezTo>
                    <a:cubicBezTo>
                      <a:pt x="9" y="19"/>
                      <a:pt x="9" y="19"/>
                      <a:pt x="9" y="19"/>
                    </a:cubicBezTo>
                    <a:cubicBezTo>
                      <a:pt x="10" y="19"/>
                      <a:pt x="9" y="20"/>
                      <a:pt x="10" y="20"/>
                    </a:cubicBezTo>
                    <a:cubicBezTo>
                      <a:pt x="10" y="20"/>
                      <a:pt x="10" y="20"/>
                      <a:pt x="10" y="20"/>
                    </a:cubicBezTo>
                    <a:cubicBezTo>
                      <a:pt x="10" y="21"/>
                      <a:pt x="10" y="21"/>
                      <a:pt x="10" y="21"/>
                    </a:cubicBezTo>
                    <a:cubicBezTo>
                      <a:pt x="10" y="21"/>
                      <a:pt x="10" y="22"/>
                      <a:pt x="10" y="22"/>
                    </a:cubicBezTo>
                    <a:cubicBezTo>
                      <a:pt x="10" y="22"/>
                      <a:pt x="10" y="22"/>
                      <a:pt x="10" y="21"/>
                    </a:cubicBezTo>
                    <a:cubicBezTo>
                      <a:pt x="10" y="21"/>
                      <a:pt x="9" y="21"/>
                      <a:pt x="9" y="21"/>
                    </a:cubicBezTo>
                    <a:cubicBezTo>
                      <a:pt x="9" y="21"/>
                      <a:pt x="10" y="21"/>
                      <a:pt x="9" y="21"/>
                    </a:cubicBezTo>
                    <a:cubicBezTo>
                      <a:pt x="9" y="20"/>
                      <a:pt x="9" y="20"/>
                      <a:pt x="9" y="20"/>
                    </a:cubicBezTo>
                    <a:cubicBezTo>
                      <a:pt x="9" y="20"/>
                      <a:pt x="9" y="20"/>
                      <a:pt x="9" y="19"/>
                    </a:cubicBezTo>
                    <a:cubicBezTo>
                      <a:pt x="9" y="19"/>
                      <a:pt x="9" y="19"/>
                      <a:pt x="9" y="19"/>
                    </a:cubicBezTo>
                    <a:cubicBezTo>
                      <a:pt x="8" y="19"/>
                      <a:pt x="8" y="18"/>
                      <a:pt x="8" y="18"/>
                    </a:cubicBezTo>
                    <a:cubicBezTo>
                      <a:pt x="8" y="18"/>
                      <a:pt x="8" y="17"/>
                      <a:pt x="8" y="17"/>
                    </a:cubicBezTo>
                    <a:cubicBezTo>
                      <a:pt x="8" y="17"/>
                      <a:pt x="8" y="17"/>
                      <a:pt x="8" y="17"/>
                    </a:cubicBezTo>
                    <a:cubicBezTo>
                      <a:pt x="8" y="17"/>
                      <a:pt x="8" y="17"/>
                      <a:pt x="7" y="17"/>
                    </a:cubicBezTo>
                    <a:cubicBezTo>
                      <a:pt x="7" y="16"/>
                      <a:pt x="7" y="16"/>
                      <a:pt x="7" y="16"/>
                    </a:cubicBezTo>
                    <a:cubicBezTo>
                      <a:pt x="7" y="16"/>
                      <a:pt x="7" y="15"/>
                      <a:pt x="7" y="15"/>
                    </a:cubicBezTo>
                    <a:cubicBezTo>
                      <a:pt x="7" y="15"/>
                      <a:pt x="7" y="14"/>
                      <a:pt x="7" y="14"/>
                    </a:cubicBezTo>
                    <a:cubicBezTo>
                      <a:pt x="7" y="14"/>
                      <a:pt x="8" y="14"/>
                      <a:pt x="8" y="13"/>
                    </a:cubicBezTo>
                    <a:cubicBezTo>
                      <a:pt x="8" y="13"/>
                      <a:pt x="8" y="13"/>
                      <a:pt x="8" y="13"/>
                    </a:cubicBezTo>
                    <a:cubicBezTo>
                      <a:pt x="8" y="13"/>
                      <a:pt x="8" y="12"/>
                      <a:pt x="9" y="12"/>
                    </a:cubicBezTo>
                    <a:cubicBezTo>
                      <a:pt x="9" y="12"/>
                      <a:pt x="9" y="11"/>
                      <a:pt x="9" y="11"/>
                    </a:cubicBezTo>
                    <a:cubicBezTo>
                      <a:pt x="10" y="11"/>
                      <a:pt x="10" y="10"/>
                      <a:pt x="10" y="10"/>
                    </a:cubicBezTo>
                    <a:cubicBezTo>
                      <a:pt x="10" y="10"/>
                      <a:pt x="9" y="10"/>
                      <a:pt x="9" y="9"/>
                    </a:cubicBezTo>
                    <a:cubicBezTo>
                      <a:pt x="9" y="9"/>
                      <a:pt x="10" y="9"/>
                      <a:pt x="10" y="9"/>
                    </a:cubicBezTo>
                    <a:cubicBezTo>
                      <a:pt x="10" y="9"/>
                      <a:pt x="10" y="9"/>
                      <a:pt x="10" y="9"/>
                    </a:cubicBezTo>
                    <a:cubicBezTo>
                      <a:pt x="10" y="8"/>
                      <a:pt x="10" y="8"/>
                      <a:pt x="10" y="8"/>
                    </a:cubicBezTo>
                    <a:cubicBezTo>
                      <a:pt x="10" y="8"/>
                      <a:pt x="10" y="8"/>
                      <a:pt x="10" y="7"/>
                    </a:cubicBezTo>
                    <a:cubicBezTo>
                      <a:pt x="10" y="7"/>
                      <a:pt x="9" y="8"/>
                      <a:pt x="9" y="7"/>
                    </a:cubicBezTo>
                    <a:cubicBezTo>
                      <a:pt x="9" y="7"/>
                      <a:pt x="9" y="7"/>
                      <a:pt x="9" y="7"/>
                    </a:cubicBezTo>
                    <a:cubicBezTo>
                      <a:pt x="9" y="7"/>
                      <a:pt x="9" y="7"/>
                      <a:pt x="9" y="7"/>
                    </a:cubicBezTo>
                    <a:cubicBezTo>
                      <a:pt x="9" y="6"/>
                      <a:pt x="9" y="6"/>
                      <a:pt x="9" y="6"/>
                    </a:cubicBezTo>
                    <a:cubicBezTo>
                      <a:pt x="9" y="6"/>
                      <a:pt x="9" y="6"/>
                      <a:pt x="9" y="6"/>
                    </a:cubicBezTo>
                    <a:cubicBezTo>
                      <a:pt x="12" y="3"/>
                      <a:pt x="15" y="2"/>
                      <a:pt x="19" y="1"/>
                    </a:cubicBezTo>
                    <a:cubicBezTo>
                      <a:pt x="19" y="1"/>
                      <a:pt x="19" y="1"/>
                      <a:pt x="19" y="1"/>
                    </a:cubicBezTo>
                    <a:cubicBezTo>
                      <a:pt x="19" y="1"/>
                      <a:pt x="19" y="1"/>
                      <a:pt x="19" y="1"/>
                    </a:cubicBezTo>
                    <a:cubicBezTo>
                      <a:pt x="19" y="1"/>
                      <a:pt x="19" y="1"/>
                      <a:pt x="20" y="1"/>
                    </a:cubicBezTo>
                    <a:cubicBezTo>
                      <a:pt x="20" y="1"/>
                      <a:pt x="20" y="1"/>
                      <a:pt x="20" y="1"/>
                    </a:cubicBezTo>
                    <a:cubicBezTo>
                      <a:pt x="21" y="1"/>
                      <a:pt x="21" y="2"/>
                      <a:pt x="22" y="2"/>
                    </a:cubicBezTo>
                    <a:cubicBezTo>
                      <a:pt x="22" y="2"/>
                      <a:pt x="22" y="1"/>
                      <a:pt x="22" y="1"/>
                    </a:cubicBezTo>
                    <a:cubicBezTo>
                      <a:pt x="22" y="1"/>
                      <a:pt x="22" y="1"/>
                      <a:pt x="22" y="1"/>
                    </a:cubicBezTo>
                    <a:cubicBezTo>
                      <a:pt x="22" y="1"/>
                      <a:pt x="22" y="1"/>
                      <a:pt x="23" y="1"/>
                    </a:cubicBezTo>
                    <a:cubicBezTo>
                      <a:pt x="23" y="1"/>
                      <a:pt x="24" y="1"/>
                      <a:pt x="24" y="1"/>
                    </a:cubicBezTo>
                    <a:cubicBezTo>
                      <a:pt x="24" y="0"/>
                      <a:pt x="24" y="0"/>
                      <a:pt x="24" y="0"/>
                    </a:cubicBezTo>
                    <a:cubicBezTo>
                      <a:pt x="24" y="0"/>
                      <a:pt x="23" y="0"/>
                      <a:pt x="23" y="0"/>
                    </a:cubicBezTo>
                    <a:cubicBezTo>
                      <a:pt x="23" y="0"/>
                      <a:pt x="23" y="0"/>
                      <a:pt x="23" y="0"/>
                    </a:cubicBezTo>
                    <a:cubicBezTo>
                      <a:pt x="22" y="0"/>
                      <a:pt x="22" y="0"/>
                      <a:pt x="22" y="0"/>
                    </a:cubicBezTo>
                    <a:cubicBezTo>
                      <a:pt x="20" y="0"/>
                      <a:pt x="17" y="0"/>
                      <a:pt x="15" y="1"/>
                    </a:cubicBezTo>
                    <a:cubicBezTo>
                      <a:pt x="15" y="1"/>
                      <a:pt x="14" y="1"/>
                      <a:pt x="14" y="1"/>
                    </a:cubicBezTo>
                    <a:cubicBezTo>
                      <a:pt x="14" y="1"/>
                      <a:pt x="14" y="1"/>
                      <a:pt x="14" y="1"/>
                    </a:cubicBezTo>
                    <a:cubicBezTo>
                      <a:pt x="14" y="1"/>
                      <a:pt x="13" y="2"/>
                      <a:pt x="13" y="2"/>
                    </a:cubicBezTo>
                    <a:cubicBezTo>
                      <a:pt x="13" y="2"/>
                      <a:pt x="12" y="2"/>
                      <a:pt x="12" y="2"/>
                    </a:cubicBezTo>
                    <a:cubicBezTo>
                      <a:pt x="12" y="2"/>
                      <a:pt x="11" y="2"/>
                      <a:pt x="11" y="3"/>
                    </a:cubicBezTo>
                    <a:cubicBezTo>
                      <a:pt x="10" y="3"/>
                      <a:pt x="9" y="4"/>
                      <a:pt x="7" y="5"/>
                    </a:cubicBezTo>
                    <a:cubicBezTo>
                      <a:pt x="7" y="5"/>
                      <a:pt x="7" y="5"/>
                      <a:pt x="7" y="6"/>
                    </a:cubicBezTo>
                    <a:cubicBezTo>
                      <a:pt x="7" y="6"/>
                      <a:pt x="7" y="6"/>
                      <a:pt x="6" y="6"/>
                    </a:cubicBezTo>
                    <a:cubicBezTo>
                      <a:pt x="6" y="7"/>
                      <a:pt x="6" y="7"/>
                      <a:pt x="6" y="7"/>
                    </a:cubicBezTo>
                    <a:cubicBezTo>
                      <a:pt x="5" y="8"/>
                      <a:pt x="5" y="8"/>
                      <a:pt x="4" y="8"/>
                    </a:cubicBezTo>
                    <a:cubicBezTo>
                      <a:pt x="4" y="9"/>
                      <a:pt x="3" y="10"/>
                      <a:pt x="3" y="11"/>
                    </a:cubicBezTo>
                    <a:cubicBezTo>
                      <a:pt x="2" y="12"/>
                      <a:pt x="2" y="12"/>
                      <a:pt x="2" y="12"/>
                    </a:cubicBezTo>
                    <a:cubicBezTo>
                      <a:pt x="2" y="12"/>
                      <a:pt x="2" y="13"/>
                      <a:pt x="2" y="13"/>
                    </a:cubicBezTo>
                    <a:cubicBezTo>
                      <a:pt x="2" y="13"/>
                      <a:pt x="1" y="14"/>
                      <a:pt x="1" y="14"/>
                    </a:cubicBezTo>
                    <a:cubicBezTo>
                      <a:pt x="1" y="14"/>
                      <a:pt x="1" y="15"/>
                      <a:pt x="1" y="15"/>
                    </a:cubicBezTo>
                    <a:cubicBezTo>
                      <a:pt x="1" y="15"/>
                      <a:pt x="0" y="16"/>
                      <a:pt x="0" y="17"/>
                    </a:cubicBezTo>
                    <a:cubicBezTo>
                      <a:pt x="0" y="17"/>
                      <a:pt x="0" y="18"/>
                      <a:pt x="0" y="18"/>
                    </a:cubicBezTo>
                    <a:close/>
                    <a:moveTo>
                      <a:pt x="24" y="18"/>
                    </a:moveTo>
                    <a:cubicBezTo>
                      <a:pt x="24" y="28"/>
                      <a:pt x="24" y="28"/>
                      <a:pt x="24" y="28"/>
                    </a:cubicBezTo>
                    <a:cubicBezTo>
                      <a:pt x="24" y="29"/>
                      <a:pt x="24" y="29"/>
                      <a:pt x="24" y="29"/>
                    </a:cubicBezTo>
                    <a:cubicBezTo>
                      <a:pt x="24" y="29"/>
                      <a:pt x="24" y="28"/>
                      <a:pt x="23" y="28"/>
                    </a:cubicBezTo>
                    <a:cubicBezTo>
                      <a:pt x="23" y="28"/>
                      <a:pt x="23" y="28"/>
                      <a:pt x="22" y="28"/>
                    </a:cubicBezTo>
                    <a:cubicBezTo>
                      <a:pt x="22" y="28"/>
                      <a:pt x="21" y="28"/>
                      <a:pt x="21" y="27"/>
                    </a:cubicBezTo>
                    <a:cubicBezTo>
                      <a:pt x="21" y="27"/>
                      <a:pt x="21" y="27"/>
                      <a:pt x="21" y="26"/>
                    </a:cubicBezTo>
                    <a:cubicBezTo>
                      <a:pt x="21" y="26"/>
                      <a:pt x="21" y="26"/>
                      <a:pt x="21" y="26"/>
                    </a:cubicBezTo>
                    <a:cubicBezTo>
                      <a:pt x="21" y="25"/>
                      <a:pt x="21" y="25"/>
                      <a:pt x="21" y="25"/>
                    </a:cubicBezTo>
                    <a:cubicBezTo>
                      <a:pt x="20" y="25"/>
                      <a:pt x="20" y="25"/>
                      <a:pt x="19" y="25"/>
                    </a:cubicBezTo>
                    <a:cubicBezTo>
                      <a:pt x="19" y="25"/>
                      <a:pt x="19" y="25"/>
                      <a:pt x="19" y="25"/>
                    </a:cubicBezTo>
                    <a:cubicBezTo>
                      <a:pt x="19" y="25"/>
                      <a:pt x="19" y="24"/>
                      <a:pt x="19" y="24"/>
                    </a:cubicBezTo>
                    <a:cubicBezTo>
                      <a:pt x="19" y="24"/>
                      <a:pt x="20" y="24"/>
                      <a:pt x="20" y="24"/>
                    </a:cubicBezTo>
                    <a:cubicBezTo>
                      <a:pt x="20" y="24"/>
                      <a:pt x="20" y="24"/>
                      <a:pt x="20" y="23"/>
                    </a:cubicBezTo>
                    <a:cubicBezTo>
                      <a:pt x="20" y="23"/>
                      <a:pt x="20" y="23"/>
                      <a:pt x="20" y="23"/>
                    </a:cubicBezTo>
                    <a:cubicBezTo>
                      <a:pt x="20" y="23"/>
                      <a:pt x="20" y="23"/>
                      <a:pt x="20" y="23"/>
                    </a:cubicBezTo>
                    <a:cubicBezTo>
                      <a:pt x="19" y="23"/>
                      <a:pt x="19" y="23"/>
                      <a:pt x="19" y="23"/>
                    </a:cubicBezTo>
                    <a:cubicBezTo>
                      <a:pt x="18" y="23"/>
                      <a:pt x="18" y="24"/>
                      <a:pt x="18" y="24"/>
                    </a:cubicBezTo>
                    <a:cubicBezTo>
                      <a:pt x="18" y="24"/>
                      <a:pt x="18" y="24"/>
                      <a:pt x="17" y="24"/>
                    </a:cubicBezTo>
                    <a:cubicBezTo>
                      <a:pt x="17" y="24"/>
                      <a:pt x="17" y="24"/>
                      <a:pt x="17" y="24"/>
                    </a:cubicBezTo>
                    <a:cubicBezTo>
                      <a:pt x="17" y="24"/>
                      <a:pt x="16" y="24"/>
                      <a:pt x="16" y="24"/>
                    </a:cubicBezTo>
                    <a:cubicBezTo>
                      <a:pt x="16" y="24"/>
                      <a:pt x="16" y="23"/>
                      <a:pt x="16" y="23"/>
                    </a:cubicBezTo>
                    <a:cubicBezTo>
                      <a:pt x="15" y="22"/>
                      <a:pt x="16" y="21"/>
                      <a:pt x="16" y="21"/>
                    </a:cubicBezTo>
                    <a:cubicBezTo>
                      <a:pt x="16" y="21"/>
                      <a:pt x="16" y="21"/>
                      <a:pt x="16" y="21"/>
                    </a:cubicBezTo>
                    <a:cubicBezTo>
                      <a:pt x="16" y="20"/>
                      <a:pt x="16" y="20"/>
                      <a:pt x="16" y="20"/>
                    </a:cubicBezTo>
                    <a:cubicBezTo>
                      <a:pt x="16" y="20"/>
                      <a:pt x="17" y="19"/>
                      <a:pt x="17" y="19"/>
                    </a:cubicBezTo>
                    <a:cubicBezTo>
                      <a:pt x="17" y="19"/>
                      <a:pt x="18" y="19"/>
                      <a:pt x="18" y="19"/>
                    </a:cubicBezTo>
                    <a:cubicBezTo>
                      <a:pt x="18" y="19"/>
                      <a:pt x="19" y="19"/>
                      <a:pt x="19" y="19"/>
                    </a:cubicBezTo>
                    <a:cubicBezTo>
                      <a:pt x="19" y="19"/>
                      <a:pt x="19" y="19"/>
                      <a:pt x="19" y="19"/>
                    </a:cubicBezTo>
                    <a:cubicBezTo>
                      <a:pt x="20" y="19"/>
                      <a:pt x="20" y="19"/>
                      <a:pt x="20" y="19"/>
                    </a:cubicBezTo>
                    <a:cubicBezTo>
                      <a:pt x="21" y="19"/>
                      <a:pt x="21" y="18"/>
                      <a:pt x="21" y="19"/>
                    </a:cubicBezTo>
                    <a:cubicBezTo>
                      <a:pt x="22" y="19"/>
                      <a:pt x="22" y="19"/>
                      <a:pt x="22" y="19"/>
                    </a:cubicBezTo>
                    <a:cubicBezTo>
                      <a:pt x="22" y="19"/>
                      <a:pt x="22" y="19"/>
                      <a:pt x="22" y="19"/>
                    </a:cubicBezTo>
                    <a:cubicBezTo>
                      <a:pt x="22" y="19"/>
                      <a:pt x="23" y="19"/>
                      <a:pt x="23" y="19"/>
                    </a:cubicBezTo>
                    <a:cubicBezTo>
                      <a:pt x="23" y="19"/>
                      <a:pt x="23" y="20"/>
                      <a:pt x="23" y="20"/>
                    </a:cubicBezTo>
                    <a:cubicBezTo>
                      <a:pt x="23" y="20"/>
                      <a:pt x="23" y="20"/>
                      <a:pt x="24" y="20"/>
                    </a:cubicBezTo>
                    <a:cubicBezTo>
                      <a:pt x="24" y="20"/>
                      <a:pt x="24" y="20"/>
                      <a:pt x="24" y="20"/>
                    </a:cubicBezTo>
                    <a:cubicBezTo>
                      <a:pt x="24" y="19"/>
                      <a:pt x="24" y="19"/>
                      <a:pt x="24" y="19"/>
                    </a:cubicBezTo>
                    <a:cubicBezTo>
                      <a:pt x="24" y="19"/>
                      <a:pt x="24" y="19"/>
                      <a:pt x="24" y="19"/>
                    </a:cubicBezTo>
                    <a:cubicBezTo>
                      <a:pt x="24" y="18"/>
                      <a:pt x="24" y="18"/>
                      <a:pt x="24" y="18"/>
                    </a:cubicBezTo>
                    <a:close/>
                  </a:path>
                </a:pathLst>
              </a:custGeom>
              <a:solidFill>
                <a:schemeClr val="bg1">
                  <a:lumMod val="95000"/>
                </a:schemeClr>
              </a:solidFill>
              <a:ln>
                <a:noFill/>
              </a:ln>
            </p:spPr>
            <p:txBody>
              <a:bodyPr anchor="ctr"/>
              <a:lstStyle/>
              <a:p>
                <a:pPr algn="ctr">
                  <a:lnSpc>
                    <a:spcPct val="120000"/>
                  </a:lnSpc>
                </a:pPr>
                <a:endParaRPr sz="3200">
                  <a:cs typeface="+mn-ea"/>
                  <a:sym typeface="+mn-lt"/>
                </a:endParaRPr>
              </a:p>
            </p:txBody>
          </p:sp>
          <p:sp>
            <p:nvSpPr>
              <p:cNvPr id="147" name="í$ļídê">
                <a:extLst>
                  <a:ext uri="{FF2B5EF4-FFF2-40B4-BE49-F238E27FC236}">
                    <a16:creationId xmlns:a16="http://schemas.microsoft.com/office/drawing/2014/main" id="{8C40B3A5-4D39-4AE7-AF76-AC35BD8A8F45}"/>
                  </a:ext>
                </a:extLst>
              </p:cNvPr>
              <p:cNvSpPr/>
              <p:nvPr/>
            </p:nvSpPr>
            <p:spPr bwMode="auto">
              <a:xfrm>
                <a:off x="6418876" y="2725286"/>
                <a:ext cx="147039" cy="238742"/>
              </a:xfrm>
              <a:custGeom>
                <a:avLst/>
                <a:gdLst>
                  <a:gd name="T0" fmla="*/ 0 w 26"/>
                  <a:gd name="T1" fmla="*/ 29 h 42"/>
                  <a:gd name="T2" fmla="*/ 0 w 26"/>
                  <a:gd name="T3" fmla="*/ 35 h 42"/>
                  <a:gd name="T4" fmla="*/ 8 w 26"/>
                  <a:gd name="T5" fmla="*/ 42 h 42"/>
                  <a:gd name="T6" fmla="*/ 18 w 26"/>
                  <a:gd name="T7" fmla="*/ 42 h 42"/>
                  <a:gd name="T8" fmla="*/ 26 w 26"/>
                  <a:gd name="T9" fmla="*/ 35 h 42"/>
                  <a:gd name="T10" fmla="*/ 26 w 26"/>
                  <a:gd name="T11" fmla="*/ 29 h 42"/>
                  <a:gd name="T12" fmla="*/ 17 w 26"/>
                  <a:gd name="T13" fmla="*/ 29 h 42"/>
                  <a:gd name="T14" fmla="*/ 17 w 26"/>
                  <a:gd name="T15" fmla="*/ 24 h 42"/>
                  <a:gd name="T16" fmla="*/ 26 w 26"/>
                  <a:gd name="T17" fmla="*/ 24 h 42"/>
                  <a:gd name="T18" fmla="*/ 26 w 26"/>
                  <a:gd name="T19" fmla="*/ 16 h 42"/>
                  <a:gd name="T20" fmla="*/ 17 w 26"/>
                  <a:gd name="T21" fmla="*/ 16 h 42"/>
                  <a:gd name="T22" fmla="*/ 17 w 26"/>
                  <a:gd name="T23" fmla="*/ 10 h 42"/>
                  <a:gd name="T24" fmla="*/ 26 w 26"/>
                  <a:gd name="T25" fmla="*/ 10 h 42"/>
                  <a:gd name="T26" fmla="*/ 26 w 26"/>
                  <a:gd name="T27" fmla="*/ 7 h 42"/>
                  <a:gd name="T28" fmla="*/ 18 w 26"/>
                  <a:gd name="T29" fmla="*/ 0 h 42"/>
                  <a:gd name="T30" fmla="*/ 8 w 26"/>
                  <a:gd name="T31" fmla="*/ 0 h 42"/>
                  <a:gd name="T32" fmla="*/ 0 w 26"/>
                  <a:gd name="T33" fmla="*/ 7 h 42"/>
                  <a:gd name="T34" fmla="*/ 0 w 26"/>
                  <a:gd name="T35" fmla="*/ 10 h 42"/>
                  <a:gd name="T36" fmla="*/ 9 w 26"/>
                  <a:gd name="T37" fmla="*/ 10 h 42"/>
                  <a:gd name="T38" fmla="*/ 9 w 26"/>
                  <a:gd name="T39" fmla="*/ 16 h 42"/>
                  <a:gd name="T40" fmla="*/ 0 w 26"/>
                  <a:gd name="T41" fmla="*/ 16 h 42"/>
                  <a:gd name="T42" fmla="*/ 0 w 26"/>
                  <a:gd name="T43" fmla="*/ 24 h 42"/>
                  <a:gd name="T44" fmla="*/ 9 w 26"/>
                  <a:gd name="T45" fmla="*/ 24 h 42"/>
                  <a:gd name="T46" fmla="*/ 9 w 26"/>
                  <a:gd name="T47" fmla="*/ 29 h 42"/>
                  <a:gd name="T48" fmla="*/ 0 w 26"/>
                  <a:gd name="T49" fmla="*/ 29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 h="42">
                    <a:moveTo>
                      <a:pt x="0" y="29"/>
                    </a:moveTo>
                    <a:cubicBezTo>
                      <a:pt x="0" y="35"/>
                      <a:pt x="0" y="35"/>
                      <a:pt x="0" y="35"/>
                    </a:cubicBezTo>
                    <a:cubicBezTo>
                      <a:pt x="0" y="39"/>
                      <a:pt x="4" y="42"/>
                      <a:pt x="8" y="42"/>
                    </a:cubicBezTo>
                    <a:cubicBezTo>
                      <a:pt x="18" y="42"/>
                      <a:pt x="18" y="42"/>
                      <a:pt x="18" y="42"/>
                    </a:cubicBezTo>
                    <a:cubicBezTo>
                      <a:pt x="22" y="42"/>
                      <a:pt x="26" y="39"/>
                      <a:pt x="26" y="35"/>
                    </a:cubicBezTo>
                    <a:cubicBezTo>
                      <a:pt x="26" y="29"/>
                      <a:pt x="26" y="29"/>
                      <a:pt x="26" y="29"/>
                    </a:cubicBezTo>
                    <a:cubicBezTo>
                      <a:pt x="17" y="29"/>
                      <a:pt x="17" y="29"/>
                      <a:pt x="17" y="29"/>
                    </a:cubicBezTo>
                    <a:cubicBezTo>
                      <a:pt x="17" y="24"/>
                      <a:pt x="17" y="24"/>
                      <a:pt x="17" y="24"/>
                    </a:cubicBezTo>
                    <a:cubicBezTo>
                      <a:pt x="26" y="24"/>
                      <a:pt x="26" y="24"/>
                      <a:pt x="26" y="24"/>
                    </a:cubicBezTo>
                    <a:cubicBezTo>
                      <a:pt x="26" y="16"/>
                      <a:pt x="26" y="16"/>
                      <a:pt x="26" y="16"/>
                    </a:cubicBezTo>
                    <a:cubicBezTo>
                      <a:pt x="17" y="16"/>
                      <a:pt x="17" y="16"/>
                      <a:pt x="17" y="16"/>
                    </a:cubicBezTo>
                    <a:cubicBezTo>
                      <a:pt x="17" y="10"/>
                      <a:pt x="17" y="10"/>
                      <a:pt x="17" y="10"/>
                    </a:cubicBezTo>
                    <a:cubicBezTo>
                      <a:pt x="26" y="10"/>
                      <a:pt x="26" y="10"/>
                      <a:pt x="26" y="10"/>
                    </a:cubicBezTo>
                    <a:cubicBezTo>
                      <a:pt x="26" y="7"/>
                      <a:pt x="26" y="7"/>
                      <a:pt x="26" y="7"/>
                    </a:cubicBezTo>
                    <a:cubicBezTo>
                      <a:pt x="26" y="3"/>
                      <a:pt x="22" y="0"/>
                      <a:pt x="18" y="0"/>
                    </a:cubicBezTo>
                    <a:cubicBezTo>
                      <a:pt x="8" y="0"/>
                      <a:pt x="8" y="0"/>
                      <a:pt x="8" y="0"/>
                    </a:cubicBezTo>
                    <a:cubicBezTo>
                      <a:pt x="4" y="0"/>
                      <a:pt x="0" y="3"/>
                      <a:pt x="0" y="7"/>
                    </a:cubicBezTo>
                    <a:cubicBezTo>
                      <a:pt x="0" y="10"/>
                      <a:pt x="0" y="10"/>
                      <a:pt x="0" y="10"/>
                    </a:cubicBezTo>
                    <a:cubicBezTo>
                      <a:pt x="9" y="10"/>
                      <a:pt x="9" y="10"/>
                      <a:pt x="9" y="10"/>
                    </a:cubicBezTo>
                    <a:cubicBezTo>
                      <a:pt x="9" y="16"/>
                      <a:pt x="9" y="16"/>
                      <a:pt x="9" y="16"/>
                    </a:cubicBezTo>
                    <a:cubicBezTo>
                      <a:pt x="0" y="16"/>
                      <a:pt x="0" y="16"/>
                      <a:pt x="0" y="16"/>
                    </a:cubicBezTo>
                    <a:cubicBezTo>
                      <a:pt x="0" y="24"/>
                      <a:pt x="0" y="24"/>
                      <a:pt x="0" y="24"/>
                    </a:cubicBezTo>
                    <a:cubicBezTo>
                      <a:pt x="9" y="24"/>
                      <a:pt x="9" y="24"/>
                      <a:pt x="9" y="24"/>
                    </a:cubicBezTo>
                    <a:cubicBezTo>
                      <a:pt x="9" y="29"/>
                      <a:pt x="9" y="29"/>
                      <a:pt x="9" y="29"/>
                    </a:cubicBezTo>
                    <a:lnTo>
                      <a:pt x="0" y="29"/>
                    </a:lnTo>
                    <a:close/>
                  </a:path>
                </a:pathLst>
              </a:custGeom>
              <a:solidFill>
                <a:schemeClr val="bg1">
                  <a:lumMod val="95000"/>
                </a:schemeClr>
              </a:solidFill>
              <a:ln>
                <a:noFill/>
              </a:ln>
            </p:spPr>
            <p:txBody>
              <a:bodyPr anchor="ctr"/>
              <a:lstStyle/>
              <a:p>
                <a:pPr algn="ctr">
                  <a:lnSpc>
                    <a:spcPct val="120000"/>
                  </a:lnSpc>
                </a:pPr>
                <a:endParaRPr sz="3200">
                  <a:cs typeface="+mn-ea"/>
                  <a:sym typeface="+mn-lt"/>
                </a:endParaRPr>
              </a:p>
            </p:txBody>
          </p:sp>
          <p:sp>
            <p:nvSpPr>
              <p:cNvPr id="148" name="iṣlíḑe">
                <a:extLst>
                  <a:ext uri="{FF2B5EF4-FFF2-40B4-BE49-F238E27FC236}">
                    <a16:creationId xmlns:a16="http://schemas.microsoft.com/office/drawing/2014/main" id="{28D7D2A8-DFB6-4000-94CB-F2EFC0683536}"/>
                  </a:ext>
                </a:extLst>
              </p:cNvPr>
              <p:cNvSpPr/>
              <p:nvPr/>
            </p:nvSpPr>
            <p:spPr bwMode="auto">
              <a:xfrm>
                <a:off x="6377769" y="2941893"/>
                <a:ext cx="229256" cy="147039"/>
              </a:xfrm>
              <a:custGeom>
                <a:avLst/>
                <a:gdLst>
                  <a:gd name="T0" fmla="*/ 0 w 40"/>
                  <a:gd name="T1" fmla="*/ 1 h 26"/>
                  <a:gd name="T2" fmla="*/ 13 w 40"/>
                  <a:gd name="T3" fmla="*/ 12 h 26"/>
                  <a:gd name="T4" fmla="*/ 17 w 40"/>
                  <a:gd name="T5" fmla="*/ 12 h 26"/>
                  <a:gd name="T6" fmla="*/ 17 w 40"/>
                  <a:gd name="T7" fmla="*/ 20 h 26"/>
                  <a:gd name="T8" fmla="*/ 12 w 40"/>
                  <a:gd name="T9" fmla="*/ 20 h 26"/>
                  <a:gd name="T10" fmla="*/ 12 w 40"/>
                  <a:gd name="T11" fmla="*/ 26 h 26"/>
                  <a:gd name="T12" fmla="*/ 28 w 40"/>
                  <a:gd name="T13" fmla="*/ 26 h 26"/>
                  <a:gd name="T14" fmla="*/ 28 w 40"/>
                  <a:gd name="T15" fmla="*/ 20 h 26"/>
                  <a:gd name="T16" fmla="*/ 23 w 40"/>
                  <a:gd name="T17" fmla="*/ 20 h 26"/>
                  <a:gd name="T18" fmla="*/ 23 w 40"/>
                  <a:gd name="T19" fmla="*/ 12 h 26"/>
                  <a:gd name="T20" fmla="*/ 27 w 40"/>
                  <a:gd name="T21" fmla="*/ 12 h 26"/>
                  <a:gd name="T22" fmla="*/ 40 w 40"/>
                  <a:gd name="T23" fmla="*/ 1 h 26"/>
                  <a:gd name="T24" fmla="*/ 35 w 40"/>
                  <a:gd name="T25" fmla="*/ 0 h 26"/>
                  <a:gd name="T26" fmla="*/ 27 w 40"/>
                  <a:gd name="T27" fmla="*/ 7 h 26"/>
                  <a:gd name="T28" fmla="*/ 13 w 40"/>
                  <a:gd name="T29" fmla="*/ 7 h 26"/>
                  <a:gd name="T30" fmla="*/ 5 w 40"/>
                  <a:gd name="T31" fmla="*/ 0 h 26"/>
                  <a:gd name="T32" fmla="*/ 0 w 40"/>
                  <a:gd name="T33" fmla="*/ 1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0" h="26">
                    <a:moveTo>
                      <a:pt x="0" y="1"/>
                    </a:moveTo>
                    <a:cubicBezTo>
                      <a:pt x="1" y="7"/>
                      <a:pt x="7" y="12"/>
                      <a:pt x="13" y="12"/>
                    </a:cubicBezTo>
                    <a:cubicBezTo>
                      <a:pt x="17" y="12"/>
                      <a:pt x="17" y="12"/>
                      <a:pt x="17" y="12"/>
                    </a:cubicBezTo>
                    <a:cubicBezTo>
                      <a:pt x="17" y="20"/>
                      <a:pt x="17" y="20"/>
                      <a:pt x="17" y="20"/>
                    </a:cubicBezTo>
                    <a:cubicBezTo>
                      <a:pt x="12" y="20"/>
                      <a:pt x="12" y="20"/>
                      <a:pt x="12" y="20"/>
                    </a:cubicBezTo>
                    <a:cubicBezTo>
                      <a:pt x="12" y="26"/>
                      <a:pt x="12" y="26"/>
                      <a:pt x="12" y="26"/>
                    </a:cubicBezTo>
                    <a:cubicBezTo>
                      <a:pt x="28" y="26"/>
                      <a:pt x="28" y="26"/>
                      <a:pt x="28" y="26"/>
                    </a:cubicBezTo>
                    <a:cubicBezTo>
                      <a:pt x="28" y="20"/>
                      <a:pt x="28" y="20"/>
                      <a:pt x="28" y="20"/>
                    </a:cubicBezTo>
                    <a:cubicBezTo>
                      <a:pt x="23" y="20"/>
                      <a:pt x="23" y="20"/>
                      <a:pt x="23" y="20"/>
                    </a:cubicBezTo>
                    <a:cubicBezTo>
                      <a:pt x="23" y="12"/>
                      <a:pt x="23" y="12"/>
                      <a:pt x="23" y="12"/>
                    </a:cubicBezTo>
                    <a:cubicBezTo>
                      <a:pt x="27" y="12"/>
                      <a:pt x="27" y="12"/>
                      <a:pt x="27" y="12"/>
                    </a:cubicBezTo>
                    <a:cubicBezTo>
                      <a:pt x="33" y="12"/>
                      <a:pt x="39" y="6"/>
                      <a:pt x="40" y="1"/>
                    </a:cubicBezTo>
                    <a:cubicBezTo>
                      <a:pt x="35" y="0"/>
                      <a:pt x="35" y="0"/>
                      <a:pt x="35" y="0"/>
                    </a:cubicBezTo>
                    <a:cubicBezTo>
                      <a:pt x="34" y="3"/>
                      <a:pt x="31" y="7"/>
                      <a:pt x="27" y="7"/>
                    </a:cubicBezTo>
                    <a:cubicBezTo>
                      <a:pt x="13" y="7"/>
                      <a:pt x="13" y="7"/>
                      <a:pt x="13" y="7"/>
                    </a:cubicBezTo>
                    <a:cubicBezTo>
                      <a:pt x="10" y="7"/>
                      <a:pt x="6" y="4"/>
                      <a:pt x="5" y="0"/>
                    </a:cubicBezTo>
                    <a:lnTo>
                      <a:pt x="0" y="1"/>
                    </a:lnTo>
                    <a:close/>
                  </a:path>
                </a:pathLst>
              </a:custGeom>
              <a:solidFill>
                <a:schemeClr val="bg1">
                  <a:lumMod val="95000"/>
                </a:schemeClr>
              </a:solidFill>
              <a:ln>
                <a:noFill/>
              </a:ln>
            </p:spPr>
            <p:txBody>
              <a:bodyPr anchor="ctr"/>
              <a:lstStyle/>
              <a:p>
                <a:pPr algn="ctr">
                  <a:lnSpc>
                    <a:spcPct val="120000"/>
                  </a:lnSpc>
                </a:pPr>
                <a:endParaRPr sz="3200">
                  <a:cs typeface="+mn-ea"/>
                  <a:sym typeface="+mn-lt"/>
                </a:endParaRPr>
              </a:p>
            </p:txBody>
          </p:sp>
          <p:sp>
            <p:nvSpPr>
              <p:cNvPr id="149" name="ïSḷïḋé">
                <a:extLst>
                  <a:ext uri="{FF2B5EF4-FFF2-40B4-BE49-F238E27FC236}">
                    <a16:creationId xmlns:a16="http://schemas.microsoft.com/office/drawing/2014/main" id="{652C7ACE-DDD6-4C94-8DF7-0BB92CB11D42}"/>
                  </a:ext>
                </a:extLst>
              </p:cNvPr>
              <p:cNvSpPr/>
              <p:nvPr/>
            </p:nvSpPr>
            <p:spPr bwMode="auto">
              <a:xfrm>
                <a:off x="6156419" y="3944294"/>
                <a:ext cx="205540" cy="324120"/>
              </a:xfrm>
              <a:custGeom>
                <a:avLst/>
                <a:gdLst>
                  <a:gd name="T0" fmla="*/ 130 w 130"/>
                  <a:gd name="T1" fmla="*/ 205 h 205"/>
                  <a:gd name="T2" fmla="*/ 115 w 130"/>
                  <a:gd name="T3" fmla="*/ 4 h 205"/>
                  <a:gd name="T4" fmla="*/ 101 w 130"/>
                  <a:gd name="T5" fmla="*/ 0 h 205"/>
                  <a:gd name="T6" fmla="*/ 115 w 130"/>
                  <a:gd name="T7" fmla="*/ 14 h 205"/>
                  <a:gd name="T8" fmla="*/ 115 w 130"/>
                  <a:gd name="T9" fmla="*/ 133 h 205"/>
                  <a:gd name="T10" fmla="*/ 101 w 130"/>
                  <a:gd name="T11" fmla="*/ 148 h 205"/>
                  <a:gd name="T12" fmla="*/ 115 w 130"/>
                  <a:gd name="T13" fmla="*/ 162 h 205"/>
                  <a:gd name="T14" fmla="*/ 101 w 130"/>
                  <a:gd name="T15" fmla="*/ 162 h 205"/>
                  <a:gd name="T16" fmla="*/ 115 w 130"/>
                  <a:gd name="T17" fmla="*/ 173 h 205"/>
                  <a:gd name="T18" fmla="*/ 115 w 130"/>
                  <a:gd name="T19" fmla="*/ 191 h 205"/>
                  <a:gd name="T20" fmla="*/ 101 w 130"/>
                  <a:gd name="T21" fmla="*/ 205 h 205"/>
                  <a:gd name="T22" fmla="*/ 90 w 130"/>
                  <a:gd name="T23" fmla="*/ 4 h 205"/>
                  <a:gd name="T24" fmla="*/ 65 w 130"/>
                  <a:gd name="T25" fmla="*/ 14 h 205"/>
                  <a:gd name="T26" fmla="*/ 101 w 130"/>
                  <a:gd name="T27" fmla="*/ 0 h 205"/>
                  <a:gd name="T28" fmla="*/ 90 w 130"/>
                  <a:gd name="T29" fmla="*/ 0 h 205"/>
                  <a:gd name="T30" fmla="*/ 101 w 130"/>
                  <a:gd name="T31" fmla="*/ 205 h 205"/>
                  <a:gd name="T32" fmla="*/ 90 w 130"/>
                  <a:gd name="T33" fmla="*/ 191 h 205"/>
                  <a:gd name="T34" fmla="*/ 101 w 130"/>
                  <a:gd name="T35" fmla="*/ 173 h 205"/>
                  <a:gd name="T36" fmla="*/ 90 w 130"/>
                  <a:gd name="T37" fmla="*/ 162 h 205"/>
                  <a:gd name="T38" fmla="*/ 101 w 130"/>
                  <a:gd name="T39" fmla="*/ 148 h 205"/>
                  <a:gd name="T40" fmla="*/ 65 w 130"/>
                  <a:gd name="T41" fmla="*/ 133 h 205"/>
                  <a:gd name="T42" fmla="*/ 76 w 130"/>
                  <a:gd name="T43" fmla="*/ 148 h 205"/>
                  <a:gd name="T44" fmla="*/ 76 w 130"/>
                  <a:gd name="T45" fmla="*/ 162 h 205"/>
                  <a:gd name="T46" fmla="*/ 65 w 130"/>
                  <a:gd name="T47" fmla="*/ 173 h 205"/>
                  <a:gd name="T48" fmla="*/ 76 w 130"/>
                  <a:gd name="T49" fmla="*/ 191 h 205"/>
                  <a:gd name="T50" fmla="*/ 65 w 130"/>
                  <a:gd name="T51" fmla="*/ 191 h 205"/>
                  <a:gd name="T52" fmla="*/ 65 w 130"/>
                  <a:gd name="T53" fmla="*/ 4 h 205"/>
                  <a:gd name="T54" fmla="*/ 25 w 130"/>
                  <a:gd name="T55" fmla="*/ 14 h 205"/>
                  <a:gd name="T56" fmla="*/ 65 w 130"/>
                  <a:gd name="T57" fmla="*/ 4 h 205"/>
                  <a:gd name="T58" fmla="*/ 25 w 130"/>
                  <a:gd name="T59" fmla="*/ 205 h 205"/>
                  <a:gd name="T60" fmla="*/ 65 w 130"/>
                  <a:gd name="T61" fmla="*/ 191 h 205"/>
                  <a:gd name="T62" fmla="*/ 50 w 130"/>
                  <a:gd name="T63" fmla="*/ 173 h 205"/>
                  <a:gd name="T64" fmla="*/ 65 w 130"/>
                  <a:gd name="T65" fmla="*/ 162 h 205"/>
                  <a:gd name="T66" fmla="*/ 50 w 130"/>
                  <a:gd name="T67" fmla="*/ 148 h 205"/>
                  <a:gd name="T68" fmla="*/ 65 w 130"/>
                  <a:gd name="T69" fmla="*/ 133 h 205"/>
                  <a:gd name="T70" fmla="*/ 25 w 130"/>
                  <a:gd name="T71" fmla="*/ 148 h 205"/>
                  <a:gd name="T72" fmla="*/ 40 w 130"/>
                  <a:gd name="T73" fmla="*/ 162 h 205"/>
                  <a:gd name="T74" fmla="*/ 25 w 130"/>
                  <a:gd name="T75" fmla="*/ 162 h 205"/>
                  <a:gd name="T76" fmla="*/ 40 w 130"/>
                  <a:gd name="T77" fmla="*/ 173 h 205"/>
                  <a:gd name="T78" fmla="*/ 40 w 130"/>
                  <a:gd name="T79" fmla="*/ 191 h 205"/>
                  <a:gd name="T80" fmla="*/ 25 w 130"/>
                  <a:gd name="T81" fmla="*/ 205 h 205"/>
                  <a:gd name="T82" fmla="*/ 0 w 130"/>
                  <a:gd name="T83" fmla="*/ 4 h 205"/>
                  <a:gd name="T84" fmla="*/ 25 w 130"/>
                  <a:gd name="T85" fmla="*/ 205 h 205"/>
                  <a:gd name="T86" fmla="*/ 14 w 130"/>
                  <a:gd name="T87" fmla="*/ 191 h 205"/>
                  <a:gd name="T88" fmla="*/ 25 w 130"/>
                  <a:gd name="T89" fmla="*/ 173 h 205"/>
                  <a:gd name="T90" fmla="*/ 14 w 130"/>
                  <a:gd name="T91" fmla="*/ 162 h 205"/>
                  <a:gd name="T92" fmla="*/ 25 w 130"/>
                  <a:gd name="T93" fmla="*/ 148 h 205"/>
                  <a:gd name="T94" fmla="*/ 14 w 130"/>
                  <a:gd name="T95" fmla="*/ 133 h 205"/>
                  <a:gd name="T96" fmla="*/ 25 w 130"/>
                  <a:gd name="T97" fmla="*/ 14 h 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30" h="205">
                    <a:moveTo>
                      <a:pt x="101" y="205"/>
                    </a:moveTo>
                    <a:lnTo>
                      <a:pt x="130" y="205"/>
                    </a:lnTo>
                    <a:lnTo>
                      <a:pt x="130" y="4"/>
                    </a:lnTo>
                    <a:lnTo>
                      <a:pt x="115" y="4"/>
                    </a:lnTo>
                    <a:lnTo>
                      <a:pt x="115" y="0"/>
                    </a:lnTo>
                    <a:lnTo>
                      <a:pt x="101" y="0"/>
                    </a:lnTo>
                    <a:lnTo>
                      <a:pt x="101" y="14"/>
                    </a:lnTo>
                    <a:lnTo>
                      <a:pt x="115" y="14"/>
                    </a:lnTo>
                    <a:lnTo>
                      <a:pt x="115" y="133"/>
                    </a:lnTo>
                    <a:lnTo>
                      <a:pt x="115" y="133"/>
                    </a:lnTo>
                    <a:lnTo>
                      <a:pt x="101" y="133"/>
                    </a:lnTo>
                    <a:lnTo>
                      <a:pt x="101" y="148"/>
                    </a:lnTo>
                    <a:lnTo>
                      <a:pt x="115" y="148"/>
                    </a:lnTo>
                    <a:lnTo>
                      <a:pt x="115" y="162"/>
                    </a:lnTo>
                    <a:lnTo>
                      <a:pt x="115" y="162"/>
                    </a:lnTo>
                    <a:lnTo>
                      <a:pt x="101" y="162"/>
                    </a:lnTo>
                    <a:lnTo>
                      <a:pt x="101" y="173"/>
                    </a:lnTo>
                    <a:lnTo>
                      <a:pt x="115" y="173"/>
                    </a:lnTo>
                    <a:lnTo>
                      <a:pt x="115" y="191"/>
                    </a:lnTo>
                    <a:lnTo>
                      <a:pt x="115" y="191"/>
                    </a:lnTo>
                    <a:lnTo>
                      <a:pt x="101" y="191"/>
                    </a:lnTo>
                    <a:lnTo>
                      <a:pt x="101" y="205"/>
                    </a:lnTo>
                    <a:close/>
                    <a:moveTo>
                      <a:pt x="90" y="0"/>
                    </a:moveTo>
                    <a:lnTo>
                      <a:pt x="90" y="4"/>
                    </a:lnTo>
                    <a:lnTo>
                      <a:pt x="65" y="4"/>
                    </a:lnTo>
                    <a:lnTo>
                      <a:pt x="65" y="14"/>
                    </a:lnTo>
                    <a:lnTo>
                      <a:pt x="101" y="14"/>
                    </a:lnTo>
                    <a:lnTo>
                      <a:pt x="101" y="0"/>
                    </a:lnTo>
                    <a:lnTo>
                      <a:pt x="90" y="0"/>
                    </a:lnTo>
                    <a:lnTo>
                      <a:pt x="90" y="0"/>
                    </a:lnTo>
                    <a:close/>
                    <a:moveTo>
                      <a:pt x="65" y="205"/>
                    </a:moveTo>
                    <a:lnTo>
                      <a:pt x="101" y="205"/>
                    </a:lnTo>
                    <a:lnTo>
                      <a:pt x="101" y="191"/>
                    </a:lnTo>
                    <a:lnTo>
                      <a:pt x="90" y="191"/>
                    </a:lnTo>
                    <a:lnTo>
                      <a:pt x="90" y="173"/>
                    </a:lnTo>
                    <a:lnTo>
                      <a:pt x="101" y="173"/>
                    </a:lnTo>
                    <a:lnTo>
                      <a:pt x="101" y="162"/>
                    </a:lnTo>
                    <a:lnTo>
                      <a:pt x="90" y="162"/>
                    </a:lnTo>
                    <a:lnTo>
                      <a:pt x="90" y="148"/>
                    </a:lnTo>
                    <a:lnTo>
                      <a:pt x="101" y="148"/>
                    </a:lnTo>
                    <a:lnTo>
                      <a:pt x="101" y="133"/>
                    </a:lnTo>
                    <a:lnTo>
                      <a:pt x="65" y="133"/>
                    </a:lnTo>
                    <a:lnTo>
                      <a:pt x="65" y="148"/>
                    </a:lnTo>
                    <a:lnTo>
                      <a:pt x="76" y="148"/>
                    </a:lnTo>
                    <a:lnTo>
                      <a:pt x="76" y="162"/>
                    </a:lnTo>
                    <a:lnTo>
                      <a:pt x="76" y="162"/>
                    </a:lnTo>
                    <a:lnTo>
                      <a:pt x="65" y="162"/>
                    </a:lnTo>
                    <a:lnTo>
                      <a:pt x="65" y="173"/>
                    </a:lnTo>
                    <a:lnTo>
                      <a:pt x="76" y="173"/>
                    </a:lnTo>
                    <a:lnTo>
                      <a:pt x="76" y="191"/>
                    </a:lnTo>
                    <a:lnTo>
                      <a:pt x="76" y="191"/>
                    </a:lnTo>
                    <a:lnTo>
                      <a:pt x="65" y="191"/>
                    </a:lnTo>
                    <a:lnTo>
                      <a:pt x="65" y="205"/>
                    </a:lnTo>
                    <a:close/>
                    <a:moveTo>
                      <a:pt x="65" y="4"/>
                    </a:moveTo>
                    <a:lnTo>
                      <a:pt x="25" y="4"/>
                    </a:lnTo>
                    <a:lnTo>
                      <a:pt x="25" y="14"/>
                    </a:lnTo>
                    <a:lnTo>
                      <a:pt x="65" y="14"/>
                    </a:lnTo>
                    <a:lnTo>
                      <a:pt x="65" y="4"/>
                    </a:lnTo>
                    <a:lnTo>
                      <a:pt x="65" y="4"/>
                    </a:lnTo>
                    <a:close/>
                    <a:moveTo>
                      <a:pt x="25" y="205"/>
                    </a:moveTo>
                    <a:lnTo>
                      <a:pt x="65" y="205"/>
                    </a:lnTo>
                    <a:lnTo>
                      <a:pt x="65" y="191"/>
                    </a:lnTo>
                    <a:lnTo>
                      <a:pt x="50" y="191"/>
                    </a:lnTo>
                    <a:lnTo>
                      <a:pt x="50" y="173"/>
                    </a:lnTo>
                    <a:lnTo>
                      <a:pt x="65" y="173"/>
                    </a:lnTo>
                    <a:lnTo>
                      <a:pt x="65" y="162"/>
                    </a:lnTo>
                    <a:lnTo>
                      <a:pt x="50" y="162"/>
                    </a:lnTo>
                    <a:lnTo>
                      <a:pt x="50" y="148"/>
                    </a:lnTo>
                    <a:lnTo>
                      <a:pt x="65" y="148"/>
                    </a:lnTo>
                    <a:lnTo>
                      <a:pt x="65" y="133"/>
                    </a:lnTo>
                    <a:lnTo>
                      <a:pt x="25" y="133"/>
                    </a:lnTo>
                    <a:lnTo>
                      <a:pt x="25" y="148"/>
                    </a:lnTo>
                    <a:lnTo>
                      <a:pt x="40" y="148"/>
                    </a:lnTo>
                    <a:lnTo>
                      <a:pt x="40" y="162"/>
                    </a:lnTo>
                    <a:lnTo>
                      <a:pt x="40" y="162"/>
                    </a:lnTo>
                    <a:lnTo>
                      <a:pt x="25" y="162"/>
                    </a:lnTo>
                    <a:lnTo>
                      <a:pt x="25" y="173"/>
                    </a:lnTo>
                    <a:lnTo>
                      <a:pt x="40" y="173"/>
                    </a:lnTo>
                    <a:lnTo>
                      <a:pt x="40" y="191"/>
                    </a:lnTo>
                    <a:lnTo>
                      <a:pt x="40" y="191"/>
                    </a:lnTo>
                    <a:lnTo>
                      <a:pt x="25" y="191"/>
                    </a:lnTo>
                    <a:lnTo>
                      <a:pt x="25" y="205"/>
                    </a:lnTo>
                    <a:close/>
                    <a:moveTo>
                      <a:pt x="25" y="4"/>
                    </a:moveTo>
                    <a:lnTo>
                      <a:pt x="0" y="4"/>
                    </a:lnTo>
                    <a:lnTo>
                      <a:pt x="0" y="205"/>
                    </a:lnTo>
                    <a:lnTo>
                      <a:pt x="25" y="205"/>
                    </a:lnTo>
                    <a:lnTo>
                      <a:pt x="25" y="191"/>
                    </a:lnTo>
                    <a:lnTo>
                      <a:pt x="14" y="191"/>
                    </a:lnTo>
                    <a:lnTo>
                      <a:pt x="14" y="173"/>
                    </a:lnTo>
                    <a:lnTo>
                      <a:pt x="25" y="173"/>
                    </a:lnTo>
                    <a:lnTo>
                      <a:pt x="25" y="162"/>
                    </a:lnTo>
                    <a:lnTo>
                      <a:pt x="14" y="162"/>
                    </a:lnTo>
                    <a:lnTo>
                      <a:pt x="14" y="148"/>
                    </a:lnTo>
                    <a:lnTo>
                      <a:pt x="25" y="148"/>
                    </a:lnTo>
                    <a:lnTo>
                      <a:pt x="25" y="133"/>
                    </a:lnTo>
                    <a:lnTo>
                      <a:pt x="14" y="133"/>
                    </a:lnTo>
                    <a:lnTo>
                      <a:pt x="14" y="14"/>
                    </a:lnTo>
                    <a:lnTo>
                      <a:pt x="25" y="14"/>
                    </a:lnTo>
                    <a:lnTo>
                      <a:pt x="25" y="4"/>
                    </a:lnTo>
                    <a:close/>
                  </a:path>
                </a:pathLst>
              </a:custGeom>
              <a:solidFill>
                <a:schemeClr val="bg1">
                  <a:lumMod val="95000"/>
                </a:schemeClr>
              </a:solidFill>
              <a:ln>
                <a:noFill/>
              </a:ln>
            </p:spPr>
            <p:txBody>
              <a:bodyPr anchor="ctr"/>
              <a:lstStyle/>
              <a:p>
                <a:pPr algn="ctr">
                  <a:lnSpc>
                    <a:spcPct val="120000"/>
                  </a:lnSpc>
                </a:pPr>
                <a:endParaRPr sz="3200">
                  <a:cs typeface="+mn-ea"/>
                  <a:sym typeface="+mn-lt"/>
                </a:endParaRPr>
              </a:p>
            </p:txBody>
          </p:sp>
          <p:sp>
            <p:nvSpPr>
              <p:cNvPr id="150" name="íṡļïde">
                <a:extLst>
                  <a:ext uri="{FF2B5EF4-FFF2-40B4-BE49-F238E27FC236}">
                    <a16:creationId xmlns:a16="http://schemas.microsoft.com/office/drawing/2014/main" id="{C7D9D37D-6D69-403E-ACDB-0FD42A4DD318}"/>
                  </a:ext>
                </a:extLst>
              </p:cNvPr>
              <p:cNvSpPr/>
              <p:nvPr/>
            </p:nvSpPr>
            <p:spPr bwMode="auto">
              <a:xfrm>
                <a:off x="9716994" y="2366383"/>
                <a:ext cx="188148" cy="188147"/>
              </a:xfrm>
              <a:custGeom>
                <a:avLst/>
                <a:gdLst>
                  <a:gd name="T0" fmla="*/ 16 w 33"/>
                  <a:gd name="T1" fmla="*/ 31 h 33"/>
                  <a:gd name="T2" fmla="*/ 19 w 33"/>
                  <a:gd name="T3" fmla="*/ 31 h 33"/>
                  <a:gd name="T4" fmla="*/ 20 w 33"/>
                  <a:gd name="T5" fmla="*/ 33 h 33"/>
                  <a:gd name="T6" fmla="*/ 26 w 33"/>
                  <a:gd name="T7" fmla="*/ 31 h 33"/>
                  <a:gd name="T8" fmla="*/ 25 w 33"/>
                  <a:gd name="T9" fmla="*/ 29 h 33"/>
                  <a:gd name="T10" fmla="*/ 28 w 33"/>
                  <a:gd name="T11" fmla="*/ 25 h 33"/>
                  <a:gd name="T12" fmla="*/ 30 w 33"/>
                  <a:gd name="T13" fmla="*/ 26 h 33"/>
                  <a:gd name="T14" fmla="*/ 33 w 33"/>
                  <a:gd name="T15" fmla="*/ 20 h 33"/>
                  <a:gd name="T16" fmla="*/ 30 w 33"/>
                  <a:gd name="T17" fmla="*/ 19 h 33"/>
                  <a:gd name="T18" fmla="*/ 30 w 33"/>
                  <a:gd name="T19" fmla="*/ 14 h 33"/>
                  <a:gd name="T20" fmla="*/ 33 w 33"/>
                  <a:gd name="T21" fmla="*/ 13 h 33"/>
                  <a:gd name="T22" fmla="*/ 30 w 33"/>
                  <a:gd name="T23" fmla="*/ 8 h 33"/>
                  <a:gd name="T24" fmla="*/ 28 w 33"/>
                  <a:gd name="T25" fmla="*/ 9 h 33"/>
                  <a:gd name="T26" fmla="*/ 24 w 33"/>
                  <a:gd name="T27" fmla="*/ 5 h 33"/>
                  <a:gd name="T28" fmla="*/ 25 w 33"/>
                  <a:gd name="T29" fmla="*/ 3 h 33"/>
                  <a:gd name="T30" fmla="*/ 20 w 33"/>
                  <a:gd name="T31" fmla="*/ 0 h 33"/>
                  <a:gd name="T32" fmla="*/ 19 w 33"/>
                  <a:gd name="T33" fmla="*/ 3 h 33"/>
                  <a:gd name="T34" fmla="*/ 16 w 33"/>
                  <a:gd name="T35" fmla="*/ 3 h 33"/>
                  <a:gd name="T36" fmla="*/ 16 w 33"/>
                  <a:gd name="T37" fmla="*/ 7 h 33"/>
                  <a:gd name="T38" fmla="*/ 25 w 33"/>
                  <a:gd name="T39" fmla="*/ 13 h 33"/>
                  <a:gd name="T40" fmla="*/ 20 w 33"/>
                  <a:gd name="T41" fmla="*/ 26 h 33"/>
                  <a:gd name="T42" fmla="*/ 16 w 33"/>
                  <a:gd name="T43" fmla="*/ 26 h 33"/>
                  <a:gd name="T44" fmla="*/ 16 w 33"/>
                  <a:gd name="T45" fmla="*/ 26 h 33"/>
                  <a:gd name="T46" fmla="*/ 16 w 33"/>
                  <a:gd name="T47" fmla="*/ 31 h 33"/>
                  <a:gd name="T48" fmla="*/ 2 w 33"/>
                  <a:gd name="T49" fmla="*/ 20 h 33"/>
                  <a:gd name="T50" fmla="*/ 0 w 33"/>
                  <a:gd name="T51" fmla="*/ 21 h 33"/>
                  <a:gd name="T52" fmla="*/ 2 w 33"/>
                  <a:gd name="T53" fmla="*/ 26 h 33"/>
                  <a:gd name="T54" fmla="*/ 5 w 33"/>
                  <a:gd name="T55" fmla="*/ 25 h 33"/>
                  <a:gd name="T56" fmla="*/ 8 w 33"/>
                  <a:gd name="T57" fmla="*/ 29 h 33"/>
                  <a:gd name="T58" fmla="*/ 7 w 33"/>
                  <a:gd name="T59" fmla="*/ 31 h 33"/>
                  <a:gd name="T60" fmla="*/ 13 w 33"/>
                  <a:gd name="T61" fmla="*/ 33 h 33"/>
                  <a:gd name="T62" fmla="*/ 14 w 33"/>
                  <a:gd name="T63" fmla="*/ 31 h 33"/>
                  <a:gd name="T64" fmla="*/ 16 w 33"/>
                  <a:gd name="T65" fmla="*/ 31 h 33"/>
                  <a:gd name="T66" fmla="*/ 16 w 33"/>
                  <a:gd name="T67" fmla="*/ 26 h 33"/>
                  <a:gd name="T68" fmla="*/ 8 w 33"/>
                  <a:gd name="T69" fmla="*/ 21 h 33"/>
                  <a:gd name="T70" fmla="*/ 13 w 33"/>
                  <a:gd name="T71" fmla="*/ 8 h 33"/>
                  <a:gd name="T72" fmla="*/ 13 w 33"/>
                  <a:gd name="T73" fmla="*/ 8 h 33"/>
                  <a:gd name="T74" fmla="*/ 16 w 33"/>
                  <a:gd name="T75" fmla="*/ 7 h 33"/>
                  <a:gd name="T76" fmla="*/ 16 w 33"/>
                  <a:gd name="T77" fmla="*/ 7 h 33"/>
                  <a:gd name="T78" fmla="*/ 16 w 33"/>
                  <a:gd name="T79" fmla="*/ 3 h 33"/>
                  <a:gd name="T80" fmla="*/ 14 w 33"/>
                  <a:gd name="T81" fmla="*/ 3 h 33"/>
                  <a:gd name="T82" fmla="*/ 13 w 33"/>
                  <a:gd name="T83" fmla="*/ 1 h 33"/>
                  <a:gd name="T84" fmla="*/ 7 w 33"/>
                  <a:gd name="T85" fmla="*/ 3 h 33"/>
                  <a:gd name="T86" fmla="*/ 8 w 33"/>
                  <a:gd name="T87" fmla="*/ 5 h 33"/>
                  <a:gd name="T88" fmla="*/ 5 w 33"/>
                  <a:gd name="T89" fmla="*/ 9 h 33"/>
                  <a:gd name="T90" fmla="*/ 2 w 33"/>
                  <a:gd name="T91" fmla="*/ 8 h 33"/>
                  <a:gd name="T92" fmla="*/ 0 w 33"/>
                  <a:gd name="T93" fmla="*/ 14 h 33"/>
                  <a:gd name="T94" fmla="*/ 2 w 33"/>
                  <a:gd name="T95" fmla="*/ 15 h 33"/>
                  <a:gd name="T96" fmla="*/ 2 w 33"/>
                  <a:gd name="T97" fmla="*/ 2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3" h="33">
                    <a:moveTo>
                      <a:pt x="16" y="31"/>
                    </a:moveTo>
                    <a:cubicBezTo>
                      <a:pt x="17" y="31"/>
                      <a:pt x="18" y="31"/>
                      <a:pt x="19" y="31"/>
                    </a:cubicBezTo>
                    <a:cubicBezTo>
                      <a:pt x="20" y="33"/>
                      <a:pt x="20" y="33"/>
                      <a:pt x="20" y="33"/>
                    </a:cubicBezTo>
                    <a:cubicBezTo>
                      <a:pt x="26" y="31"/>
                      <a:pt x="26" y="31"/>
                      <a:pt x="26" y="31"/>
                    </a:cubicBezTo>
                    <a:cubicBezTo>
                      <a:pt x="25" y="29"/>
                      <a:pt x="25" y="29"/>
                      <a:pt x="25" y="29"/>
                    </a:cubicBezTo>
                    <a:cubicBezTo>
                      <a:pt x="26" y="28"/>
                      <a:pt x="27" y="26"/>
                      <a:pt x="28" y="25"/>
                    </a:cubicBezTo>
                    <a:cubicBezTo>
                      <a:pt x="30" y="26"/>
                      <a:pt x="30" y="26"/>
                      <a:pt x="30" y="26"/>
                    </a:cubicBezTo>
                    <a:cubicBezTo>
                      <a:pt x="33" y="20"/>
                      <a:pt x="33" y="20"/>
                      <a:pt x="33" y="20"/>
                    </a:cubicBezTo>
                    <a:cubicBezTo>
                      <a:pt x="30" y="19"/>
                      <a:pt x="30" y="19"/>
                      <a:pt x="30" y="19"/>
                    </a:cubicBezTo>
                    <a:cubicBezTo>
                      <a:pt x="31" y="18"/>
                      <a:pt x="31" y="16"/>
                      <a:pt x="30" y="14"/>
                    </a:cubicBezTo>
                    <a:cubicBezTo>
                      <a:pt x="33" y="13"/>
                      <a:pt x="33" y="13"/>
                      <a:pt x="33" y="13"/>
                    </a:cubicBezTo>
                    <a:cubicBezTo>
                      <a:pt x="30" y="8"/>
                      <a:pt x="30" y="8"/>
                      <a:pt x="30" y="8"/>
                    </a:cubicBezTo>
                    <a:cubicBezTo>
                      <a:pt x="28" y="9"/>
                      <a:pt x="28" y="9"/>
                      <a:pt x="28" y="9"/>
                    </a:cubicBezTo>
                    <a:cubicBezTo>
                      <a:pt x="27" y="7"/>
                      <a:pt x="26" y="6"/>
                      <a:pt x="24" y="5"/>
                    </a:cubicBezTo>
                    <a:cubicBezTo>
                      <a:pt x="25" y="3"/>
                      <a:pt x="25" y="3"/>
                      <a:pt x="25" y="3"/>
                    </a:cubicBezTo>
                    <a:cubicBezTo>
                      <a:pt x="20" y="0"/>
                      <a:pt x="20" y="0"/>
                      <a:pt x="20" y="0"/>
                    </a:cubicBezTo>
                    <a:cubicBezTo>
                      <a:pt x="19" y="3"/>
                      <a:pt x="19" y="3"/>
                      <a:pt x="19" y="3"/>
                    </a:cubicBezTo>
                    <a:cubicBezTo>
                      <a:pt x="18" y="3"/>
                      <a:pt x="17" y="3"/>
                      <a:pt x="16" y="3"/>
                    </a:cubicBezTo>
                    <a:cubicBezTo>
                      <a:pt x="16" y="7"/>
                      <a:pt x="16" y="7"/>
                      <a:pt x="16" y="7"/>
                    </a:cubicBezTo>
                    <a:cubicBezTo>
                      <a:pt x="20" y="7"/>
                      <a:pt x="24" y="10"/>
                      <a:pt x="25" y="13"/>
                    </a:cubicBezTo>
                    <a:cubicBezTo>
                      <a:pt x="27" y="18"/>
                      <a:pt x="25" y="24"/>
                      <a:pt x="20" y="26"/>
                    </a:cubicBezTo>
                    <a:cubicBezTo>
                      <a:pt x="19" y="26"/>
                      <a:pt x="18" y="26"/>
                      <a:pt x="16" y="26"/>
                    </a:cubicBezTo>
                    <a:cubicBezTo>
                      <a:pt x="16" y="26"/>
                      <a:pt x="16" y="26"/>
                      <a:pt x="16" y="26"/>
                    </a:cubicBezTo>
                    <a:lnTo>
                      <a:pt x="16" y="31"/>
                    </a:lnTo>
                    <a:close/>
                    <a:moveTo>
                      <a:pt x="2" y="20"/>
                    </a:moveTo>
                    <a:cubicBezTo>
                      <a:pt x="0" y="21"/>
                      <a:pt x="0" y="21"/>
                      <a:pt x="0" y="21"/>
                    </a:cubicBezTo>
                    <a:cubicBezTo>
                      <a:pt x="2" y="26"/>
                      <a:pt x="2" y="26"/>
                      <a:pt x="2" y="26"/>
                    </a:cubicBezTo>
                    <a:cubicBezTo>
                      <a:pt x="5" y="25"/>
                      <a:pt x="5" y="25"/>
                      <a:pt x="5" y="25"/>
                    </a:cubicBezTo>
                    <a:cubicBezTo>
                      <a:pt x="6" y="27"/>
                      <a:pt x="7" y="28"/>
                      <a:pt x="8" y="29"/>
                    </a:cubicBezTo>
                    <a:cubicBezTo>
                      <a:pt x="7" y="31"/>
                      <a:pt x="7" y="31"/>
                      <a:pt x="7" y="31"/>
                    </a:cubicBezTo>
                    <a:cubicBezTo>
                      <a:pt x="13" y="33"/>
                      <a:pt x="13" y="33"/>
                      <a:pt x="13" y="33"/>
                    </a:cubicBezTo>
                    <a:cubicBezTo>
                      <a:pt x="14" y="31"/>
                      <a:pt x="14" y="31"/>
                      <a:pt x="14" y="31"/>
                    </a:cubicBezTo>
                    <a:cubicBezTo>
                      <a:pt x="15" y="31"/>
                      <a:pt x="16" y="31"/>
                      <a:pt x="16" y="31"/>
                    </a:cubicBezTo>
                    <a:cubicBezTo>
                      <a:pt x="16" y="26"/>
                      <a:pt x="16" y="26"/>
                      <a:pt x="16" y="26"/>
                    </a:cubicBezTo>
                    <a:cubicBezTo>
                      <a:pt x="13" y="26"/>
                      <a:pt x="9" y="24"/>
                      <a:pt x="8" y="21"/>
                    </a:cubicBezTo>
                    <a:cubicBezTo>
                      <a:pt x="5" y="16"/>
                      <a:pt x="8" y="10"/>
                      <a:pt x="13" y="8"/>
                    </a:cubicBezTo>
                    <a:cubicBezTo>
                      <a:pt x="13" y="8"/>
                      <a:pt x="13" y="8"/>
                      <a:pt x="13" y="8"/>
                    </a:cubicBezTo>
                    <a:cubicBezTo>
                      <a:pt x="14" y="8"/>
                      <a:pt x="15" y="7"/>
                      <a:pt x="16" y="7"/>
                    </a:cubicBezTo>
                    <a:cubicBezTo>
                      <a:pt x="16" y="7"/>
                      <a:pt x="16" y="7"/>
                      <a:pt x="16" y="7"/>
                    </a:cubicBezTo>
                    <a:cubicBezTo>
                      <a:pt x="16" y="3"/>
                      <a:pt x="16" y="3"/>
                      <a:pt x="16" y="3"/>
                    </a:cubicBezTo>
                    <a:cubicBezTo>
                      <a:pt x="15" y="3"/>
                      <a:pt x="15" y="3"/>
                      <a:pt x="14" y="3"/>
                    </a:cubicBezTo>
                    <a:cubicBezTo>
                      <a:pt x="13" y="1"/>
                      <a:pt x="13" y="1"/>
                      <a:pt x="13" y="1"/>
                    </a:cubicBezTo>
                    <a:cubicBezTo>
                      <a:pt x="7" y="3"/>
                      <a:pt x="7" y="3"/>
                      <a:pt x="7" y="3"/>
                    </a:cubicBezTo>
                    <a:cubicBezTo>
                      <a:pt x="8" y="5"/>
                      <a:pt x="8" y="5"/>
                      <a:pt x="8" y="5"/>
                    </a:cubicBezTo>
                    <a:cubicBezTo>
                      <a:pt x="7" y="6"/>
                      <a:pt x="6" y="7"/>
                      <a:pt x="5" y="9"/>
                    </a:cubicBezTo>
                    <a:cubicBezTo>
                      <a:pt x="2" y="8"/>
                      <a:pt x="2" y="8"/>
                      <a:pt x="2" y="8"/>
                    </a:cubicBezTo>
                    <a:cubicBezTo>
                      <a:pt x="0" y="14"/>
                      <a:pt x="0" y="14"/>
                      <a:pt x="0" y="14"/>
                    </a:cubicBezTo>
                    <a:cubicBezTo>
                      <a:pt x="2" y="15"/>
                      <a:pt x="2" y="15"/>
                      <a:pt x="2" y="15"/>
                    </a:cubicBezTo>
                    <a:cubicBezTo>
                      <a:pt x="2" y="16"/>
                      <a:pt x="2" y="18"/>
                      <a:pt x="2" y="20"/>
                    </a:cubicBezTo>
                    <a:close/>
                  </a:path>
                </a:pathLst>
              </a:custGeom>
              <a:solidFill>
                <a:schemeClr val="bg1">
                  <a:lumMod val="95000"/>
                </a:schemeClr>
              </a:solidFill>
              <a:ln>
                <a:noFill/>
              </a:ln>
            </p:spPr>
            <p:txBody>
              <a:bodyPr anchor="ctr"/>
              <a:lstStyle/>
              <a:p>
                <a:pPr algn="ctr">
                  <a:lnSpc>
                    <a:spcPct val="120000"/>
                  </a:lnSpc>
                </a:pPr>
                <a:endParaRPr sz="3200">
                  <a:cs typeface="+mn-ea"/>
                  <a:sym typeface="+mn-lt"/>
                </a:endParaRPr>
              </a:p>
            </p:txBody>
          </p:sp>
          <p:sp>
            <p:nvSpPr>
              <p:cNvPr id="151" name="îşliḍê">
                <a:extLst>
                  <a:ext uri="{FF2B5EF4-FFF2-40B4-BE49-F238E27FC236}">
                    <a16:creationId xmlns:a16="http://schemas.microsoft.com/office/drawing/2014/main" id="{8B275A9E-45B3-48EB-8C5E-8C12E4E34323}"/>
                  </a:ext>
                </a:extLst>
              </p:cNvPr>
              <p:cNvSpPr/>
              <p:nvPr/>
            </p:nvSpPr>
            <p:spPr bwMode="auto">
              <a:xfrm>
                <a:off x="7353290" y="2035938"/>
                <a:ext cx="33203" cy="39526"/>
              </a:xfrm>
              <a:custGeom>
                <a:avLst/>
                <a:gdLst>
                  <a:gd name="T0" fmla="*/ 0 w 6"/>
                  <a:gd name="T1" fmla="*/ 0 h 7"/>
                  <a:gd name="T2" fmla="*/ 2 w 6"/>
                  <a:gd name="T3" fmla="*/ 7 h 7"/>
                  <a:gd name="T4" fmla="*/ 6 w 6"/>
                  <a:gd name="T5" fmla="*/ 0 h 7"/>
                  <a:gd name="T6" fmla="*/ 0 w 6"/>
                  <a:gd name="T7" fmla="*/ 0 h 7"/>
                </a:gdLst>
                <a:ahLst/>
                <a:cxnLst>
                  <a:cxn ang="0">
                    <a:pos x="T0" y="T1"/>
                  </a:cxn>
                  <a:cxn ang="0">
                    <a:pos x="T2" y="T3"/>
                  </a:cxn>
                  <a:cxn ang="0">
                    <a:pos x="T4" y="T5"/>
                  </a:cxn>
                  <a:cxn ang="0">
                    <a:pos x="T6" y="T7"/>
                  </a:cxn>
                </a:cxnLst>
                <a:rect l="0" t="0" r="r" b="b"/>
                <a:pathLst>
                  <a:path w="6" h="7">
                    <a:moveTo>
                      <a:pt x="0" y="0"/>
                    </a:moveTo>
                    <a:cubicBezTo>
                      <a:pt x="0" y="3"/>
                      <a:pt x="1" y="5"/>
                      <a:pt x="2" y="7"/>
                    </a:cubicBezTo>
                    <a:cubicBezTo>
                      <a:pt x="5" y="5"/>
                      <a:pt x="6" y="3"/>
                      <a:pt x="6" y="0"/>
                    </a:cubicBezTo>
                    <a:lnTo>
                      <a:pt x="0" y="0"/>
                    </a:lnTo>
                    <a:close/>
                  </a:path>
                </a:pathLst>
              </a:custGeom>
              <a:solidFill>
                <a:schemeClr val="bg1">
                  <a:lumMod val="95000"/>
                </a:schemeClr>
              </a:solidFill>
              <a:ln>
                <a:noFill/>
              </a:ln>
            </p:spPr>
            <p:txBody>
              <a:bodyPr anchor="ctr"/>
              <a:lstStyle/>
              <a:p>
                <a:pPr algn="ctr">
                  <a:lnSpc>
                    <a:spcPct val="120000"/>
                  </a:lnSpc>
                </a:pPr>
                <a:endParaRPr sz="3200">
                  <a:cs typeface="+mn-ea"/>
                  <a:sym typeface="+mn-lt"/>
                </a:endParaRPr>
              </a:p>
            </p:txBody>
          </p:sp>
          <p:sp>
            <p:nvSpPr>
              <p:cNvPr id="152" name="iš1îḍê">
                <a:extLst>
                  <a:ext uri="{FF2B5EF4-FFF2-40B4-BE49-F238E27FC236}">
                    <a16:creationId xmlns:a16="http://schemas.microsoft.com/office/drawing/2014/main" id="{67E1F67A-C9FD-4083-BBF6-D9335730AE37}"/>
                  </a:ext>
                </a:extLst>
              </p:cNvPr>
              <p:cNvSpPr/>
              <p:nvPr/>
            </p:nvSpPr>
            <p:spPr bwMode="auto">
              <a:xfrm>
                <a:off x="7353290" y="1979020"/>
                <a:ext cx="33203" cy="44271"/>
              </a:xfrm>
              <a:custGeom>
                <a:avLst/>
                <a:gdLst>
                  <a:gd name="T0" fmla="*/ 2 w 6"/>
                  <a:gd name="T1" fmla="*/ 0 h 8"/>
                  <a:gd name="T2" fmla="*/ 0 w 6"/>
                  <a:gd name="T3" fmla="*/ 8 h 8"/>
                  <a:gd name="T4" fmla="*/ 6 w 6"/>
                  <a:gd name="T5" fmla="*/ 8 h 8"/>
                  <a:gd name="T6" fmla="*/ 2 w 6"/>
                  <a:gd name="T7" fmla="*/ 0 h 8"/>
                </a:gdLst>
                <a:ahLst/>
                <a:cxnLst>
                  <a:cxn ang="0">
                    <a:pos x="T0" y="T1"/>
                  </a:cxn>
                  <a:cxn ang="0">
                    <a:pos x="T2" y="T3"/>
                  </a:cxn>
                  <a:cxn ang="0">
                    <a:pos x="T4" y="T5"/>
                  </a:cxn>
                  <a:cxn ang="0">
                    <a:pos x="T6" y="T7"/>
                  </a:cxn>
                </a:cxnLst>
                <a:rect l="0" t="0" r="r" b="b"/>
                <a:pathLst>
                  <a:path w="6" h="8">
                    <a:moveTo>
                      <a:pt x="2" y="0"/>
                    </a:moveTo>
                    <a:cubicBezTo>
                      <a:pt x="1" y="2"/>
                      <a:pt x="0" y="5"/>
                      <a:pt x="0" y="8"/>
                    </a:cubicBezTo>
                    <a:cubicBezTo>
                      <a:pt x="6" y="8"/>
                      <a:pt x="6" y="8"/>
                      <a:pt x="6" y="8"/>
                    </a:cubicBezTo>
                    <a:cubicBezTo>
                      <a:pt x="6" y="5"/>
                      <a:pt x="5" y="2"/>
                      <a:pt x="2" y="0"/>
                    </a:cubicBezTo>
                    <a:close/>
                  </a:path>
                </a:pathLst>
              </a:custGeom>
              <a:solidFill>
                <a:schemeClr val="bg1">
                  <a:lumMod val="95000"/>
                </a:schemeClr>
              </a:solidFill>
              <a:ln>
                <a:noFill/>
              </a:ln>
            </p:spPr>
            <p:txBody>
              <a:bodyPr anchor="ctr"/>
              <a:lstStyle/>
              <a:p>
                <a:pPr algn="ctr">
                  <a:lnSpc>
                    <a:spcPct val="120000"/>
                  </a:lnSpc>
                </a:pPr>
                <a:endParaRPr sz="3200">
                  <a:cs typeface="+mn-ea"/>
                  <a:sym typeface="+mn-lt"/>
                </a:endParaRPr>
              </a:p>
            </p:txBody>
          </p:sp>
          <p:sp>
            <p:nvSpPr>
              <p:cNvPr id="153" name="ïṩḷiḋê">
                <a:extLst>
                  <a:ext uri="{FF2B5EF4-FFF2-40B4-BE49-F238E27FC236}">
                    <a16:creationId xmlns:a16="http://schemas.microsoft.com/office/drawing/2014/main" id="{D70DB6DB-1198-4914-B161-7890808DDA37}"/>
                  </a:ext>
                </a:extLst>
              </p:cNvPr>
              <p:cNvSpPr/>
              <p:nvPr/>
            </p:nvSpPr>
            <p:spPr bwMode="auto">
              <a:xfrm>
                <a:off x="7324832" y="1961628"/>
                <a:ext cx="33203" cy="61662"/>
              </a:xfrm>
              <a:custGeom>
                <a:avLst/>
                <a:gdLst>
                  <a:gd name="T0" fmla="*/ 0 w 6"/>
                  <a:gd name="T1" fmla="*/ 0 h 11"/>
                  <a:gd name="T2" fmla="*/ 0 w 6"/>
                  <a:gd name="T3" fmla="*/ 11 h 11"/>
                  <a:gd name="T4" fmla="*/ 3 w 6"/>
                  <a:gd name="T5" fmla="*/ 11 h 11"/>
                  <a:gd name="T6" fmla="*/ 6 w 6"/>
                  <a:gd name="T7" fmla="*/ 2 h 11"/>
                  <a:gd name="T8" fmla="*/ 0 w 6"/>
                  <a:gd name="T9" fmla="*/ 0 h 11"/>
                </a:gdLst>
                <a:ahLst/>
                <a:cxnLst>
                  <a:cxn ang="0">
                    <a:pos x="T0" y="T1"/>
                  </a:cxn>
                  <a:cxn ang="0">
                    <a:pos x="T2" y="T3"/>
                  </a:cxn>
                  <a:cxn ang="0">
                    <a:pos x="T4" y="T5"/>
                  </a:cxn>
                  <a:cxn ang="0">
                    <a:pos x="T6" y="T7"/>
                  </a:cxn>
                  <a:cxn ang="0">
                    <a:pos x="T8" y="T9"/>
                  </a:cxn>
                </a:cxnLst>
                <a:rect l="0" t="0" r="r" b="b"/>
                <a:pathLst>
                  <a:path w="6" h="11">
                    <a:moveTo>
                      <a:pt x="0" y="0"/>
                    </a:moveTo>
                    <a:cubicBezTo>
                      <a:pt x="0" y="11"/>
                      <a:pt x="0" y="11"/>
                      <a:pt x="0" y="11"/>
                    </a:cubicBezTo>
                    <a:cubicBezTo>
                      <a:pt x="3" y="11"/>
                      <a:pt x="3" y="11"/>
                      <a:pt x="3" y="11"/>
                    </a:cubicBezTo>
                    <a:cubicBezTo>
                      <a:pt x="3" y="7"/>
                      <a:pt x="4" y="4"/>
                      <a:pt x="6" y="2"/>
                    </a:cubicBezTo>
                    <a:cubicBezTo>
                      <a:pt x="4" y="1"/>
                      <a:pt x="2" y="0"/>
                      <a:pt x="0" y="0"/>
                    </a:cubicBezTo>
                    <a:close/>
                  </a:path>
                </a:pathLst>
              </a:custGeom>
              <a:solidFill>
                <a:schemeClr val="bg1">
                  <a:lumMod val="95000"/>
                </a:schemeClr>
              </a:solidFill>
              <a:ln>
                <a:noFill/>
              </a:ln>
            </p:spPr>
            <p:txBody>
              <a:bodyPr anchor="ctr"/>
              <a:lstStyle/>
              <a:p>
                <a:pPr algn="ctr">
                  <a:lnSpc>
                    <a:spcPct val="120000"/>
                  </a:lnSpc>
                </a:pPr>
                <a:endParaRPr sz="3200">
                  <a:cs typeface="+mn-ea"/>
                  <a:sym typeface="+mn-lt"/>
                </a:endParaRPr>
              </a:p>
            </p:txBody>
          </p:sp>
          <p:sp>
            <p:nvSpPr>
              <p:cNvPr id="154" name="ïSḻiḑe">
                <a:extLst>
                  <a:ext uri="{FF2B5EF4-FFF2-40B4-BE49-F238E27FC236}">
                    <a16:creationId xmlns:a16="http://schemas.microsoft.com/office/drawing/2014/main" id="{2C717693-9670-4450-93B7-8839311C9A4B}"/>
                  </a:ext>
                </a:extLst>
              </p:cNvPr>
              <p:cNvSpPr/>
              <p:nvPr/>
            </p:nvSpPr>
            <p:spPr bwMode="auto">
              <a:xfrm>
                <a:off x="7283723" y="2035938"/>
                <a:ext cx="34783" cy="56919"/>
              </a:xfrm>
              <a:custGeom>
                <a:avLst/>
                <a:gdLst>
                  <a:gd name="T0" fmla="*/ 6 w 6"/>
                  <a:gd name="T1" fmla="*/ 10 h 10"/>
                  <a:gd name="T2" fmla="*/ 6 w 6"/>
                  <a:gd name="T3" fmla="*/ 0 h 10"/>
                  <a:gd name="T4" fmla="*/ 3 w 6"/>
                  <a:gd name="T5" fmla="*/ 0 h 10"/>
                  <a:gd name="T6" fmla="*/ 0 w 6"/>
                  <a:gd name="T7" fmla="*/ 8 h 10"/>
                  <a:gd name="T8" fmla="*/ 6 w 6"/>
                  <a:gd name="T9" fmla="*/ 10 h 10"/>
                </a:gdLst>
                <a:ahLst/>
                <a:cxnLst>
                  <a:cxn ang="0">
                    <a:pos x="T0" y="T1"/>
                  </a:cxn>
                  <a:cxn ang="0">
                    <a:pos x="T2" y="T3"/>
                  </a:cxn>
                  <a:cxn ang="0">
                    <a:pos x="T4" y="T5"/>
                  </a:cxn>
                  <a:cxn ang="0">
                    <a:pos x="T6" y="T7"/>
                  </a:cxn>
                  <a:cxn ang="0">
                    <a:pos x="T8" y="T9"/>
                  </a:cxn>
                </a:cxnLst>
                <a:rect l="0" t="0" r="r" b="b"/>
                <a:pathLst>
                  <a:path w="6" h="10">
                    <a:moveTo>
                      <a:pt x="6" y="10"/>
                    </a:moveTo>
                    <a:cubicBezTo>
                      <a:pt x="6" y="0"/>
                      <a:pt x="6" y="0"/>
                      <a:pt x="6" y="0"/>
                    </a:cubicBezTo>
                    <a:cubicBezTo>
                      <a:pt x="3" y="0"/>
                      <a:pt x="3" y="0"/>
                      <a:pt x="3" y="0"/>
                    </a:cubicBezTo>
                    <a:cubicBezTo>
                      <a:pt x="3" y="3"/>
                      <a:pt x="2" y="6"/>
                      <a:pt x="0" y="8"/>
                    </a:cubicBezTo>
                    <a:cubicBezTo>
                      <a:pt x="2" y="9"/>
                      <a:pt x="4" y="10"/>
                      <a:pt x="6" y="10"/>
                    </a:cubicBezTo>
                    <a:close/>
                  </a:path>
                </a:pathLst>
              </a:custGeom>
              <a:solidFill>
                <a:schemeClr val="bg1">
                  <a:lumMod val="95000"/>
                </a:schemeClr>
              </a:solidFill>
              <a:ln>
                <a:noFill/>
              </a:ln>
            </p:spPr>
            <p:txBody>
              <a:bodyPr anchor="ctr"/>
              <a:lstStyle/>
              <a:p>
                <a:pPr algn="ctr">
                  <a:lnSpc>
                    <a:spcPct val="120000"/>
                  </a:lnSpc>
                </a:pPr>
                <a:endParaRPr sz="3200">
                  <a:cs typeface="+mn-ea"/>
                  <a:sym typeface="+mn-lt"/>
                </a:endParaRPr>
              </a:p>
            </p:txBody>
          </p:sp>
          <p:sp>
            <p:nvSpPr>
              <p:cNvPr id="155" name="íŝḷíḓé">
                <a:extLst>
                  <a:ext uri="{FF2B5EF4-FFF2-40B4-BE49-F238E27FC236}">
                    <a16:creationId xmlns:a16="http://schemas.microsoft.com/office/drawing/2014/main" id="{B6242122-FB0B-4FA9-B0E6-D138F57AA9D9}"/>
                  </a:ext>
                </a:extLst>
              </p:cNvPr>
              <p:cNvSpPr/>
              <p:nvPr/>
            </p:nvSpPr>
            <p:spPr bwMode="auto">
              <a:xfrm>
                <a:off x="7283723" y="1961628"/>
                <a:ext cx="34783" cy="61662"/>
              </a:xfrm>
              <a:custGeom>
                <a:avLst/>
                <a:gdLst>
                  <a:gd name="T0" fmla="*/ 3 w 6"/>
                  <a:gd name="T1" fmla="*/ 11 h 11"/>
                  <a:gd name="T2" fmla="*/ 6 w 6"/>
                  <a:gd name="T3" fmla="*/ 11 h 11"/>
                  <a:gd name="T4" fmla="*/ 6 w 6"/>
                  <a:gd name="T5" fmla="*/ 0 h 11"/>
                  <a:gd name="T6" fmla="*/ 0 w 6"/>
                  <a:gd name="T7" fmla="*/ 2 h 11"/>
                  <a:gd name="T8" fmla="*/ 3 w 6"/>
                  <a:gd name="T9" fmla="*/ 11 h 11"/>
                </a:gdLst>
                <a:ahLst/>
                <a:cxnLst>
                  <a:cxn ang="0">
                    <a:pos x="T0" y="T1"/>
                  </a:cxn>
                  <a:cxn ang="0">
                    <a:pos x="T2" y="T3"/>
                  </a:cxn>
                  <a:cxn ang="0">
                    <a:pos x="T4" y="T5"/>
                  </a:cxn>
                  <a:cxn ang="0">
                    <a:pos x="T6" y="T7"/>
                  </a:cxn>
                  <a:cxn ang="0">
                    <a:pos x="T8" y="T9"/>
                  </a:cxn>
                </a:cxnLst>
                <a:rect l="0" t="0" r="r" b="b"/>
                <a:pathLst>
                  <a:path w="6" h="11">
                    <a:moveTo>
                      <a:pt x="3" y="11"/>
                    </a:moveTo>
                    <a:cubicBezTo>
                      <a:pt x="6" y="11"/>
                      <a:pt x="6" y="11"/>
                      <a:pt x="6" y="11"/>
                    </a:cubicBezTo>
                    <a:cubicBezTo>
                      <a:pt x="6" y="0"/>
                      <a:pt x="6" y="0"/>
                      <a:pt x="6" y="0"/>
                    </a:cubicBezTo>
                    <a:cubicBezTo>
                      <a:pt x="4" y="0"/>
                      <a:pt x="2" y="1"/>
                      <a:pt x="0" y="2"/>
                    </a:cubicBezTo>
                    <a:cubicBezTo>
                      <a:pt x="2" y="4"/>
                      <a:pt x="3" y="7"/>
                      <a:pt x="3" y="11"/>
                    </a:cubicBezTo>
                    <a:close/>
                  </a:path>
                </a:pathLst>
              </a:custGeom>
              <a:solidFill>
                <a:schemeClr val="bg1">
                  <a:lumMod val="95000"/>
                </a:schemeClr>
              </a:solidFill>
              <a:ln>
                <a:noFill/>
              </a:ln>
            </p:spPr>
            <p:txBody>
              <a:bodyPr anchor="ctr"/>
              <a:lstStyle/>
              <a:p>
                <a:pPr algn="ctr">
                  <a:lnSpc>
                    <a:spcPct val="120000"/>
                  </a:lnSpc>
                </a:pPr>
                <a:endParaRPr sz="3200">
                  <a:cs typeface="+mn-ea"/>
                  <a:sym typeface="+mn-lt"/>
                </a:endParaRPr>
              </a:p>
            </p:txBody>
          </p:sp>
          <p:sp>
            <p:nvSpPr>
              <p:cNvPr id="156" name="iṣ1îḍè">
                <a:extLst>
                  <a:ext uri="{FF2B5EF4-FFF2-40B4-BE49-F238E27FC236}">
                    <a16:creationId xmlns:a16="http://schemas.microsoft.com/office/drawing/2014/main" id="{93CDBD23-59DB-4907-A4E5-46EECF733309}"/>
                  </a:ext>
                </a:extLst>
              </p:cNvPr>
              <p:cNvSpPr/>
              <p:nvPr/>
            </p:nvSpPr>
            <p:spPr bwMode="auto">
              <a:xfrm>
                <a:off x="7255265" y="2035938"/>
                <a:ext cx="34783" cy="39526"/>
              </a:xfrm>
              <a:custGeom>
                <a:avLst/>
                <a:gdLst>
                  <a:gd name="T0" fmla="*/ 4 w 6"/>
                  <a:gd name="T1" fmla="*/ 7 h 7"/>
                  <a:gd name="T2" fmla="*/ 6 w 6"/>
                  <a:gd name="T3" fmla="*/ 0 h 7"/>
                  <a:gd name="T4" fmla="*/ 0 w 6"/>
                  <a:gd name="T5" fmla="*/ 0 h 7"/>
                  <a:gd name="T6" fmla="*/ 4 w 6"/>
                  <a:gd name="T7" fmla="*/ 7 h 7"/>
                </a:gdLst>
                <a:ahLst/>
                <a:cxnLst>
                  <a:cxn ang="0">
                    <a:pos x="T0" y="T1"/>
                  </a:cxn>
                  <a:cxn ang="0">
                    <a:pos x="T2" y="T3"/>
                  </a:cxn>
                  <a:cxn ang="0">
                    <a:pos x="T4" y="T5"/>
                  </a:cxn>
                  <a:cxn ang="0">
                    <a:pos x="T6" y="T7"/>
                  </a:cxn>
                </a:cxnLst>
                <a:rect l="0" t="0" r="r" b="b"/>
                <a:pathLst>
                  <a:path w="6" h="7">
                    <a:moveTo>
                      <a:pt x="4" y="7"/>
                    </a:moveTo>
                    <a:cubicBezTo>
                      <a:pt x="5" y="5"/>
                      <a:pt x="6" y="3"/>
                      <a:pt x="6" y="0"/>
                    </a:cubicBezTo>
                    <a:cubicBezTo>
                      <a:pt x="0" y="0"/>
                      <a:pt x="0" y="0"/>
                      <a:pt x="0" y="0"/>
                    </a:cubicBezTo>
                    <a:cubicBezTo>
                      <a:pt x="0" y="3"/>
                      <a:pt x="1" y="5"/>
                      <a:pt x="4" y="7"/>
                    </a:cubicBezTo>
                    <a:close/>
                  </a:path>
                </a:pathLst>
              </a:custGeom>
              <a:solidFill>
                <a:schemeClr val="bg1">
                  <a:lumMod val="95000"/>
                </a:schemeClr>
              </a:solidFill>
              <a:ln>
                <a:noFill/>
              </a:ln>
            </p:spPr>
            <p:txBody>
              <a:bodyPr anchor="ctr"/>
              <a:lstStyle/>
              <a:p>
                <a:pPr algn="ctr">
                  <a:lnSpc>
                    <a:spcPct val="120000"/>
                  </a:lnSpc>
                </a:pPr>
                <a:endParaRPr sz="3200">
                  <a:cs typeface="+mn-ea"/>
                  <a:sym typeface="+mn-lt"/>
                </a:endParaRPr>
              </a:p>
            </p:txBody>
          </p:sp>
          <p:sp>
            <p:nvSpPr>
              <p:cNvPr id="157" name="işḻïdê">
                <a:extLst>
                  <a:ext uri="{FF2B5EF4-FFF2-40B4-BE49-F238E27FC236}">
                    <a16:creationId xmlns:a16="http://schemas.microsoft.com/office/drawing/2014/main" id="{A073A994-268B-4F22-9797-9FB4634A8D54}"/>
                  </a:ext>
                </a:extLst>
              </p:cNvPr>
              <p:cNvSpPr/>
              <p:nvPr/>
            </p:nvSpPr>
            <p:spPr bwMode="auto">
              <a:xfrm>
                <a:off x="7255265" y="1979020"/>
                <a:ext cx="34783" cy="44271"/>
              </a:xfrm>
              <a:custGeom>
                <a:avLst/>
                <a:gdLst>
                  <a:gd name="T0" fmla="*/ 4 w 6"/>
                  <a:gd name="T1" fmla="*/ 0 h 8"/>
                  <a:gd name="T2" fmla="*/ 0 w 6"/>
                  <a:gd name="T3" fmla="*/ 8 h 8"/>
                  <a:gd name="T4" fmla="*/ 6 w 6"/>
                  <a:gd name="T5" fmla="*/ 8 h 8"/>
                  <a:gd name="T6" fmla="*/ 4 w 6"/>
                  <a:gd name="T7" fmla="*/ 0 h 8"/>
                </a:gdLst>
                <a:ahLst/>
                <a:cxnLst>
                  <a:cxn ang="0">
                    <a:pos x="T0" y="T1"/>
                  </a:cxn>
                  <a:cxn ang="0">
                    <a:pos x="T2" y="T3"/>
                  </a:cxn>
                  <a:cxn ang="0">
                    <a:pos x="T4" y="T5"/>
                  </a:cxn>
                  <a:cxn ang="0">
                    <a:pos x="T6" y="T7"/>
                  </a:cxn>
                </a:cxnLst>
                <a:rect l="0" t="0" r="r" b="b"/>
                <a:pathLst>
                  <a:path w="6" h="8">
                    <a:moveTo>
                      <a:pt x="4" y="0"/>
                    </a:moveTo>
                    <a:cubicBezTo>
                      <a:pt x="1" y="2"/>
                      <a:pt x="0" y="5"/>
                      <a:pt x="0" y="8"/>
                    </a:cubicBezTo>
                    <a:cubicBezTo>
                      <a:pt x="6" y="8"/>
                      <a:pt x="6" y="8"/>
                      <a:pt x="6" y="8"/>
                    </a:cubicBezTo>
                    <a:cubicBezTo>
                      <a:pt x="6" y="5"/>
                      <a:pt x="5" y="2"/>
                      <a:pt x="4" y="0"/>
                    </a:cubicBezTo>
                    <a:close/>
                  </a:path>
                </a:pathLst>
              </a:custGeom>
              <a:solidFill>
                <a:schemeClr val="bg1">
                  <a:lumMod val="95000"/>
                </a:schemeClr>
              </a:solidFill>
              <a:ln>
                <a:noFill/>
              </a:ln>
            </p:spPr>
            <p:txBody>
              <a:bodyPr anchor="ctr"/>
              <a:lstStyle/>
              <a:p>
                <a:pPr algn="ctr">
                  <a:lnSpc>
                    <a:spcPct val="120000"/>
                  </a:lnSpc>
                </a:pPr>
                <a:endParaRPr sz="3200">
                  <a:cs typeface="+mn-ea"/>
                  <a:sym typeface="+mn-lt"/>
                </a:endParaRPr>
              </a:p>
            </p:txBody>
          </p:sp>
          <p:sp>
            <p:nvSpPr>
              <p:cNvPr id="158" name="íŝḻiďê">
                <a:extLst>
                  <a:ext uri="{FF2B5EF4-FFF2-40B4-BE49-F238E27FC236}">
                    <a16:creationId xmlns:a16="http://schemas.microsoft.com/office/drawing/2014/main" id="{BC1CB3C6-62D8-46AB-A915-BB6129F131EF}"/>
                  </a:ext>
                </a:extLst>
              </p:cNvPr>
              <p:cNvSpPr/>
              <p:nvPr/>
            </p:nvSpPr>
            <p:spPr bwMode="auto">
              <a:xfrm>
                <a:off x="7324832" y="2035938"/>
                <a:ext cx="33203" cy="56919"/>
              </a:xfrm>
              <a:custGeom>
                <a:avLst/>
                <a:gdLst>
                  <a:gd name="T0" fmla="*/ 0 w 6"/>
                  <a:gd name="T1" fmla="*/ 10 h 10"/>
                  <a:gd name="T2" fmla="*/ 6 w 6"/>
                  <a:gd name="T3" fmla="*/ 8 h 10"/>
                  <a:gd name="T4" fmla="*/ 3 w 6"/>
                  <a:gd name="T5" fmla="*/ 0 h 10"/>
                  <a:gd name="T6" fmla="*/ 0 w 6"/>
                  <a:gd name="T7" fmla="*/ 0 h 10"/>
                  <a:gd name="T8" fmla="*/ 0 w 6"/>
                  <a:gd name="T9" fmla="*/ 10 h 10"/>
                </a:gdLst>
                <a:ahLst/>
                <a:cxnLst>
                  <a:cxn ang="0">
                    <a:pos x="T0" y="T1"/>
                  </a:cxn>
                  <a:cxn ang="0">
                    <a:pos x="T2" y="T3"/>
                  </a:cxn>
                  <a:cxn ang="0">
                    <a:pos x="T4" y="T5"/>
                  </a:cxn>
                  <a:cxn ang="0">
                    <a:pos x="T6" y="T7"/>
                  </a:cxn>
                  <a:cxn ang="0">
                    <a:pos x="T8" y="T9"/>
                  </a:cxn>
                </a:cxnLst>
                <a:rect l="0" t="0" r="r" b="b"/>
                <a:pathLst>
                  <a:path w="6" h="10">
                    <a:moveTo>
                      <a:pt x="0" y="10"/>
                    </a:moveTo>
                    <a:cubicBezTo>
                      <a:pt x="2" y="10"/>
                      <a:pt x="4" y="9"/>
                      <a:pt x="6" y="8"/>
                    </a:cubicBezTo>
                    <a:cubicBezTo>
                      <a:pt x="4" y="6"/>
                      <a:pt x="3" y="3"/>
                      <a:pt x="3" y="0"/>
                    </a:cubicBezTo>
                    <a:cubicBezTo>
                      <a:pt x="0" y="0"/>
                      <a:pt x="0" y="0"/>
                      <a:pt x="0" y="0"/>
                    </a:cubicBezTo>
                    <a:lnTo>
                      <a:pt x="0" y="10"/>
                    </a:lnTo>
                    <a:close/>
                  </a:path>
                </a:pathLst>
              </a:custGeom>
              <a:solidFill>
                <a:schemeClr val="bg1">
                  <a:lumMod val="95000"/>
                </a:schemeClr>
              </a:solidFill>
              <a:ln>
                <a:noFill/>
              </a:ln>
            </p:spPr>
            <p:txBody>
              <a:bodyPr anchor="ctr"/>
              <a:lstStyle/>
              <a:p>
                <a:pPr algn="ctr">
                  <a:lnSpc>
                    <a:spcPct val="120000"/>
                  </a:lnSpc>
                </a:pPr>
                <a:endParaRPr sz="3200">
                  <a:cs typeface="+mn-ea"/>
                  <a:sym typeface="+mn-lt"/>
                </a:endParaRPr>
              </a:p>
            </p:txBody>
          </p:sp>
          <p:sp>
            <p:nvSpPr>
              <p:cNvPr id="159" name="îšļíďe">
                <a:extLst>
                  <a:ext uri="{FF2B5EF4-FFF2-40B4-BE49-F238E27FC236}">
                    <a16:creationId xmlns:a16="http://schemas.microsoft.com/office/drawing/2014/main" id="{CCB5AB92-636A-4558-B802-C76141A429B7}"/>
                  </a:ext>
                </a:extLst>
              </p:cNvPr>
              <p:cNvSpPr/>
              <p:nvPr/>
            </p:nvSpPr>
            <p:spPr bwMode="auto">
              <a:xfrm>
                <a:off x="8213395" y="1688103"/>
                <a:ext cx="148621" cy="142296"/>
              </a:xfrm>
              <a:custGeom>
                <a:avLst/>
                <a:gdLst>
                  <a:gd name="T0" fmla="*/ 26 w 26"/>
                  <a:gd name="T1" fmla="*/ 10 h 25"/>
                  <a:gd name="T2" fmla="*/ 21 w 26"/>
                  <a:gd name="T3" fmla="*/ 12 h 25"/>
                  <a:gd name="T4" fmla="*/ 19 w 26"/>
                  <a:gd name="T5" fmla="*/ 12 h 25"/>
                  <a:gd name="T6" fmla="*/ 18 w 26"/>
                  <a:gd name="T7" fmla="*/ 9 h 25"/>
                  <a:gd name="T8" fmla="*/ 19 w 26"/>
                  <a:gd name="T9" fmla="*/ 8 h 25"/>
                  <a:gd name="T10" fmla="*/ 24 w 26"/>
                  <a:gd name="T11" fmla="*/ 6 h 25"/>
                  <a:gd name="T12" fmla="*/ 22 w 26"/>
                  <a:gd name="T13" fmla="*/ 3 h 25"/>
                  <a:gd name="T14" fmla="*/ 19 w 26"/>
                  <a:gd name="T15" fmla="*/ 2 h 25"/>
                  <a:gd name="T16" fmla="*/ 18 w 26"/>
                  <a:gd name="T17" fmla="*/ 6 h 25"/>
                  <a:gd name="T18" fmla="*/ 16 w 26"/>
                  <a:gd name="T19" fmla="*/ 9 h 25"/>
                  <a:gd name="T20" fmla="*/ 16 w 26"/>
                  <a:gd name="T21" fmla="*/ 5 h 25"/>
                  <a:gd name="T22" fmla="*/ 14 w 26"/>
                  <a:gd name="T23" fmla="*/ 4 h 25"/>
                  <a:gd name="T24" fmla="*/ 14 w 26"/>
                  <a:gd name="T25" fmla="*/ 2 h 25"/>
                  <a:gd name="T26" fmla="*/ 13 w 26"/>
                  <a:gd name="T27" fmla="*/ 2 h 25"/>
                  <a:gd name="T28" fmla="*/ 13 w 26"/>
                  <a:gd name="T29" fmla="*/ 4 h 25"/>
                  <a:gd name="T30" fmla="*/ 11 w 26"/>
                  <a:gd name="T31" fmla="*/ 5 h 25"/>
                  <a:gd name="T32" fmla="*/ 11 w 26"/>
                  <a:gd name="T33" fmla="*/ 9 h 25"/>
                  <a:gd name="T34" fmla="*/ 9 w 26"/>
                  <a:gd name="T35" fmla="*/ 6 h 25"/>
                  <a:gd name="T36" fmla="*/ 8 w 26"/>
                  <a:gd name="T37" fmla="*/ 2 h 25"/>
                  <a:gd name="T38" fmla="*/ 5 w 26"/>
                  <a:gd name="T39" fmla="*/ 3 h 25"/>
                  <a:gd name="T40" fmla="*/ 2 w 26"/>
                  <a:gd name="T41" fmla="*/ 6 h 25"/>
                  <a:gd name="T42" fmla="*/ 8 w 26"/>
                  <a:gd name="T43" fmla="*/ 8 h 25"/>
                  <a:gd name="T44" fmla="*/ 9 w 26"/>
                  <a:gd name="T45" fmla="*/ 9 h 25"/>
                  <a:gd name="T46" fmla="*/ 8 w 26"/>
                  <a:gd name="T47" fmla="*/ 12 h 25"/>
                  <a:gd name="T48" fmla="*/ 6 w 26"/>
                  <a:gd name="T49" fmla="*/ 12 h 25"/>
                  <a:gd name="T50" fmla="*/ 1 w 26"/>
                  <a:gd name="T51" fmla="*/ 10 h 25"/>
                  <a:gd name="T52" fmla="*/ 0 w 26"/>
                  <a:gd name="T53" fmla="*/ 13 h 25"/>
                  <a:gd name="T54" fmla="*/ 2 w 26"/>
                  <a:gd name="T55" fmla="*/ 17 h 25"/>
                  <a:gd name="T56" fmla="*/ 5 w 26"/>
                  <a:gd name="T57" fmla="*/ 14 h 25"/>
                  <a:gd name="T58" fmla="*/ 9 w 26"/>
                  <a:gd name="T59" fmla="*/ 13 h 25"/>
                  <a:gd name="T60" fmla="*/ 6 w 26"/>
                  <a:gd name="T61" fmla="*/ 16 h 25"/>
                  <a:gd name="T62" fmla="*/ 7 w 26"/>
                  <a:gd name="T63" fmla="*/ 18 h 25"/>
                  <a:gd name="T64" fmla="*/ 6 w 26"/>
                  <a:gd name="T65" fmla="*/ 19 h 25"/>
                  <a:gd name="T66" fmla="*/ 7 w 26"/>
                  <a:gd name="T67" fmla="*/ 20 h 25"/>
                  <a:gd name="T68" fmla="*/ 8 w 26"/>
                  <a:gd name="T69" fmla="*/ 19 h 25"/>
                  <a:gd name="T70" fmla="*/ 10 w 26"/>
                  <a:gd name="T71" fmla="*/ 19 h 25"/>
                  <a:gd name="T72" fmla="*/ 13 w 26"/>
                  <a:gd name="T73" fmla="*/ 16 h 25"/>
                  <a:gd name="T74" fmla="*/ 12 w 26"/>
                  <a:gd name="T75" fmla="*/ 21 h 25"/>
                  <a:gd name="T76" fmla="*/ 9 w 26"/>
                  <a:gd name="T77" fmla="*/ 24 h 25"/>
                  <a:gd name="T78" fmla="*/ 13 w 26"/>
                  <a:gd name="T79" fmla="*/ 25 h 25"/>
                  <a:gd name="T80" fmla="*/ 16 w 26"/>
                  <a:gd name="T81" fmla="*/ 25 h 25"/>
                  <a:gd name="T82" fmla="*/ 14 w 26"/>
                  <a:gd name="T83" fmla="*/ 20 h 25"/>
                  <a:gd name="T84" fmla="*/ 14 w 26"/>
                  <a:gd name="T85" fmla="*/ 18 h 25"/>
                  <a:gd name="T86" fmla="*/ 17 w 26"/>
                  <a:gd name="T87" fmla="*/ 17 h 25"/>
                  <a:gd name="T88" fmla="*/ 18 w 26"/>
                  <a:gd name="T89" fmla="*/ 18 h 25"/>
                  <a:gd name="T90" fmla="*/ 20 w 26"/>
                  <a:gd name="T91" fmla="*/ 24 h 25"/>
                  <a:gd name="T92" fmla="*/ 23 w 26"/>
                  <a:gd name="T93" fmla="*/ 21 h 25"/>
                  <a:gd name="T94" fmla="*/ 24 w 26"/>
                  <a:gd name="T95" fmla="*/ 18 h 25"/>
                  <a:gd name="T96" fmla="*/ 20 w 26"/>
                  <a:gd name="T97" fmla="*/ 17 h 25"/>
                  <a:gd name="T98" fmla="*/ 17 w 26"/>
                  <a:gd name="T99" fmla="*/ 15 h 25"/>
                  <a:gd name="T100" fmla="*/ 20 w 26"/>
                  <a:gd name="T101" fmla="*/ 15 h 25"/>
                  <a:gd name="T102" fmla="*/ 22 w 26"/>
                  <a:gd name="T103" fmla="*/ 13 h 25"/>
                  <a:gd name="T104" fmla="*/ 24 w 26"/>
                  <a:gd name="T105" fmla="*/ 13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6" h="25">
                    <a:moveTo>
                      <a:pt x="26" y="12"/>
                    </a:moveTo>
                    <a:cubicBezTo>
                      <a:pt x="24" y="12"/>
                      <a:pt x="24" y="12"/>
                      <a:pt x="24" y="12"/>
                    </a:cubicBezTo>
                    <a:cubicBezTo>
                      <a:pt x="26" y="10"/>
                      <a:pt x="26" y="10"/>
                      <a:pt x="26" y="10"/>
                    </a:cubicBezTo>
                    <a:cubicBezTo>
                      <a:pt x="25" y="9"/>
                      <a:pt x="25" y="9"/>
                      <a:pt x="25" y="9"/>
                    </a:cubicBezTo>
                    <a:cubicBezTo>
                      <a:pt x="22" y="12"/>
                      <a:pt x="22" y="12"/>
                      <a:pt x="22" y="12"/>
                    </a:cubicBezTo>
                    <a:cubicBezTo>
                      <a:pt x="21" y="12"/>
                      <a:pt x="21" y="12"/>
                      <a:pt x="21" y="12"/>
                    </a:cubicBezTo>
                    <a:cubicBezTo>
                      <a:pt x="21" y="11"/>
                      <a:pt x="21" y="11"/>
                      <a:pt x="21" y="11"/>
                    </a:cubicBezTo>
                    <a:cubicBezTo>
                      <a:pt x="20" y="10"/>
                      <a:pt x="20" y="10"/>
                      <a:pt x="20" y="10"/>
                    </a:cubicBezTo>
                    <a:cubicBezTo>
                      <a:pt x="19" y="12"/>
                      <a:pt x="19" y="12"/>
                      <a:pt x="19" y="12"/>
                    </a:cubicBezTo>
                    <a:cubicBezTo>
                      <a:pt x="17" y="12"/>
                      <a:pt x="17" y="12"/>
                      <a:pt x="17" y="12"/>
                    </a:cubicBezTo>
                    <a:cubicBezTo>
                      <a:pt x="17" y="11"/>
                      <a:pt x="17" y="11"/>
                      <a:pt x="17" y="10"/>
                    </a:cubicBezTo>
                    <a:cubicBezTo>
                      <a:pt x="18" y="9"/>
                      <a:pt x="18" y="9"/>
                      <a:pt x="18" y="9"/>
                    </a:cubicBezTo>
                    <a:cubicBezTo>
                      <a:pt x="20" y="9"/>
                      <a:pt x="20" y="9"/>
                      <a:pt x="20" y="9"/>
                    </a:cubicBezTo>
                    <a:cubicBezTo>
                      <a:pt x="20" y="8"/>
                      <a:pt x="20" y="8"/>
                      <a:pt x="20" y="8"/>
                    </a:cubicBezTo>
                    <a:cubicBezTo>
                      <a:pt x="19" y="8"/>
                      <a:pt x="19" y="8"/>
                      <a:pt x="19" y="8"/>
                    </a:cubicBezTo>
                    <a:cubicBezTo>
                      <a:pt x="20" y="7"/>
                      <a:pt x="20" y="7"/>
                      <a:pt x="20" y="7"/>
                    </a:cubicBezTo>
                    <a:cubicBezTo>
                      <a:pt x="24" y="7"/>
                      <a:pt x="24" y="7"/>
                      <a:pt x="24" y="7"/>
                    </a:cubicBezTo>
                    <a:cubicBezTo>
                      <a:pt x="24" y="6"/>
                      <a:pt x="24" y="6"/>
                      <a:pt x="24" y="6"/>
                    </a:cubicBezTo>
                    <a:cubicBezTo>
                      <a:pt x="21" y="6"/>
                      <a:pt x="21" y="6"/>
                      <a:pt x="21" y="6"/>
                    </a:cubicBezTo>
                    <a:cubicBezTo>
                      <a:pt x="23" y="4"/>
                      <a:pt x="23" y="4"/>
                      <a:pt x="23" y="4"/>
                    </a:cubicBezTo>
                    <a:cubicBezTo>
                      <a:pt x="22" y="3"/>
                      <a:pt x="22" y="3"/>
                      <a:pt x="22" y="3"/>
                    </a:cubicBezTo>
                    <a:cubicBezTo>
                      <a:pt x="20" y="5"/>
                      <a:pt x="20" y="5"/>
                      <a:pt x="20" y="5"/>
                    </a:cubicBezTo>
                    <a:cubicBezTo>
                      <a:pt x="20" y="2"/>
                      <a:pt x="20" y="2"/>
                      <a:pt x="20" y="2"/>
                    </a:cubicBezTo>
                    <a:cubicBezTo>
                      <a:pt x="19" y="2"/>
                      <a:pt x="19" y="2"/>
                      <a:pt x="19" y="2"/>
                    </a:cubicBezTo>
                    <a:cubicBezTo>
                      <a:pt x="19" y="6"/>
                      <a:pt x="19" y="6"/>
                      <a:pt x="19" y="6"/>
                    </a:cubicBezTo>
                    <a:cubicBezTo>
                      <a:pt x="18" y="7"/>
                      <a:pt x="18" y="7"/>
                      <a:pt x="18" y="7"/>
                    </a:cubicBezTo>
                    <a:cubicBezTo>
                      <a:pt x="18" y="6"/>
                      <a:pt x="18" y="6"/>
                      <a:pt x="18" y="6"/>
                    </a:cubicBezTo>
                    <a:cubicBezTo>
                      <a:pt x="17" y="6"/>
                      <a:pt x="17" y="6"/>
                      <a:pt x="17" y="6"/>
                    </a:cubicBezTo>
                    <a:cubicBezTo>
                      <a:pt x="17" y="8"/>
                      <a:pt x="17" y="8"/>
                      <a:pt x="17" y="8"/>
                    </a:cubicBezTo>
                    <a:cubicBezTo>
                      <a:pt x="16" y="9"/>
                      <a:pt x="16" y="9"/>
                      <a:pt x="16" y="9"/>
                    </a:cubicBezTo>
                    <a:cubicBezTo>
                      <a:pt x="15" y="9"/>
                      <a:pt x="15" y="9"/>
                      <a:pt x="14" y="9"/>
                    </a:cubicBezTo>
                    <a:cubicBezTo>
                      <a:pt x="14" y="7"/>
                      <a:pt x="14" y="7"/>
                      <a:pt x="14" y="7"/>
                    </a:cubicBezTo>
                    <a:cubicBezTo>
                      <a:pt x="16" y="5"/>
                      <a:pt x="16" y="5"/>
                      <a:pt x="16" y="5"/>
                    </a:cubicBezTo>
                    <a:cubicBezTo>
                      <a:pt x="15" y="4"/>
                      <a:pt x="15" y="4"/>
                      <a:pt x="15" y="4"/>
                    </a:cubicBezTo>
                    <a:cubicBezTo>
                      <a:pt x="14" y="5"/>
                      <a:pt x="14" y="5"/>
                      <a:pt x="14" y="5"/>
                    </a:cubicBezTo>
                    <a:cubicBezTo>
                      <a:pt x="14" y="4"/>
                      <a:pt x="14" y="4"/>
                      <a:pt x="14" y="4"/>
                    </a:cubicBezTo>
                    <a:cubicBezTo>
                      <a:pt x="17" y="1"/>
                      <a:pt x="17" y="1"/>
                      <a:pt x="17" y="1"/>
                    </a:cubicBezTo>
                    <a:cubicBezTo>
                      <a:pt x="16" y="0"/>
                      <a:pt x="16" y="0"/>
                      <a:pt x="16" y="0"/>
                    </a:cubicBezTo>
                    <a:cubicBezTo>
                      <a:pt x="14" y="2"/>
                      <a:pt x="14" y="2"/>
                      <a:pt x="14" y="2"/>
                    </a:cubicBezTo>
                    <a:cubicBezTo>
                      <a:pt x="14" y="0"/>
                      <a:pt x="14" y="0"/>
                      <a:pt x="14" y="0"/>
                    </a:cubicBezTo>
                    <a:cubicBezTo>
                      <a:pt x="13" y="0"/>
                      <a:pt x="13" y="0"/>
                      <a:pt x="13" y="0"/>
                    </a:cubicBezTo>
                    <a:cubicBezTo>
                      <a:pt x="13" y="2"/>
                      <a:pt x="13" y="2"/>
                      <a:pt x="13" y="2"/>
                    </a:cubicBezTo>
                    <a:cubicBezTo>
                      <a:pt x="10" y="0"/>
                      <a:pt x="10" y="0"/>
                      <a:pt x="10" y="0"/>
                    </a:cubicBezTo>
                    <a:cubicBezTo>
                      <a:pt x="9" y="1"/>
                      <a:pt x="9" y="1"/>
                      <a:pt x="9" y="1"/>
                    </a:cubicBezTo>
                    <a:cubicBezTo>
                      <a:pt x="13" y="4"/>
                      <a:pt x="13" y="4"/>
                      <a:pt x="13" y="4"/>
                    </a:cubicBezTo>
                    <a:cubicBezTo>
                      <a:pt x="13" y="5"/>
                      <a:pt x="13" y="5"/>
                      <a:pt x="13" y="5"/>
                    </a:cubicBezTo>
                    <a:cubicBezTo>
                      <a:pt x="12" y="4"/>
                      <a:pt x="12" y="4"/>
                      <a:pt x="12" y="4"/>
                    </a:cubicBezTo>
                    <a:cubicBezTo>
                      <a:pt x="11" y="5"/>
                      <a:pt x="11" y="5"/>
                      <a:pt x="11" y="5"/>
                    </a:cubicBezTo>
                    <a:cubicBezTo>
                      <a:pt x="13" y="7"/>
                      <a:pt x="13" y="7"/>
                      <a:pt x="13" y="7"/>
                    </a:cubicBezTo>
                    <a:cubicBezTo>
                      <a:pt x="13" y="9"/>
                      <a:pt x="13" y="9"/>
                      <a:pt x="13" y="9"/>
                    </a:cubicBezTo>
                    <a:cubicBezTo>
                      <a:pt x="12" y="9"/>
                      <a:pt x="11" y="9"/>
                      <a:pt x="11" y="9"/>
                    </a:cubicBezTo>
                    <a:cubicBezTo>
                      <a:pt x="10" y="8"/>
                      <a:pt x="10" y="8"/>
                      <a:pt x="10" y="8"/>
                    </a:cubicBezTo>
                    <a:cubicBezTo>
                      <a:pt x="10" y="6"/>
                      <a:pt x="10" y="6"/>
                      <a:pt x="10" y="6"/>
                    </a:cubicBezTo>
                    <a:cubicBezTo>
                      <a:pt x="9" y="6"/>
                      <a:pt x="9" y="6"/>
                      <a:pt x="9" y="6"/>
                    </a:cubicBezTo>
                    <a:cubicBezTo>
                      <a:pt x="9" y="7"/>
                      <a:pt x="9" y="7"/>
                      <a:pt x="9" y="7"/>
                    </a:cubicBezTo>
                    <a:cubicBezTo>
                      <a:pt x="8" y="6"/>
                      <a:pt x="8" y="6"/>
                      <a:pt x="8" y="6"/>
                    </a:cubicBezTo>
                    <a:cubicBezTo>
                      <a:pt x="8" y="2"/>
                      <a:pt x="8" y="2"/>
                      <a:pt x="8" y="2"/>
                    </a:cubicBezTo>
                    <a:cubicBezTo>
                      <a:pt x="7" y="2"/>
                      <a:pt x="7" y="2"/>
                      <a:pt x="7" y="2"/>
                    </a:cubicBezTo>
                    <a:cubicBezTo>
                      <a:pt x="7" y="5"/>
                      <a:pt x="7" y="5"/>
                      <a:pt x="7" y="5"/>
                    </a:cubicBezTo>
                    <a:cubicBezTo>
                      <a:pt x="5" y="3"/>
                      <a:pt x="5" y="3"/>
                      <a:pt x="5" y="3"/>
                    </a:cubicBezTo>
                    <a:cubicBezTo>
                      <a:pt x="4" y="4"/>
                      <a:pt x="4" y="4"/>
                      <a:pt x="4" y="4"/>
                    </a:cubicBezTo>
                    <a:cubicBezTo>
                      <a:pt x="6" y="6"/>
                      <a:pt x="6" y="6"/>
                      <a:pt x="6" y="6"/>
                    </a:cubicBezTo>
                    <a:cubicBezTo>
                      <a:pt x="2" y="6"/>
                      <a:pt x="2" y="6"/>
                      <a:pt x="2" y="6"/>
                    </a:cubicBezTo>
                    <a:cubicBezTo>
                      <a:pt x="2" y="7"/>
                      <a:pt x="2" y="7"/>
                      <a:pt x="2" y="7"/>
                    </a:cubicBezTo>
                    <a:cubicBezTo>
                      <a:pt x="7" y="7"/>
                      <a:pt x="7" y="7"/>
                      <a:pt x="7" y="7"/>
                    </a:cubicBezTo>
                    <a:cubicBezTo>
                      <a:pt x="8" y="8"/>
                      <a:pt x="8" y="8"/>
                      <a:pt x="8" y="8"/>
                    </a:cubicBezTo>
                    <a:cubicBezTo>
                      <a:pt x="6" y="8"/>
                      <a:pt x="6" y="8"/>
                      <a:pt x="6" y="8"/>
                    </a:cubicBezTo>
                    <a:cubicBezTo>
                      <a:pt x="6" y="9"/>
                      <a:pt x="6" y="9"/>
                      <a:pt x="6" y="9"/>
                    </a:cubicBezTo>
                    <a:cubicBezTo>
                      <a:pt x="9" y="9"/>
                      <a:pt x="9" y="9"/>
                      <a:pt x="9" y="9"/>
                    </a:cubicBezTo>
                    <a:cubicBezTo>
                      <a:pt x="10" y="10"/>
                      <a:pt x="10" y="10"/>
                      <a:pt x="10" y="10"/>
                    </a:cubicBezTo>
                    <a:cubicBezTo>
                      <a:pt x="10" y="11"/>
                      <a:pt x="9" y="11"/>
                      <a:pt x="9" y="12"/>
                    </a:cubicBezTo>
                    <a:cubicBezTo>
                      <a:pt x="8" y="12"/>
                      <a:pt x="8" y="12"/>
                      <a:pt x="8" y="12"/>
                    </a:cubicBezTo>
                    <a:cubicBezTo>
                      <a:pt x="6" y="10"/>
                      <a:pt x="6" y="10"/>
                      <a:pt x="6" y="10"/>
                    </a:cubicBezTo>
                    <a:cubicBezTo>
                      <a:pt x="5" y="11"/>
                      <a:pt x="5" y="11"/>
                      <a:pt x="5" y="11"/>
                    </a:cubicBezTo>
                    <a:cubicBezTo>
                      <a:pt x="6" y="12"/>
                      <a:pt x="6" y="12"/>
                      <a:pt x="6" y="12"/>
                    </a:cubicBezTo>
                    <a:cubicBezTo>
                      <a:pt x="5" y="12"/>
                      <a:pt x="5" y="12"/>
                      <a:pt x="5" y="12"/>
                    </a:cubicBezTo>
                    <a:cubicBezTo>
                      <a:pt x="2" y="9"/>
                      <a:pt x="2" y="9"/>
                      <a:pt x="2" y="9"/>
                    </a:cubicBezTo>
                    <a:cubicBezTo>
                      <a:pt x="1" y="10"/>
                      <a:pt x="1" y="10"/>
                      <a:pt x="1" y="10"/>
                    </a:cubicBezTo>
                    <a:cubicBezTo>
                      <a:pt x="3" y="12"/>
                      <a:pt x="3" y="12"/>
                      <a:pt x="3" y="12"/>
                    </a:cubicBezTo>
                    <a:cubicBezTo>
                      <a:pt x="0" y="12"/>
                      <a:pt x="0" y="12"/>
                      <a:pt x="0" y="12"/>
                    </a:cubicBezTo>
                    <a:cubicBezTo>
                      <a:pt x="0" y="13"/>
                      <a:pt x="0" y="13"/>
                      <a:pt x="0" y="13"/>
                    </a:cubicBezTo>
                    <a:cubicBezTo>
                      <a:pt x="3" y="13"/>
                      <a:pt x="3" y="13"/>
                      <a:pt x="3" y="13"/>
                    </a:cubicBezTo>
                    <a:cubicBezTo>
                      <a:pt x="1" y="16"/>
                      <a:pt x="1" y="16"/>
                      <a:pt x="1" y="16"/>
                    </a:cubicBezTo>
                    <a:cubicBezTo>
                      <a:pt x="2" y="17"/>
                      <a:pt x="2" y="17"/>
                      <a:pt x="2" y="17"/>
                    </a:cubicBezTo>
                    <a:cubicBezTo>
                      <a:pt x="5" y="13"/>
                      <a:pt x="5" y="13"/>
                      <a:pt x="5" y="13"/>
                    </a:cubicBezTo>
                    <a:cubicBezTo>
                      <a:pt x="6" y="13"/>
                      <a:pt x="6" y="13"/>
                      <a:pt x="6" y="13"/>
                    </a:cubicBezTo>
                    <a:cubicBezTo>
                      <a:pt x="5" y="14"/>
                      <a:pt x="5" y="14"/>
                      <a:pt x="5" y="14"/>
                    </a:cubicBezTo>
                    <a:cubicBezTo>
                      <a:pt x="6" y="15"/>
                      <a:pt x="6" y="15"/>
                      <a:pt x="6" y="15"/>
                    </a:cubicBezTo>
                    <a:cubicBezTo>
                      <a:pt x="8" y="13"/>
                      <a:pt x="8" y="13"/>
                      <a:pt x="8" y="13"/>
                    </a:cubicBezTo>
                    <a:cubicBezTo>
                      <a:pt x="9" y="13"/>
                      <a:pt x="9" y="13"/>
                      <a:pt x="9" y="13"/>
                    </a:cubicBezTo>
                    <a:cubicBezTo>
                      <a:pt x="9" y="14"/>
                      <a:pt x="10" y="14"/>
                      <a:pt x="10" y="15"/>
                    </a:cubicBezTo>
                    <a:cubicBezTo>
                      <a:pt x="9" y="16"/>
                      <a:pt x="9" y="16"/>
                      <a:pt x="9" y="16"/>
                    </a:cubicBezTo>
                    <a:cubicBezTo>
                      <a:pt x="6" y="16"/>
                      <a:pt x="6" y="16"/>
                      <a:pt x="6" y="16"/>
                    </a:cubicBezTo>
                    <a:cubicBezTo>
                      <a:pt x="6" y="17"/>
                      <a:pt x="6" y="17"/>
                      <a:pt x="6" y="17"/>
                    </a:cubicBezTo>
                    <a:cubicBezTo>
                      <a:pt x="8" y="17"/>
                      <a:pt x="8" y="17"/>
                      <a:pt x="8" y="17"/>
                    </a:cubicBezTo>
                    <a:cubicBezTo>
                      <a:pt x="7" y="18"/>
                      <a:pt x="7" y="18"/>
                      <a:pt x="7" y="18"/>
                    </a:cubicBezTo>
                    <a:cubicBezTo>
                      <a:pt x="2" y="18"/>
                      <a:pt x="2" y="18"/>
                      <a:pt x="2" y="18"/>
                    </a:cubicBezTo>
                    <a:cubicBezTo>
                      <a:pt x="2" y="19"/>
                      <a:pt x="2" y="19"/>
                      <a:pt x="2" y="19"/>
                    </a:cubicBezTo>
                    <a:cubicBezTo>
                      <a:pt x="6" y="19"/>
                      <a:pt x="6" y="19"/>
                      <a:pt x="6" y="19"/>
                    </a:cubicBezTo>
                    <a:cubicBezTo>
                      <a:pt x="4" y="21"/>
                      <a:pt x="4" y="21"/>
                      <a:pt x="4" y="21"/>
                    </a:cubicBezTo>
                    <a:cubicBezTo>
                      <a:pt x="5" y="22"/>
                      <a:pt x="5" y="22"/>
                      <a:pt x="5" y="22"/>
                    </a:cubicBezTo>
                    <a:cubicBezTo>
                      <a:pt x="7" y="20"/>
                      <a:pt x="7" y="20"/>
                      <a:pt x="7" y="20"/>
                    </a:cubicBezTo>
                    <a:cubicBezTo>
                      <a:pt x="7" y="24"/>
                      <a:pt x="7" y="24"/>
                      <a:pt x="7" y="24"/>
                    </a:cubicBezTo>
                    <a:cubicBezTo>
                      <a:pt x="8" y="24"/>
                      <a:pt x="8" y="24"/>
                      <a:pt x="8" y="24"/>
                    </a:cubicBezTo>
                    <a:cubicBezTo>
                      <a:pt x="8" y="19"/>
                      <a:pt x="8" y="19"/>
                      <a:pt x="8" y="19"/>
                    </a:cubicBezTo>
                    <a:cubicBezTo>
                      <a:pt x="9" y="18"/>
                      <a:pt x="9" y="18"/>
                      <a:pt x="9" y="18"/>
                    </a:cubicBezTo>
                    <a:cubicBezTo>
                      <a:pt x="9" y="19"/>
                      <a:pt x="9" y="19"/>
                      <a:pt x="9" y="19"/>
                    </a:cubicBezTo>
                    <a:cubicBezTo>
                      <a:pt x="10" y="19"/>
                      <a:pt x="10" y="19"/>
                      <a:pt x="10" y="19"/>
                    </a:cubicBezTo>
                    <a:cubicBezTo>
                      <a:pt x="10" y="17"/>
                      <a:pt x="10" y="17"/>
                      <a:pt x="10" y="17"/>
                    </a:cubicBezTo>
                    <a:cubicBezTo>
                      <a:pt x="11" y="16"/>
                      <a:pt x="11" y="16"/>
                      <a:pt x="11" y="16"/>
                    </a:cubicBezTo>
                    <a:cubicBezTo>
                      <a:pt x="11" y="16"/>
                      <a:pt x="12" y="16"/>
                      <a:pt x="13" y="16"/>
                    </a:cubicBezTo>
                    <a:cubicBezTo>
                      <a:pt x="13" y="18"/>
                      <a:pt x="13" y="18"/>
                      <a:pt x="13" y="18"/>
                    </a:cubicBezTo>
                    <a:cubicBezTo>
                      <a:pt x="11" y="20"/>
                      <a:pt x="11" y="20"/>
                      <a:pt x="11" y="20"/>
                    </a:cubicBezTo>
                    <a:cubicBezTo>
                      <a:pt x="12" y="21"/>
                      <a:pt x="12" y="21"/>
                      <a:pt x="12" y="21"/>
                    </a:cubicBezTo>
                    <a:cubicBezTo>
                      <a:pt x="13" y="20"/>
                      <a:pt x="13" y="20"/>
                      <a:pt x="13" y="20"/>
                    </a:cubicBezTo>
                    <a:cubicBezTo>
                      <a:pt x="13" y="21"/>
                      <a:pt x="13" y="21"/>
                      <a:pt x="13" y="21"/>
                    </a:cubicBezTo>
                    <a:cubicBezTo>
                      <a:pt x="9" y="24"/>
                      <a:pt x="9" y="24"/>
                      <a:pt x="9" y="24"/>
                    </a:cubicBezTo>
                    <a:cubicBezTo>
                      <a:pt x="10" y="25"/>
                      <a:pt x="10" y="25"/>
                      <a:pt x="10" y="25"/>
                    </a:cubicBezTo>
                    <a:cubicBezTo>
                      <a:pt x="13" y="23"/>
                      <a:pt x="13" y="23"/>
                      <a:pt x="13" y="23"/>
                    </a:cubicBezTo>
                    <a:cubicBezTo>
                      <a:pt x="13" y="25"/>
                      <a:pt x="13" y="25"/>
                      <a:pt x="13" y="25"/>
                    </a:cubicBezTo>
                    <a:cubicBezTo>
                      <a:pt x="14" y="25"/>
                      <a:pt x="14" y="25"/>
                      <a:pt x="14" y="25"/>
                    </a:cubicBezTo>
                    <a:cubicBezTo>
                      <a:pt x="14" y="23"/>
                      <a:pt x="14" y="23"/>
                      <a:pt x="14" y="23"/>
                    </a:cubicBezTo>
                    <a:cubicBezTo>
                      <a:pt x="16" y="25"/>
                      <a:pt x="16" y="25"/>
                      <a:pt x="16" y="25"/>
                    </a:cubicBezTo>
                    <a:cubicBezTo>
                      <a:pt x="17" y="24"/>
                      <a:pt x="17" y="24"/>
                      <a:pt x="17" y="24"/>
                    </a:cubicBezTo>
                    <a:cubicBezTo>
                      <a:pt x="14" y="21"/>
                      <a:pt x="14" y="21"/>
                      <a:pt x="14" y="21"/>
                    </a:cubicBezTo>
                    <a:cubicBezTo>
                      <a:pt x="14" y="20"/>
                      <a:pt x="14" y="20"/>
                      <a:pt x="14" y="20"/>
                    </a:cubicBezTo>
                    <a:cubicBezTo>
                      <a:pt x="15" y="21"/>
                      <a:pt x="15" y="21"/>
                      <a:pt x="15" y="21"/>
                    </a:cubicBezTo>
                    <a:cubicBezTo>
                      <a:pt x="16" y="20"/>
                      <a:pt x="16" y="20"/>
                      <a:pt x="16" y="20"/>
                    </a:cubicBezTo>
                    <a:cubicBezTo>
                      <a:pt x="14" y="18"/>
                      <a:pt x="14" y="18"/>
                      <a:pt x="14" y="18"/>
                    </a:cubicBezTo>
                    <a:cubicBezTo>
                      <a:pt x="14" y="16"/>
                      <a:pt x="14" y="16"/>
                      <a:pt x="14" y="16"/>
                    </a:cubicBezTo>
                    <a:cubicBezTo>
                      <a:pt x="15" y="16"/>
                      <a:pt x="15" y="16"/>
                      <a:pt x="16" y="16"/>
                    </a:cubicBezTo>
                    <a:cubicBezTo>
                      <a:pt x="17" y="17"/>
                      <a:pt x="17" y="17"/>
                      <a:pt x="17" y="17"/>
                    </a:cubicBezTo>
                    <a:cubicBezTo>
                      <a:pt x="17" y="19"/>
                      <a:pt x="17" y="19"/>
                      <a:pt x="17" y="19"/>
                    </a:cubicBezTo>
                    <a:cubicBezTo>
                      <a:pt x="18" y="19"/>
                      <a:pt x="18" y="19"/>
                      <a:pt x="18" y="19"/>
                    </a:cubicBezTo>
                    <a:cubicBezTo>
                      <a:pt x="18" y="18"/>
                      <a:pt x="18" y="18"/>
                      <a:pt x="18" y="18"/>
                    </a:cubicBezTo>
                    <a:cubicBezTo>
                      <a:pt x="19" y="19"/>
                      <a:pt x="19" y="19"/>
                      <a:pt x="19" y="19"/>
                    </a:cubicBezTo>
                    <a:cubicBezTo>
                      <a:pt x="19" y="24"/>
                      <a:pt x="19" y="24"/>
                      <a:pt x="19" y="24"/>
                    </a:cubicBezTo>
                    <a:cubicBezTo>
                      <a:pt x="20" y="24"/>
                      <a:pt x="20" y="24"/>
                      <a:pt x="20" y="24"/>
                    </a:cubicBezTo>
                    <a:cubicBezTo>
                      <a:pt x="20" y="20"/>
                      <a:pt x="20" y="20"/>
                      <a:pt x="20" y="20"/>
                    </a:cubicBezTo>
                    <a:cubicBezTo>
                      <a:pt x="22" y="22"/>
                      <a:pt x="22" y="22"/>
                      <a:pt x="22" y="22"/>
                    </a:cubicBezTo>
                    <a:cubicBezTo>
                      <a:pt x="23" y="21"/>
                      <a:pt x="23" y="21"/>
                      <a:pt x="23" y="21"/>
                    </a:cubicBezTo>
                    <a:cubicBezTo>
                      <a:pt x="21" y="19"/>
                      <a:pt x="21" y="19"/>
                      <a:pt x="21" y="19"/>
                    </a:cubicBezTo>
                    <a:cubicBezTo>
                      <a:pt x="24" y="19"/>
                      <a:pt x="24" y="19"/>
                      <a:pt x="24" y="19"/>
                    </a:cubicBezTo>
                    <a:cubicBezTo>
                      <a:pt x="24" y="18"/>
                      <a:pt x="24" y="18"/>
                      <a:pt x="24" y="18"/>
                    </a:cubicBezTo>
                    <a:cubicBezTo>
                      <a:pt x="20" y="18"/>
                      <a:pt x="20" y="18"/>
                      <a:pt x="20" y="18"/>
                    </a:cubicBezTo>
                    <a:cubicBezTo>
                      <a:pt x="19" y="17"/>
                      <a:pt x="19" y="17"/>
                      <a:pt x="19" y="17"/>
                    </a:cubicBezTo>
                    <a:cubicBezTo>
                      <a:pt x="20" y="17"/>
                      <a:pt x="20" y="17"/>
                      <a:pt x="20" y="17"/>
                    </a:cubicBezTo>
                    <a:cubicBezTo>
                      <a:pt x="20" y="16"/>
                      <a:pt x="20" y="16"/>
                      <a:pt x="20" y="16"/>
                    </a:cubicBezTo>
                    <a:cubicBezTo>
                      <a:pt x="18" y="16"/>
                      <a:pt x="18" y="16"/>
                      <a:pt x="18" y="16"/>
                    </a:cubicBezTo>
                    <a:cubicBezTo>
                      <a:pt x="17" y="15"/>
                      <a:pt x="17" y="15"/>
                      <a:pt x="17" y="15"/>
                    </a:cubicBezTo>
                    <a:cubicBezTo>
                      <a:pt x="17" y="14"/>
                      <a:pt x="17" y="14"/>
                      <a:pt x="17" y="13"/>
                    </a:cubicBezTo>
                    <a:cubicBezTo>
                      <a:pt x="19" y="13"/>
                      <a:pt x="19" y="13"/>
                      <a:pt x="19" y="13"/>
                    </a:cubicBezTo>
                    <a:cubicBezTo>
                      <a:pt x="20" y="15"/>
                      <a:pt x="20" y="15"/>
                      <a:pt x="20" y="15"/>
                    </a:cubicBezTo>
                    <a:cubicBezTo>
                      <a:pt x="21" y="14"/>
                      <a:pt x="21" y="14"/>
                      <a:pt x="21" y="14"/>
                    </a:cubicBezTo>
                    <a:cubicBezTo>
                      <a:pt x="21" y="13"/>
                      <a:pt x="21" y="13"/>
                      <a:pt x="21" y="13"/>
                    </a:cubicBezTo>
                    <a:cubicBezTo>
                      <a:pt x="22" y="13"/>
                      <a:pt x="22" y="13"/>
                      <a:pt x="22" y="13"/>
                    </a:cubicBezTo>
                    <a:cubicBezTo>
                      <a:pt x="25" y="17"/>
                      <a:pt x="25" y="17"/>
                      <a:pt x="25" y="17"/>
                    </a:cubicBezTo>
                    <a:cubicBezTo>
                      <a:pt x="26" y="16"/>
                      <a:pt x="26" y="16"/>
                      <a:pt x="26" y="16"/>
                    </a:cubicBezTo>
                    <a:cubicBezTo>
                      <a:pt x="24" y="13"/>
                      <a:pt x="24" y="13"/>
                      <a:pt x="24" y="13"/>
                    </a:cubicBezTo>
                    <a:cubicBezTo>
                      <a:pt x="26" y="13"/>
                      <a:pt x="26" y="13"/>
                      <a:pt x="26" y="13"/>
                    </a:cubicBezTo>
                    <a:lnTo>
                      <a:pt x="26" y="12"/>
                    </a:lnTo>
                    <a:close/>
                  </a:path>
                </a:pathLst>
              </a:custGeom>
              <a:solidFill>
                <a:schemeClr val="bg1">
                  <a:lumMod val="95000"/>
                </a:schemeClr>
              </a:solidFill>
              <a:ln>
                <a:noFill/>
              </a:ln>
            </p:spPr>
            <p:txBody>
              <a:bodyPr anchor="ctr"/>
              <a:lstStyle/>
              <a:p>
                <a:pPr algn="ctr">
                  <a:lnSpc>
                    <a:spcPct val="120000"/>
                  </a:lnSpc>
                </a:pPr>
                <a:endParaRPr sz="3200">
                  <a:cs typeface="+mn-ea"/>
                  <a:sym typeface="+mn-lt"/>
                </a:endParaRPr>
              </a:p>
            </p:txBody>
          </p:sp>
          <p:sp>
            <p:nvSpPr>
              <p:cNvPr id="160" name="ís1íḑé">
                <a:extLst>
                  <a:ext uri="{FF2B5EF4-FFF2-40B4-BE49-F238E27FC236}">
                    <a16:creationId xmlns:a16="http://schemas.microsoft.com/office/drawing/2014/main" id="{5F464AC7-2BA5-493D-9CA5-A3D28AB54823}"/>
                  </a:ext>
                </a:extLst>
              </p:cNvPr>
              <p:cNvSpPr/>
              <p:nvPr/>
            </p:nvSpPr>
            <p:spPr bwMode="auto">
              <a:xfrm>
                <a:off x="6241797" y="3174311"/>
                <a:ext cx="284593" cy="211863"/>
              </a:xfrm>
              <a:custGeom>
                <a:avLst/>
                <a:gdLst>
                  <a:gd name="T0" fmla="*/ 25 w 50"/>
                  <a:gd name="T1" fmla="*/ 0 h 37"/>
                  <a:gd name="T2" fmla="*/ 0 w 50"/>
                  <a:gd name="T3" fmla="*/ 25 h 37"/>
                  <a:gd name="T4" fmla="*/ 3 w 50"/>
                  <a:gd name="T5" fmla="*/ 37 h 37"/>
                  <a:gd name="T6" fmla="*/ 3 w 50"/>
                  <a:gd name="T7" fmla="*/ 30 h 37"/>
                  <a:gd name="T8" fmla="*/ 4 w 50"/>
                  <a:gd name="T9" fmla="*/ 27 h 37"/>
                  <a:gd name="T10" fmla="*/ 4 w 50"/>
                  <a:gd name="T11" fmla="*/ 25 h 37"/>
                  <a:gd name="T12" fmla="*/ 25 w 50"/>
                  <a:gd name="T13" fmla="*/ 4 h 37"/>
                  <a:gd name="T14" fmla="*/ 46 w 50"/>
                  <a:gd name="T15" fmla="*/ 25 h 37"/>
                  <a:gd name="T16" fmla="*/ 46 w 50"/>
                  <a:gd name="T17" fmla="*/ 27 h 37"/>
                  <a:gd name="T18" fmla="*/ 47 w 50"/>
                  <a:gd name="T19" fmla="*/ 30 h 37"/>
                  <a:gd name="T20" fmla="*/ 47 w 50"/>
                  <a:gd name="T21" fmla="*/ 37 h 37"/>
                  <a:gd name="T22" fmla="*/ 50 w 50"/>
                  <a:gd name="T23" fmla="*/ 25 h 37"/>
                  <a:gd name="T24" fmla="*/ 25 w 50"/>
                  <a:gd name="T25"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0" h="37">
                    <a:moveTo>
                      <a:pt x="25" y="0"/>
                    </a:moveTo>
                    <a:cubicBezTo>
                      <a:pt x="11" y="0"/>
                      <a:pt x="0" y="11"/>
                      <a:pt x="0" y="25"/>
                    </a:cubicBezTo>
                    <a:cubicBezTo>
                      <a:pt x="0" y="29"/>
                      <a:pt x="1" y="33"/>
                      <a:pt x="3" y="37"/>
                    </a:cubicBezTo>
                    <a:cubicBezTo>
                      <a:pt x="3" y="30"/>
                      <a:pt x="3" y="30"/>
                      <a:pt x="3" y="30"/>
                    </a:cubicBezTo>
                    <a:cubicBezTo>
                      <a:pt x="3" y="29"/>
                      <a:pt x="3" y="28"/>
                      <a:pt x="4" y="27"/>
                    </a:cubicBezTo>
                    <a:cubicBezTo>
                      <a:pt x="4" y="26"/>
                      <a:pt x="4" y="26"/>
                      <a:pt x="4" y="25"/>
                    </a:cubicBezTo>
                    <a:cubicBezTo>
                      <a:pt x="4" y="14"/>
                      <a:pt x="13" y="4"/>
                      <a:pt x="25" y="4"/>
                    </a:cubicBezTo>
                    <a:cubicBezTo>
                      <a:pt x="36" y="4"/>
                      <a:pt x="46" y="14"/>
                      <a:pt x="46" y="25"/>
                    </a:cubicBezTo>
                    <a:cubicBezTo>
                      <a:pt x="46" y="26"/>
                      <a:pt x="46" y="27"/>
                      <a:pt x="46" y="27"/>
                    </a:cubicBezTo>
                    <a:cubicBezTo>
                      <a:pt x="46" y="28"/>
                      <a:pt x="47" y="29"/>
                      <a:pt x="47" y="30"/>
                    </a:cubicBezTo>
                    <a:cubicBezTo>
                      <a:pt x="47" y="37"/>
                      <a:pt x="47" y="37"/>
                      <a:pt x="47" y="37"/>
                    </a:cubicBezTo>
                    <a:cubicBezTo>
                      <a:pt x="49" y="34"/>
                      <a:pt x="50" y="29"/>
                      <a:pt x="50" y="25"/>
                    </a:cubicBezTo>
                    <a:cubicBezTo>
                      <a:pt x="50" y="11"/>
                      <a:pt x="39" y="0"/>
                      <a:pt x="25" y="0"/>
                    </a:cubicBezTo>
                    <a:close/>
                  </a:path>
                </a:pathLst>
              </a:custGeom>
              <a:solidFill>
                <a:schemeClr val="bg1">
                  <a:lumMod val="95000"/>
                </a:schemeClr>
              </a:solidFill>
              <a:ln>
                <a:noFill/>
              </a:ln>
            </p:spPr>
            <p:txBody>
              <a:bodyPr anchor="ctr"/>
              <a:lstStyle/>
              <a:p>
                <a:pPr algn="ctr">
                  <a:lnSpc>
                    <a:spcPct val="120000"/>
                  </a:lnSpc>
                </a:pPr>
                <a:endParaRPr sz="3200">
                  <a:cs typeface="+mn-ea"/>
                  <a:sym typeface="+mn-lt"/>
                </a:endParaRPr>
              </a:p>
            </p:txBody>
          </p:sp>
          <p:sp>
            <p:nvSpPr>
              <p:cNvPr id="161" name="îSḻiḑé">
                <a:extLst>
                  <a:ext uri="{FF2B5EF4-FFF2-40B4-BE49-F238E27FC236}">
                    <a16:creationId xmlns:a16="http://schemas.microsoft.com/office/drawing/2014/main" id="{9A351149-B43A-4480-954B-88E68481C3F1}"/>
                  </a:ext>
                </a:extLst>
              </p:cNvPr>
              <p:cNvSpPr/>
              <p:nvPr/>
            </p:nvSpPr>
            <p:spPr bwMode="auto">
              <a:xfrm>
                <a:off x="6263932" y="3316608"/>
                <a:ext cx="63244" cy="115418"/>
              </a:xfrm>
              <a:custGeom>
                <a:avLst/>
                <a:gdLst>
                  <a:gd name="T0" fmla="*/ 1 w 11"/>
                  <a:gd name="T1" fmla="*/ 4 h 20"/>
                  <a:gd name="T2" fmla="*/ 0 w 11"/>
                  <a:gd name="T3" fmla="*/ 5 h 20"/>
                  <a:gd name="T4" fmla="*/ 0 w 11"/>
                  <a:gd name="T5" fmla="*/ 12 h 20"/>
                  <a:gd name="T6" fmla="*/ 0 w 11"/>
                  <a:gd name="T7" fmla="*/ 15 h 20"/>
                  <a:gd name="T8" fmla="*/ 8 w 11"/>
                  <a:gd name="T9" fmla="*/ 20 h 20"/>
                  <a:gd name="T10" fmla="*/ 11 w 11"/>
                  <a:gd name="T11" fmla="*/ 20 h 20"/>
                  <a:gd name="T12" fmla="*/ 11 w 11"/>
                  <a:gd name="T13" fmla="*/ 0 h 20"/>
                  <a:gd name="T14" fmla="*/ 8 w 11"/>
                  <a:gd name="T15" fmla="*/ 0 h 20"/>
                  <a:gd name="T16" fmla="*/ 1 w 11"/>
                  <a:gd name="T17" fmla="*/ 4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 h="20">
                    <a:moveTo>
                      <a:pt x="1" y="4"/>
                    </a:moveTo>
                    <a:cubicBezTo>
                      <a:pt x="0" y="5"/>
                      <a:pt x="0" y="5"/>
                      <a:pt x="0" y="5"/>
                    </a:cubicBezTo>
                    <a:cubicBezTo>
                      <a:pt x="0" y="12"/>
                      <a:pt x="0" y="12"/>
                      <a:pt x="0" y="12"/>
                    </a:cubicBezTo>
                    <a:cubicBezTo>
                      <a:pt x="0" y="15"/>
                      <a:pt x="0" y="15"/>
                      <a:pt x="0" y="15"/>
                    </a:cubicBezTo>
                    <a:cubicBezTo>
                      <a:pt x="0" y="18"/>
                      <a:pt x="4" y="20"/>
                      <a:pt x="8" y="20"/>
                    </a:cubicBezTo>
                    <a:cubicBezTo>
                      <a:pt x="11" y="20"/>
                      <a:pt x="11" y="20"/>
                      <a:pt x="11" y="20"/>
                    </a:cubicBezTo>
                    <a:cubicBezTo>
                      <a:pt x="11" y="0"/>
                      <a:pt x="11" y="0"/>
                      <a:pt x="11" y="0"/>
                    </a:cubicBezTo>
                    <a:cubicBezTo>
                      <a:pt x="8" y="0"/>
                      <a:pt x="8" y="0"/>
                      <a:pt x="8" y="0"/>
                    </a:cubicBezTo>
                    <a:cubicBezTo>
                      <a:pt x="4" y="0"/>
                      <a:pt x="1" y="2"/>
                      <a:pt x="1" y="4"/>
                    </a:cubicBezTo>
                    <a:close/>
                  </a:path>
                </a:pathLst>
              </a:custGeom>
              <a:solidFill>
                <a:schemeClr val="bg1">
                  <a:lumMod val="95000"/>
                </a:schemeClr>
              </a:solidFill>
              <a:ln>
                <a:noFill/>
              </a:ln>
            </p:spPr>
            <p:txBody>
              <a:bodyPr anchor="ctr"/>
              <a:lstStyle/>
              <a:p>
                <a:pPr algn="ctr">
                  <a:lnSpc>
                    <a:spcPct val="120000"/>
                  </a:lnSpc>
                </a:pPr>
                <a:endParaRPr sz="3200">
                  <a:cs typeface="+mn-ea"/>
                  <a:sym typeface="+mn-lt"/>
                </a:endParaRPr>
              </a:p>
            </p:txBody>
          </p:sp>
          <p:sp>
            <p:nvSpPr>
              <p:cNvPr id="162" name="î$ľíḍè">
                <a:extLst>
                  <a:ext uri="{FF2B5EF4-FFF2-40B4-BE49-F238E27FC236}">
                    <a16:creationId xmlns:a16="http://schemas.microsoft.com/office/drawing/2014/main" id="{D88FA31A-34EE-4156-847E-55CAB7BE2C1D}"/>
                  </a:ext>
                </a:extLst>
              </p:cNvPr>
              <p:cNvSpPr/>
              <p:nvPr/>
            </p:nvSpPr>
            <p:spPr bwMode="auto">
              <a:xfrm>
                <a:off x="6436269" y="3316608"/>
                <a:ext cx="61662" cy="115418"/>
              </a:xfrm>
              <a:custGeom>
                <a:avLst/>
                <a:gdLst>
                  <a:gd name="T0" fmla="*/ 11 w 11"/>
                  <a:gd name="T1" fmla="*/ 15 h 20"/>
                  <a:gd name="T2" fmla="*/ 11 w 11"/>
                  <a:gd name="T3" fmla="*/ 12 h 20"/>
                  <a:gd name="T4" fmla="*/ 11 w 11"/>
                  <a:gd name="T5" fmla="*/ 5 h 20"/>
                  <a:gd name="T6" fmla="*/ 11 w 11"/>
                  <a:gd name="T7" fmla="*/ 5 h 20"/>
                  <a:gd name="T8" fmla="*/ 4 w 11"/>
                  <a:gd name="T9" fmla="*/ 0 h 20"/>
                  <a:gd name="T10" fmla="*/ 0 w 11"/>
                  <a:gd name="T11" fmla="*/ 0 h 20"/>
                  <a:gd name="T12" fmla="*/ 0 w 11"/>
                  <a:gd name="T13" fmla="*/ 20 h 20"/>
                  <a:gd name="T14" fmla="*/ 4 w 11"/>
                  <a:gd name="T15" fmla="*/ 20 h 20"/>
                  <a:gd name="T16" fmla="*/ 11 w 11"/>
                  <a:gd name="T17" fmla="*/ 15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 h="20">
                    <a:moveTo>
                      <a:pt x="11" y="15"/>
                    </a:moveTo>
                    <a:cubicBezTo>
                      <a:pt x="11" y="12"/>
                      <a:pt x="11" y="12"/>
                      <a:pt x="11" y="12"/>
                    </a:cubicBezTo>
                    <a:cubicBezTo>
                      <a:pt x="11" y="5"/>
                      <a:pt x="11" y="5"/>
                      <a:pt x="11" y="5"/>
                    </a:cubicBezTo>
                    <a:cubicBezTo>
                      <a:pt x="11" y="5"/>
                      <a:pt x="11" y="5"/>
                      <a:pt x="11" y="5"/>
                    </a:cubicBezTo>
                    <a:cubicBezTo>
                      <a:pt x="11" y="2"/>
                      <a:pt x="7" y="0"/>
                      <a:pt x="4" y="0"/>
                    </a:cubicBezTo>
                    <a:cubicBezTo>
                      <a:pt x="0" y="0"/>
                      <a:pt x="0" y="0"/>
                      <a:pt x="0" y="0"/>
                    </a:cubicBezTo>
                    <a:cubicBezTo>
                      <a:pt x="0" y="20"/>
                      <a:pt x="0" y="20"/>
                      <a:pt x="0" y="20"/>
                    </a:cubicBezTo>
                    <a:cubicBezTo>
                      <a:pt x="4" y="20"/>
                      <a:pt x="4" y="20"/>
                      <a:pt x="4" y="20"/>
                    </a:cubicBezTo>
                    <a:cubicBezTo>
                      <a:pt x="8" y="20"/>
                      <a:pt x="11" y="18"/>
                      <a:pt x="11" y="15"/>
                    </a:cubicBezTo>
                    <a:close/>
                  </a:path>
                </a:pathLst>
              </a:custGeom>
              <a:solidFill>
                <a:schemeClr val="bg1">
                  <a:lumMod val="95000"/>
                </a:schemeClr>
              </a:solidFill>
              <a:ln>
                <a:noFill/>
              </a:ln>
            </p:spPr>
            <p:txBody>
              <a:bodyPr anchor="ctr"/>
              <a:lstStyle/>
              <a:p>
                <a:pPr algn="ctr">
                  <a:lnSpc>
                    <a:spcPct val="120000"/>
                  </a:lnSpc>
                </a:pPr>
                <a:endParaRPr sz="3200">
                  <a:cs typeface="+mn-ea"/>
                  <a:sym typeface="+mn-lt"/>
                </a:endParaRPr>
              </a:p>
            </p:txBody>
          </p:sp>
          <p:sp>
            <p:nvSpPr>
              <p:cNvPr id="163" name="ísľîḑé">
                <a:extLst>
                  <a:ext uri="{FF2B5EF4-FFF2-40B4-BE49-F238E27FC236}">
                    <a16:creationId xmlns:a16="http://schemas.microsoft.com/office/drawing/2014/main" id="{826A43F1-1498-40BA-A6A2-C140CE853D25}"/>
                  </a:ext>
                </a:extLst>
              </p:cNvPr>
              <p:cNvSpPr/>
              <p:nvPr/>
            </p:nvSpPr>
            <p:spPr bwMode="auto">
              <a:xfrm>
                <a:off x="7141427" y="5191759"/>
                <a:ext cx="229256" cy="211863"/>
              </a:xfrm>
              <a:custGeom>
                <a:avLst/>
                <a:gdLst>
                  <a:gd name="T0" fmla="*/ 32 w 40"/>
                  <a:gd name="T1" fmla="*/ 16 h 37"/>
                  <a:gd name="T2" fmla="*/ 31 w 40"/>
                  <a:gd name="T3" fmla="*/ 13 h 37"/>
                  <a:gd name="T4" fmla="*/ 25 w 40"/>
                  <a:gd name="T5" fmla="*/ 14 h 37"/>
                  <a:gd name="T6" fmla="*/ 25 w 40"/>
                  <a:gd name="T7" fmla="*/ 9 h 37"/>
                  <a:gd name="T8" fmla="*/ 21 w 40"/>
                  <a:gd name="T9" fmla="*/ 11 h 37"/>
                  <a:gd name="T10" fmla="*/ 19 w 40"/>
                  <a:gd name="T11" fmla="*/ 5 h 37"/>
                  <a:gd name="T12" fmla="*/ 16 w 40"/>
                  <a:gd name="T13" fmla="*/ 6 h 37"/>
                  <a:gd name="T14" fmla="*/ 17 w 40"/>
                  <a:gd name="T15" fmla="*/ 12 h 37"/>
                  <a:gd name="T16" fmla="*/ 13 w 40"/>
                  <a:gd name="T17" fmla="*/ 6 h 37"/>
                  <a:gd name="T18" fmla="*/ 12 w 40"/>
                  <a:gd name="T19" fmla="*/ 0 h 37"/>
                  <a:gd name="T20" fmla="*/ 7 w 40"/>
                  <a:gd name="T21" fmla="*/ 2 h 37"/>
                  <a:gd name="T22" fmla="*/ 3 w 40"/>
                  <a:gd name="T23" fmla="*/ 7 h 37"/>
                  <a:gd name="T24" fmla="*/ 11 w 40"/>
                  <a:gd name="T25" fmla="*/ 10 h 37"/>
                  <a:gd name="T26" fmla="*/ 14 w 40"/>
                  <a:gd name="T27" fmla="*/ 12 h 37"/>
                  <a:gd name="T28" fmla="*/ 12 w 40"/>
                  <a:gd name="T29" fmla="*/ 16 h 37"/>
                  <a:gd name="T30" fmla="*/ 9 w 40"/>
                  <a:gd name="T31" fmla="*/ 16 h 37"/>
                  <a:gd name="T32" fmla="*/ 1 w 40"/>
                  <a:gd name="T33" fmla="*/ 12 h 37"/>
                  <a:gd name="T34" fmla="*/ 0 w 40"/>
                  <a:gd name="T35" fmla="*/ 18 h 37"/>
                  <a:gd name="T36" fmla="*/ 2 w 40"/>
                  <a:gd name="T37" fmla="*/ 23 h 37"/>
                  <a:gd name="T38" fmla="*/ 7 w 40"/>
                  <a:gd name="T39" fmla="*/ 19 h 37"/>
                  <a:gd name="T40" fmla="*/ 14 w 40"/>
                  <a:gd name="T41" fmla="*/ 18 h 37"/>
                  <a:gd name="T42" fmla="*/ 9 w 40"/>
                  <a:gd name="T43" fmla="*/ 22 h 37"/>
                  <a:gd name="T44" fmla="*/ 10 w 40"/>
                  <a:gd name="T45" fmla="*/ 25 h 37"/>
                  <a:gd name="T46" fmla="*/ 8 w 40"/>
                  <a:gd name="T47" fmla="*/ 27 h 37"/>
                  <a:gd name="T48" fmla="*/ 10 w 40"/>
                  <a:gd name="T49" fmla="*/ 29 h 37"/>
                  <a:gd name="T50" fmla="*/ 12 w 40"/>
                  <a:gd name="T51" fmla="*/ 27 h 37"/>
                  <a:gd name="T52" fmla="*/ 15 w 40"/>
                  <a:gd name="T53" fmla="*/ 28 h 37"/>
                  <a:gd name="T54" fmla="*/ 19 w 40"/>
                  <a:gd name="T55" fmla="*/ 23 h 37"/>
                  <a:gd name="T56" fmla="*/ 18 w 40"/>
                  <a:gd name="T57" fmla="*/ 30 h 37"/>
                  <a:gd name="T58" fmla="*/ 14 w 40"/>
                  <a:gd name="T59" fmla="*/ 35 h 37"/>
                  <a:gd name="T60" fmla="*/ 19 w 40"/>
                  <a:gd name="T61" fmla="*/ 37 h 37"/>
                  <a:gd name="T62" fmla="*/ 25 w 40"/>
                  <a:gd name="T63" fmla="*/ 36 h 37"/>
                  <a:gd name="T64" fmla="*/ 21 w 40"/>
                  <a:gd name="T65" fmla="*/ 28 h 37"/>
                  <a:gd name="T66" fmla="*/ 21 w 40"/>
                  <a:gd name="T67" fmla="*/ 25 h 37"/>
                  <a:gd name="T68" fmla="*/ 25 w 40"/>
                  <a:gd name="T69" fmla="*/ 24 h 37"/>
                  <a:gd name="T70" fmla="*/ 27 w 40"/>
                  <a:gd name="T71" fmla="*/ 26 h 37"/>
                  <a:gd name="T72" fmla="*/ 31 w 40"/>
                  <a:gd name="T73" fmla="*/ 34 h 37"/>
                  <a:gd name="T74" fmla="*/ 35 w 40"/>
                  <a:gd name="T75" fmla="*/ 30 h 37"/>
                  <a:gd name="T76" fmla="*/ 37 w 40"/>
                  <a:gd name="T77" fmla="*/ 25 h 37"/>
                  <a:gd name="T78" fmla="*/ 31 w 40"/>
                  <a:gd name="T79" fmla="*/ 24 h 37"/>
                  <a:gd name="T80" fmla="*/ 25 w 40"/>
                  <a:gd name="T81" fmla="*/ 21 h 37"/>
                  <a:gd name="T82" fmla="*/ 31 w 40"/>
                  <a:gd name="T83" fmla="*/ 21 h 37"/>
                  <a:gd name="T84" fmla="*/ 33 w 40"/>
                  <a:gd name="T85" fmla="*/ 18 h 37"/>
                  <a:gd name="T86" fmla="*/ 36 w 40"/>
                  <a:gd name="T87" fmla="*/ 18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0" h="37">
                    <a:moveTo>
                      <a:pt x="34" y="15"/>
                    </a:moveTo>
                    <a:cubicBezTo>
                      <a:pt x="33" y="16"/>
                      <a:pt x="33" y="16"/>
                      <a:pt x="33" y="16"/>
                    </a:cubicBezTo>
                    <a:cubicBezTo>
                      <a:pt x="32" y="16"/>
                      <a:pt x="32" y="16"/>
                      <a:pt x="32" y="16"/>
                    </a:cubicBezTo>
                    <a:cubicBezTo>
                      <a:pt x="33" y="15"/>
                      <a:pt x="33" y="15"/>
                      <a:pt x="33" y="15"/>
                    </a:cubicBezTo>
                    <a:cubicBezTo>
                      <a:pt x="32" y="14"/>
                      <a:pt x="32" y="14"/>
                      <a:pt x="32" y="14"/>
                    </a:cubicBezTo>
                    <a:cubicBezTo>
                      <a:pt x="32" y="14"/>
                      <a:pt x="31" y="13"/>
                      <a:pt x="31" y="13"/>
                    </a:cubicBezTo>
                    <a:cubicBezTo>
                      <a:pt x="28" y="16"/>
                      <a:pt x="28" y="16"/>
                      <a:pt x="28" y="16"/>
                    </a:cubicBezTo>
                    <a:cubicBezTo>
                      <a:pt x="26" y="16"/>
                      <a:pt x="26" y="16"/>
                      <a:pt x="26" y="16"/>
                    </a:cubicBezTo>
                    <a:cubicBezTo>
                      <a:pt x="26" y="15"/>
                      <a:pt x="26" y="14"/>
                      <a:pt x="25" y="14"/>
                    </a:cubicBezTo>
                    <a:cubicBezTo>
                      <a:pt x="27" y="12"/>
                      <a:pt x="27" y="12"/>
                      <a:pt x="27" y="12"/>
                    </a:cubicBezTo>
                    <a:cubicBezTo>
                      <a:pt x="29" y="12"/>
                      <a:pt x="29" y="12"/>
                      <a:pt x="29" y="12"/>
                    </a:cubicBezTo>
                    <a:cubicBezTo>
                      <a:pt x="28" y="11"/>
                      <a:pt x="27" y="10"/>
                      <a:pt x="25" y="9"/>
                    </a:cubicBezTo>
                    <a:cubicBezTo>
                      <a:pt x="25" y="10"/>
                      <a:pt x="25" y="10"/>
                      <a:pt x="25" y="10"/>
                    </a:cubicBezTo>
                    <a:cubicBezTo>
                      <a:pt x="24" y="12"/>
                      <a:pt x="24" y="12"/>
                      <a:pt x="24" y="12"/>
                    </a:cubicBezTo>
                    <a:cubicBezTo>
                      <a:pt x="23" y="11"/>
                      <a:pt x="22" y="11"/>
                      <a:pt x="21" y="11"/>
                    </a:cubicBezTo>
                    <a:cubicBezTo>
                      <a:pt x="21" y="9"/>
                      <a:pt x="21" y="9"/>
                      <a:pt x="21" y="9"/>
                    </a:cubicBezTo>
                    <a:cubicBezTo>
                      <a:pt x="22" y="8"/>
                      <a:pt x="22" y="8"/>
                      <a:pt x="22" y="8"/>
                    </a:cubicBezTo>
                    <a:cubicBezTo>
                      <a:pt x="21" y="7"/>
                      <a:pt x="20" y="6"/>
                      <a:pt x="19" y="5"/>
                    </a:cubicBezTo>
                    <a:cubicBezTo>
                      <a:pt x="19" y="6"/>
                      <a:pt x="19" y="6"/>
                      <a:pt x="19" y="6"/>
                    </a:cubicBezTo>
                    <a:cubicBezTo>
                      <a:pt x="18" y="4"/>
                      <a:pt x="18" y="4"/>
                      <a:pt x="18" y="4"/>
                    </a:cubicBezTo>
                    <a:cubicBezTo>
                      <a:pt x="16" y="6"/>
                      <a:pt x="16" y="6"/>
                      <a:pt x="16" y="6"/>
                    </a:cubicBezTo>
                    <a:cubicBezTo>
                      <a:pt x="19" y="9"/>
                      <a:pt x="19" y="9"/>
                      <a:pt x="19" y="9"/>
                    </a:cubicBezTo>
                    <a:cubicBezTo>
                      <a:pt x="19" y="11"/>
                      <a:pt x="19" y="11"/>
                      <a:pt x="19" y="11"/>
                    </a:cubicBezTo>
                    <a:cubicBezTo>
                      <a:pt x="18" y="11"/>
                      <a:pt x="17" y="11"/>
                      <a:pt x="17" y="12"/>
                    </a:cubicBezTo>
                    <a:cubicBezTo>
                      <a:pt x="15" y="10"/>
                      <a:pt x="15" y="10"/>
                      <a:pt x="15" y="10"/>
                    </a:cubicBezTo>
                    <a:cubicBezTo>
                      <a:pt x="15" y="6"/>
                      <a:pt x="15" y="6"/>
                      <a:pt x="15" y="6"/>
                    </a:cubicBezTo>
                    <a:cubicBezTo>
                      <a:pt x="13" y="6"/>
                      <a:pt x="13" y="6"/>
                      <a:pt x="13" y="6"/>
                    </a:cubicBezTo>
                    <a:cubicBezTo>
                      <a:pt x="13" y="8"/>
                      <a:pt x="13" y="8"/>
                      <a:pt x="13" y="8"/>
                    </a:cubicBezTo>
                    <a:cubicBezTo>
                      <a:pt x="12" y="7"/>
                      <a:pt x="12" y="7"/>
                      <a:pt x="12" y="7"/>
                    </a:cubicBezTo>
                    <a:cubicBezTo>
                      <a:pt x="12" y="0"/>
                      <a:pt x="12" y="0"/>
                      <a:pt x="12" y="0"/>
                    </a:cubicBezTo>
                    <a:cubicBezTo>
                      <a:pt x="10" y="0"/>
                      <a:pt x="10" y="0"/>
                      <a:pt x="10" y="0"/>
                    </a:cubicBezTo>
                    <a:cubicBezTo>
                      <a:pt x="10" y="5"/>
                      <a:pt x="10" y="5"/>
                      <a:pt x="10" y="5"/>
                    </a:cubicBezTo>
                    <a:cubicBezTo>
                      <a:pt x="7" y="2"/>
                      <a:pt x="7" y="2"/>
                      <a:pt x="7" y="2"/>
                    </a:cubicBezTo>
                    <a:cubicBezTo>
                      <a:pt x="5" y="4"/>
                      <a:pt x="5" y="4"/>
                      <a:pt x="5" y="4"/>
                    </a:cubicBezTo>
                    <a:cubicBezTo>
                      <a:pt x="8" y="7"/>
                      <a:pt x="8" y="7"/>
                      <a:pt x="8" y="7"/>
                    </a:cubicBezTo>
                    <a:cubicBezTo>
                      <a:pt x="3" y="7"/>
                      <a:pt x="3" y="7"/>
                      <a:pt x="3" y="7"/>
                    </a:cubicBezTo>
                    <a:cubicBezTo>
                      <a:pt x="3" y="9"/>
                      <a:pt x="3" y="9"/>
                      <a:pt x="3" y="9"/>
                    </a:cubicBezTo>
                    <a:cubicBezTo>
                      <a:pt x="10" y="9"/>
                      <a:pt x="10" y="9"/>
                      <a:pt x="10" y="9"/>
                    </a:cubicBezTo>
                    <a:cubicBezTo>
                      <a:pt x="11" y="10"/>
                      <a:pt x="11" y="10"/>
                      <a:pt x="11" y="10"/>
                    </a:cubicBezTo>
                    <a:cubicBezTo>
                      <a:pt x="9" y="10"/>
                      <a:pt x="9" y="10"/>
                      <a:pt x="9" y="10"/>
                    </a:cubicBezTo>
                    <a:cubicBezTo>
                      <a:pt x="9" y="12"/>
                      <a:pt x="9" y="12"/>
                      <a:pt x="9" y="12"/>
                    </a:cubicBezTo>
                    <a:cubicBezTo>
                      <a:pt x="14" y="12"/>
                      <a:pt x="14" y="12"/>
                      <a:pt x="14" y="12"/>
                    </a:cubicBezTo>
                    <a:cubicBezTo>
                      <a:pt x="15" y="14"/>
                      <a:pt x="15" y="14"/>
                      <a:pt x="15" y="14"/>
                    </a:cubicBezTo>
                    <a:cubicBezTo>
                      <a:pt x="15" y="14"/>
                      <a:pt x="14" y="15"/>
                      <a:pt x="14" y="16"/>
                    </a:cubicBezTo>
                    <a:cubicBezTo>
                      <a:pt x="12" y="16"/>
                      <a:pt x="12" y="16"/>
                      <a:pt x="12" y="16"/>
                    </a:cubicBezTo>
                    <a:cubicBezTo>
                      <a:pt x="9" y="13"/>
                      <a:pt x="9" y="13"/>
                      <a:pt x="9" y="13"/>
                    </a:cubicBezTo>
                    <a:cubicBezTo>
                      <a:pt x="7" y="15"/>
                      <a:pt x="7" y="15"/>
                      <a:pt x="7" y="15"/>
                    </a:cubicBezTo>
                    <a:cubicBezTo>
                      <a:pt x="9" y="16"/>
                      <a:pt x="9" y="16"/>
                      <a:pt x="9" y="16"/>
                    </a:cubicBezTo>
                    <a:cubicBezTo>
                      <a:pt x="7" y="16"/>
                      <a:pt x="7" y="16"/>
                      <a:pt x="7" y="16"/>
                    </a:cubicBezTo>
                    <a:cubicBezTo>
                      <a:pt x="2" y="11"/>
                      <a:pt x="2" y="11"/>
                      <a:pt x="2" y="11"/>
                    </a:cubicBezTo>
                    <a:cubicBezTo>
                      <a:pt x="1" y="12"/>
                      <a:pt x="1" y="12"/>
                      <a:pt x="1" y="12"/>
                    </a:cubicBezTo>
                    <a:cubicBezTo>
                      <a:pt x="4" y="16"/>
                      <a:pt x="4" y="16"/>
                      <a:pt x="4" y="16"/>
                    </a:cubicBezTo>
                    <a:cubicBezTo>
                      <a:pt x="0" y="16"/>
                      <a:pt x="0" y="16"/>
                      <a:pt x="0" y="16"/>
                    </a:cubicBezTo>
                    <a:cubicBezTo>
                      <a:pt x="0" y="18"/>
                      <a:pt x="0" y="18"/>
                      <a:pt x="0" y="18"/>
                    </a:cubicBezTo>
                    <a:cubicBezTo>
                      <a:pt x="4" y="18"/>
                      <a:pt x="4" y="18"/>
                      <a:pt x="4" y="18"/>
                    </a:cubicBezTo>
                    <a:cubicBezTo>
                      <a:pt x="1" y="22"/>
                      <a:pt x="1" y="22"/>
                      <a:pt x="1" y="22"/>
                    </a:cubicBezTo>
                    <a:cubicBezTo>
                      <a:pt x="2" y="23"/>
                      <a:pt x="2" y="23"/>
                      <a:pt x="2" y="23"/>
                    </a:cubicBezTo>
                    <a:cubicBezTo>
                      <a:pt x="7" y="18"/>
                      <a:pt x="7" y="18"/>
                      <a:pt x="7" y="18"/>
                    </a:cubicBezTo>
                    <a:cubicBezTo>
                      <a:pt x="9" y="18"/>
                      <a:pt x="9" y="18"/>
                      <a:pt x="9" y="18"/>
                    </a:cubicBezTo>
                    <a:cubicBezTo>
                      <a:pt x="7" y="19"/>
                      <a:pt x="7" y="19"/>
                      <a:pt x="7" y="19"/>
                    </a:cubicBezTo>
                    <a:cubicBezTo>
                      <a:pt x="9" y="21"/>
                      <a:pt x="9" y="21"/>
                      <a:pt x="9" y="21"/>
                    </a:cubicBezTo>
                    <a:cubicBezTo>
                      <a:pt x="12" y="18"/>
                      <a:pt x="12" y="18"/>
                      <a:pt x="12" y="18"/>
                    </a:cubicBezTo>
                    <a:cubicBezTo>
                      <a:pt x="14" y="18"/>
                      <a:pt x="14" y="18"/>
                      <a:pt x="14" y="18"/>
                    </a:cubicBezTo>
                    <a:cubicBezTo>
                      <a:pt x="14" y="19"/>
                      <a:pt x="15" y="20"/>
                      <a:pt x="15" y="21"/>
                    </a:cubicBezTo>
                    <a:cubicBezTo>
                      <a:pt x="14" y="22"/>
                      <a:pt x="14" y="22"/>
                      <a:pt x="14" y="22"/>
                    </a:cubicBezTo>
                    <a:cubicBezTo>
                      <a:pt x="9" y="22"/>
                      <a:pt x="9" y="22"/>
                      <a:pt x="9" y="22"/>
                    </a:cubicBezTo>
                    <a:cubicBezTo>
                      <a:pt x="9" y="24"/>
                      <a:pt x="9" y="24"/>
                      <a:pt x="9" y="24"/>
                    </a:cubicBezTo>
                    <a:cubicBezTo>
                      <a:pt x="11" y="24"/>
                      <a:pt x="11" y="24"/>
                      <a:pt x="11" y="24"/>
                    </a:cubicBezTo>
                    <a:cubicBezTo>
                      <a:pt x="10" y="25"/>
                      <a:pt x="10" y="25"/>
                      <a:pt x="10" y="25"/>
                    </a:cubicBezTo>
                    <a:cubicBezTo>
                      <a:pt x="3" y="25"/>
                      <a:pt x="3" y="25"/>
                      <a:pt x="3" y="25"/>
                    </a:cubicBezTo>
                    <a:cubicBezTo>
                      <a:pt x="3" y="27"/>
                      <a:pt x="3" y="27"/>
                      <a:pt x="3" y="27"/>
                    </a:cubicBezTo>
                    <a:cubicBezTo>
                      <a:pt x="8" y="27"/>
                      <a:pt x="8" y="27"/>
                      <a:pt x="8" y="27"/>
                    </a:cubicBezTo>
                    <a:cubicBezTo>
                      <a:pt x="5" y="30"/>
                      <a:pt x="5" y="30"/>
                      <a:pt x="5" y="30"/>
                    </a:cubicBezTo>
                    <a:cubicBezTo>
                      <a:pt x="7" y="32"/>
                      <a:pt x="7" y="32"/>
                      <a:pt x="7" y="32"/>
                    </a:cubicBezTo>
                    <a:cubicBezTo>
                      <a:pt x="10" y="29"/>
                      <a:pt x="10" y="29"/>
                      <a:pt x="10" y="29"/>
                    </a:cubicBezTo>
                    <a:cubicBezTo>
                      <a:pt x="10" y="34"/>
                      <a:pt x="10" y="34"/>
                      <a:pt x="10" y="34"/>
                    </a:cubicBezTo>
                    <a:cubicBezTo>
                      <a:pt x="12" y="34"/>
                      <a:pt x="12" y="34"/>
                      <a:pt x="12" y="34"/>
                    </a:cubicBezTo>
                    <a:cubicBezTo>
                      <a:pt x="12" y="27"/>
                      <a:pt x="12" y="27"/>
                      <a:pt x="12" y="27"/>
                    </a:cubicBezTo>
                    <a:cubicBezTo>
                      <a:pt x="13" y="26"/>
                      <a:pt x="13" y="26"/>
                      <a:pt x="13" y="26"/>
                    </a:cubicBezTo>
                    <a:cubicBezTo>
                      <a:pt x="13" y="28"/>
                      <a:pt x="13" y="28"/>
                      <a:pt x="13" y="28"/>
                    </a:cubicBezTo>
                    <a:cubicBezTo>
                      <a:pt x="15" y="28"/>
                      <a:pt x="15" y="28"/>
                      <a:pt x="15" y="28"/>
                    </a:cubicBezTo>
                    <a:cubicBezTo>
                      <a:pt x="15" y="24"/>
                      <a:pt x="15" y="24"/>
                      <a:pt x="15" y="24"/>
                    </a:cubicBezTo>
                    <a:cubicBezTo>
                      <a:pt x="17" y="22"/>
                      <a:pt x="17" y="22"/>
                      <a:pt x="17" y="22"/>
                    </a:cubicBezTo>
                    <a:cubicBezTo>
                      <a:pt x="17" y="23"/>
                      <a:pt x="18" y="23"/>
                      <a:pt x="19" y="23"/>
                    </a:cubicBezTo>
                    <a:cubicBezTo>
                      <a:pt x="19" y="25"/>
                      <a:pt x="19" y="25"/>
                      <a:pt x="19" y="25"/>
                    </a:cubicBezTo>
                    <a:cubicBezTo>
                      <a:pt x="16" y="28"/>
                      <a:pt x="16" y="28"/>
                      <a:pt x="16" y="28"/>
                    </a:cubicBezTo>
                    <a:cubicBezTo>
                      <a:pt x="18" y="30"/>
                      <a:pt x="18" y="30"/>
                      <a:pt x="18" y="30"/>
                    </a:cubicBezTo>
                    <a:cubicBezTo>
                      <a:pt x="19" y="28"/>
                      <a:pt x="19" y="28"/>
                      <a:pt x="19" y="28"/>
                    </a:cubicBezTo>
                    <a:cubicBezTo>
                      <a:pt x="19" y="30"/>
                      <a:pt x="19" y="30"/>
                      <a:pt x="19" y="30"/>
                    </a:cubicBezTo>
                    <a:cubicBezTo>
                      <a:pt x="14" y="35"/>
                      <a:pt x="14" y="35"/>
                      <a:pt x="14" y="35"/>
                    </a:cubicBezTo>
                    <a:cubicBezTo>
                      <a:pt x="16" y="36"/>
                      <a:pt x="16" y="36"/>
                      <a:pt x="16" y="36"/>
                    </a:cubicBezTo>
                    <a:cubicBezTo>
                      <a:pt x="19" y="33"/>
                      <a:pt x="19" y="33"/>
                      <a:pt x="19" y="33"/>
                    </a:cubicBezTo>
                    <a:cubicBezTo>
                      <a:pt x="19" y="37"/>
                      <a:pt x="19" y="37"/>
                      <a:pt x="19" y="37"/>
                    </a:cubicBezTo>
                    <a:cubicBezTo>
                      <a:pt x="21" y="37"/>
                      <a:pt x="21" y="37"/>
                      <a:pt x="21" y="37"/>
                    </a:cubicBezTo>
                    <a:cubicBezTo>
                      <a:pt x="21" y="33"/>
                      <a:pt x="21" y="33"/>
                      <a:pt x="21" y="33"/>
                    </a:cubicBezTo>
                    <a:cubicBezTo>
                      <a:pt x="25" y="36"/>
                      <a:pt x="25" y="36"/>
                      <a:pt x="25" y="36"/>
                    </a:cubicBezTo>
                    <a:cubicBezTo>
                      <a:pt x="26" y="35"/>
                      <a:pt x="26" y="35"/>
                      <a:pt x="26" y="35"/>
                    </a:cubicBezTo>
                    <a:cubicBezTo>
                      <a:pt x="21" y="30"/>
                      <a:pt x="21" y="30"/>
                      <a:pt x="21" y="30"/>
                    </a:cubicBezTo>
                    <a:cubicBezTo>
                      <a:pt x="21" y="28"/>
                      <a:pt x="21" y="28"/>
                      <a:pt x="21" y="28"/>
                    </a:cubicBezTo>
                    <a:cubicBezTo>
                      <a:pt x="23" y="30"/>
                      <a:pt x="23" y="30"/>
                      <a:pt x="23" y="30"/>
                    </a:cubicBezTo>
                    <a:cubicBezTo>
                      <a:pt x="24" y="28"/>
                      <a:pt x="24" y="28"/>
                      <a:pt x="24" y="28"/>
                    </a:cubicBezTo>
                    <a:cubicBezTo>
                      <a:pt x="21" y="25"/>
                      <a:pt x="21" y="25"/>
                      <a:pt x="21" y="25"/>
                    </a:cubicBezTo>
                    <a:cubicBezTo>
                      <a:pt x="21" y="23"/>
                      <a:pt x="21" y="23"/>
                      <a:pt x="21" y="23"/>
                    </a:cubicBezTo>
                    <a:cubicBezTo>
                      <a:pt x="22" y="23"/>
                      <a:pt x="23" y="23"/>
                      <a:pt x="24" y="22"/>
                    </a:cubicBezTo>
                    <a:cubicBezTo>
                      <a:pt x="25" y="24"/>
                      <a:pt x="25" y="24"/>
                      <a:pt x="25" y="24"/>
                    </a:cubicBezTo>
                    <a:cubicBezTo>
                      <a:pt x="25" y="28"/>
                      <a:pt x="25" y="28"/>
                      <a:pt x="25" y="28"/>
                    </a:cubicBezTo>
                    <a:cubicBezTo>
                      <a:pt x="27" y="28"/>
                      <a:pt x="27" y="28"/>
                      <a:pt x="27" y="28"/>
                    </a:cubicBezTo>
                    <a:cubicBezTo>
                      <a:pt x="27" y="26"/>
                      <a:pt x="27" y="26"/>
                      <a:pt x="27" y="26"/>
                    </a:cubicBezTo>
                    <a:cubicBezTo>
                      <a:pt x="28" y="27"/>
                      <a:pt x="28" y="27"/>
                      <a:pt x="28" y="27"/>
                    </a:cubicBezTo>
                    <a:cubicBezTo>
                      <a:pt x="28" y="34"/>
                      <a:pt x="28" y="34"/>
                      <a:pt x="28" y="34"/>
                    </a:cubicBezTo>
                    <a:cubicBezTo>
                      <a:pt x="31" y="34"/>
                      <a:pt x="31" y="34"/>
                      <a:pt x="31" y="34"/>
                    </a:cubicBezTo>
                    <a:cubicBezTo>
                      <a:pt x="31" y="29"/>
                      <a:pt x="31" y="29"/>
                      <a:pt x="31" y="29"/>
                    </a:cubicBezTo>
                    <a:cubicBezTo>
                      <a:pt x="34" y="32"/>
                      <a:pt x="34" y="32"/>
                      <a:pt x="34" y="32"/>
                    </a:cubicBezTo>
                    <a:cubicBezTo>
                      <a:pt x="35" y="30"/>
                      <a:pt x="35" y="30"/>
                      <a:pt x="35" y="30"/>
                    </a:cubicBezTo>
                    <a:cubicBezTo>
                      <a:pt x="32" y="27"/>
                      <a:pt x="32" y="27"/>
                      <a:pt x="32" y="27"/>
                    </a:cubicBezTo>
                    <a:cubicBezTo>
                      <a:pt x="37" y="27"/>
                      <a:pt x="37" y="27"/>
                      <a:pt x="37" y="27"/>
                    </a:cubicBezTo>
                    <a:cubicBezTo>
                      <a:pt x="37" y="25"/>
                      <a:pt x="37" y="25"/>
                      <a:pt x="37" y="25"/>
                    </a:cubicBezTo>
                    <a:cubicBezTo>
                      <a:pt x="30" y="25"/>
                      <a:pt x="30" y="25"/>
                      <a:pt x="30" y="25"/>
                    </a:cubicBezTo>
                    <a:cubicBezTo>
                      <a:pt x="29" y="24"/>
                      <a:pt x="29" y="24"/>
                      <a:pt x="29" y="24"/>
                    </a:cubicBezTo>
                    <a:cubicBezTo>
                      <a:pt x="31" y="24"/>
                      <a:pt x="31" y="24"/>
                      <a:pt x="31" y="24"/>
                    </a:cubicBezTo>
                    <a:cubicBezTo>
                      <a:pt x="31" y="22"/>
                      <a:pt x="31" y="22"/>
                      <a:pt x="31" y="22"/>
                    </a:cubicBezTo>
                    <a:cubicBezTo>
                      <a:pt x="27" y="22"/>
                      <a:pt x="27" y="22"/>
                      <a:pt x="27" y="22"/>
                    </a:cubicBezTo>
                    <a:cubicBezTo>
                      <a:pt x="25" y="21"/>
                      <a:pt x="25" y="21"/>
                      <a:pt x="25" y="21"/>
                    </a:cubicBezTo>
                    <a:cubicBezTo>
                      <a:pt x="26" y="20"/>
                      <a:pt x="26" y="19"/>
                      <a:pt x="26" y="18"/>
                    </a:cubicBezTo>
                    <a:cubicBezTo>
                      <a:pt x="28" y="18"/>
                      <a:pt x="28" y="18"/>
                      <a:pt x="28" y="18"/>
                    </a:cubicBezTo>
                    <a:cubicBezTo>
                      <a:pt x="31" y="21"/>
                      <a:pt x="31" y="21"/>
                      <a:pt x="31" y="21"/>
                    </a:cubicBezTo>
                    <a:cubicBezTo>
                      <a:pt x="33" y="19"/>
                      <a:pt x="33" y="19"/>
                      <a:pt x="33" y="19"/>
                    </a:cubicBezTo>
                    <a:cubicBezTo>
                      <a:pt x="32" y="18"/>
                      <a:pt x="32" y="18"/>
                      <a:pt x="32" y="18"/>
                    </a:cubicBezTo>
                    <a:cubicBezTo>
                      <a:pt x="33" y="18"/>
                      <a:pt x="33" y="18"/>
                      <a:pt x="33" y="18"/>
                    </a:cubicBezTo>
                    <a:cubicBezTo>
                      <a:pt x="38" y="23"/>
                      <a:pt x="38" y="23"/>
                      <a:pt x="38" y="23"/>
                    </a:cubicBezTo>
                    <a:cubicBezTo>
                      <a:pt x="40" y="22"/>
                      <a:pt x="40" y="22"/>
                      <a:pt x="40" y="22"/>
                    </a:cubicBezTo>
                    <a:cubicBezTo>
                      <a:pt x="36" y="18"/>
                      <a:pt x="36" y="18"/>
                      <a:pt x="36" y="18"/>
                    </a:cubicBezTo>
                    <a:cubicBezTo>
                      <a:pt x="39" y="18"/>
                      <a:pt x="39" y="18"/>
                      <a:pt x="39" y="18"/>
                    </a:cubicBezTo>
                    <a:cubicBezTo>
                      <a:pt x="37" y="17"/>
                      <a:pt x="36" y="16"/>
                      <a:pt x="34" y="15"/>
                    </a:cubicBezTo>
                    <a:close/>
                  </a:path>
                </a:pathLst>
              </a:custGeom>
              <a:solidFill>
                <a:schemeClr val="bg1">
                  <a:lumMod val="95000"/>
                </a:schemeClr>
              </a:solidFill>
              <a:ln>
                <a:noFill/>
              </a:ln>
            </p:spPr>
            <p:txBody>
              <a:bodyPr anchor="ctr"/>
              <a:lstStyle/>
              <a:p>
                <a:pPr algn="ctr">
                  <a:lnSpc>
                    <a:spcPct val="120000"/>
                  </a:lnSpc>
                </a:pPr>
                <a:endParaRPr sz="3200">
                  <a:cs typeface="+mn-ea"/>
                  <a:sym typeface="+mn-lt"/>
                </a:endParaRPr>
              </a:p>
            </p:txBody>
          </p:sp>
          <p:sp>
            <p:nvSpPr>
              <p:cNvPr id="164" name="íSlîḍê">
                <a:extLst>
                  <a:ext uri="{FF2B5EF4-FFF2-40B4-BE49-F238E27FC236}">
                    <a16:creationId xmlns:a16="http://schemas.microsoft.com/office/drawing/2014/main" id="{2B3A1BF8-C64D-4778-A73A-538834769D52}"/>
                  </a:ext>
                </a:extLst>
              </p:cNvPr>
              <p:cNvSpPr/>
              <p:nvPr/>
            </p:nvSpPr>
            <p:spPr bwMode="auto">
              <a:xfrm>
                <a:off x="6646552" y="2337923"/>
                <a:ext cx="148621" cy="147039"/>
              </a:xfrm>
              <a:custGeom>
                <a:avLst/>
                <a:gdLst>
                  <a:gd name="T0" fmla="*/ 25 w 26"/>
                  <a:gd name="T1" fmla="*/ 10 h 26"/>
                  <a:gd name="T2" fmla="*/ 20 w 26"/>
                  <a:gd name="T3" fmla="*/ 12 h 26"/>
                  <a:gd name="T4" fmla="*/ 18 w 26"/>
                  <a:gd name="T5" fmla="*/ 12 h 26"/>
                  <a:gd name="T6" fmla="*/ 17 w 26"/>
                  <a:gd name="T7" fmla="*/ 10 h 26"/>
                  <a:gd name="T8" fmla="*/ 18 w 26"/>
                  <a:gd name="T9" fmla="*/ 8 h 26"/>
                  <a:gd name="T10" fmla="*/ 24 w 26"/>
                  <a:gd name="T11" fmla="*/ 6 h 26"/>
                  <a:gd name="T12" fmla="*/ 21 w 26"/>
                  <a:gd name="T13" fmla="*/ 3 h 26"/>
                  <a:gd name="T14" fmla="*/ 18 w 26"/>
                  <a:gd name="T15" fmla="*/ 2 h 26"/>
                  <a:gd name="T16" fmla="*/ 17 w 26"/>
                  <a:gd name="T17" fmla="*/ 6 h 26"/>
                  <a:gd name="T18" fmla="*/ 15 w 26"/>
                  <a:gd name="T19" fmla="*/ 10 h 26"/>
                  <a:gd name="T20" fmla="*/ 15 w 26"/>
                  <a:gd name="T21" fmla="*/ 6 h 26"/>
                  <a:gd name="T22" fmla="*/ 13 w 26"/>
                  <a:gd name="T23" fmla="*/ 5 h 26"/>
                  <a:gd name="T24" fmla="*/ 13 w 26"/>
                  <a:gd name="T25" fmla="*/ 3 h 26"/>
                  <a:gd name="T26" fmla="*/ 12 w 26"/>
                  <a:gd name="T27" fmla="*/ 3 h 26"/>
                  <a:gd name="T28" fmla="*/ 12 w 26"/>
                  <a:gd name="T29" fmla="*/ 5 h 26"/>
                  <a:gd name="T30" fmla="*/ 10 w 26"/>
                  <a:gd name="T31" fmla="*/ 6 h 26"/>
                  <a:gd name="T32" fmla="*/ 10 w 26"/>
                  <a:gd name="T33" fmla="*/ 10 h 26"/>
                  <a:gd name="T34" fmla="*/ 8 w 26"/>
                  <a:gd name="T35" fmla="*/ 6 h 26"/>
                  <a:gd name="T36" fmla="*/ 7 w 26"/>
                  <a:gd name="T37" fmla="*/ 2 h 26"/>
                  <a:gd name="T38" fmla="*/ 4 w 26"/>
                  <a:gd name="T39" fmla="*/ 3 h 26"/>
                  <a:gd name="T40" fmla="*/ 2 w 26"/>
                  <a:gd name="T41" fmla="*/ 6 h 26"/>
                  <a:gd name="T42" fmla="*/ 7 w 26"/>
                  <a:gd name="T43" fmla="*/ 8 h 26"/>
                  <a:gd name="T44" fmla="*/ 8 w 26"/>
                  <a:gd name="T45" fmla="*/ 10 h 26"/>
                  <a:gd name="T46" fmla="*/ 7 w 26"/>
                  <a:gd name="T47" fmla="*/ 12 h 26"/>
                  <a:gd name="T48" fmla="*/ 5 w 26"/>
                  <a:gd name="T49" fmla="*/ 12 h 26"/>
                  <a:gd name="T50" fmla="*/ 0 w 26"/>
                  <a:gd name="T51" fmla="*/ 10 h 26"/>
                  <a:gd name="T52" fmla="*/ 0 w 26"/>
                  <a:gd name="T53" fmla="*/ 14 h 26"/>
                  <a:gd name="T54" fmla="*/ 1 w 26"/>
                  <a:gd name="T55" fmla="*/ 17 h 26"/>
                  <a:gd name="T56" fmla="*/ 4 w 26"/>
                  <a:gd name="T57" fmla="*/ 15 h 26"/>
                  <a:gd name="T58" fmla="*/ 9 w 26"/>
                  <a:gd name="T59" fmla="*/ 14 h 26"/>
                  <a:gd name="T60" fmla="*/ 6 w 26"/>
                  <a:gd name="T61" fmla="*/ 16 h 26"/>
                  <a:gd name="T62" fmla="*/ 6 w 26"/>
                  <a:gd name="T63" fmla="*/ 18 h 26"/>
                  <a:gd name="T64" fmla="*/ 5 w 26"/>
                  <a:gd name="T65" fmla="*/ 20 h 26"/>
                  <a:gd name="T66" fmla="*/ 6 w 26"/>
                  <a:gd name="T67" fmla="*/ 21 h 26"/>
                  <a:gd name="T68" fmla="*/ 7 w 26"/>
                  <a:gd name="T69" fmla="*/ 19 h 26"/>
                  <a:gd name="T70" fmla="*/ 9 w 26"/>
                  <a:gd name="T71" fmla="*/ 20 h 26"/>
                  <a:gd name="T72" fmla="*/ 12 w 26"/>
                  <a:gd name="T73" fmla="*/ 17 h 26"/>
                  <a:gd name="T74" fmla="*/ 11 w 26"/>
                  <a:gd name="T75" fmla="*/ 21 h 26"/>
                  <a:gd name="T76" fmla="*/ 9 w 26"/>
                  <a:gd name="T77" fmla="*/ 25 h 26"/>
                  <a:gd name="T78" fmla="*/ 12 w 26"/>
                  <a:gd name="T79" fmla="*/ 26 h 26"/>
                  <a:gd name="T80" fmla="*/ 16 w 26"/>
                  <a:gd name="T81" fmla="*/ 26 h 26"/>
                  <a:gd name="T82" fmla="*/ 13 w 26"/>
                  <a:gd name="T83" fmla="*/ 20 h 26"/>
                  <a:gd name="T84" fmla="*/ 13 w 26"/>
                  <a:gd name="T85" fmla="*/ 18 h 26"/>
                  <a:gd name="T86" fmla="*/ 16 w 26"/>
                  <a:gd name="T87" fmla="*/ 17 h 26"/>
                  <a:gd name="T88" fmla="*/ 17 w 26"/>
                  <a:gd name="T89" fmla="*/ 19 h 26"/>
                  <a:gd name="T90" fmla="*/ 19 w 26"/>
                  <a:gd name="T91" fmla="*/ 24 h 26"/>
                  <a:gd name="T92" fmla="*/ 22 w 26"/>
                  <a:gd name="T93" fmla="*/ 22 h 26"/>
                  <a:gd name="T94" fmla="*/ 24 w 26"/>
                  <a:gd name="T95" fmla="*/ 18 h 26"/>
                  <a:gd name="T96" fmla="*/ 19 w 26"/>
                  <a:gd name="T97" fmla="*/ 18 h 26"/>
                  <a:gd name="T98" fmla="*/ 16 w 26"/>
                  <a:gd name="T99" fmla="*/ 15 h 26"/>
                  <a:gd name="T100" fmla="*/ 20 w 26"/>
                  <a:gd name="T101" fmla="*/ 16 h 26"/>
                  <a:gd name="T102" fmla="*/ 21 w 26"/>
                  <a:gd name="T103" fmla="*/ 14 h 26"/>
                  <a:gd name="T104" fmla="*/ 23 w 26"/>
                  <a:gd name="T105" fmla="*/ 14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6" h="26">
                    <a:moveTo>
                      <a:pt x="26" y="12"/>
                    </a:moveTo>
                    <a:cubicBezTo>
                      <a:pt x="23" y="12"/>
                      <a:pt x="23" y="12"/>
                      <a:pt x="23" y="12"/>
                    </a:cubicBezTo>
                    <a:cubicBezTo>
                      <a:pt x="25" y="10"/>
                      <a:pt x="25" y="10"/>
                      <a:pt x="25" y="10"/>
                    </a:cubicBezTo>
                    <a:cubicBezTo>
                      <a:pt x="24" y="9"/>
                      <a:pt x="24" y="9"/>
                      <a:pt x="24" y="9"/>
                    </a:cubicBezTo>
                    <a:cubicBezTo>
                      <a:pt x="21" y="12"/>
                      <a:pt x="21" y="12"/>
                      <a:pt x="21" y="12"/>
                    </a:cubicBezTo>
                    <a:cubicBezTo>
                      <a:pt x="20" y="12"/>
                      <a:pt x="20" y="12"/>
                      <a:pt x="20" y="12"/>
                    </a:cubicBezTo>
                    <a:cubicBezTo>
                      <a:pt x="21" y="12"/>
                      <a:pt x="21" y="12"/>
                      <a:pt x="21" y="12"/>
                    </a:cubicBezTo>
                    <a:cubicBezTo>
                      <a:pt x="20" y="11"/>
                      <a:pt x="20" y="11"/>
                      <a:pt x="20" y="11"/>
                    </a:cubicBezTo>
                    <a:cubicBezTo>
                      <a:pt x="18" y="12"/>
                      <a:pt x="18" y="12"/>
                      <a:pt x="18" y="12"/>
                    </a:cubicBezTo>
                    <a:cubicBezTo>
                      <a:pt x="17" y="12"/>
                      <a:pt x="17" y="12"/>
                      <a:pt x="17" y="12"/>
                    </a:cubicBezTo>
                    <a:cubicBezTo>
                      <a:pt x="16" y="12"/>
                      <a:pt x="16" y="11"/>
                      <a:pt x="16" y="11"/>
                    </a:cubicBezTo>
                    <a:cubicBezTo>
                      <a:pt x="17" y="10"/>
                      <a:pt x="17" y="10"/>
                      <a:pt x="17" y="10"/>
                    </a:cubicBezTo>
                    <a:cubicBezTo>
                      <a:pt x="19" y="10"/>
                      <a:pt x="19" y="10"/>
                      <a:pt x="19" y="10"/>
                    </a:cubicBezTo>
                    <a:cubicBezTo>
                      <a:pt x="19" y="8"/>
                      <a:pt x="19" y="8"/>
                      <a:pt x="19" y="8"/>
                    </a:cubicBezTo>
                    <a:cubicBezTo>
                      <a:pt x="18" y="8"/>
                      <a:pt x="18" y="8"/>
                      <a:pt x="18" y="8"/>
                    </a:cubicBezTo>
                    <a:cubicBezTo>
                      <a:pt x="19" y="8"/>
                      <a:pt x="19" y="8"/>
                      <a:pt x="19" y="8"/>
                    </a:cubicBezTo>
                    <a:cubicBezTo>
                      <a:pt x="24" y="8"/>
                      <a:pt x="24" y="8"/>
                      <a:pt x="24" y="8"/>
                    </a:cubicBezTo>
                    <a:cubicBezTo>
                      <a:pt x="24" y="6"/>
                      <a:pt x="24" y="6"/>
                      <a:pt x="24" y="6"/>
                    </a:cubicBezTo>
                    <a:cubicBezTo>
                      <a:pt x="20" y="6"/>
                      <a:pt x="20" y="6"/>
                      <a:pt x="20" y="6"/>
                    </a:cubicBezTo>
                    <a:cubicBezTo>
                      <a:pt x="22" y="4"/>
                      <a:pt x="22" y="4"/>
                      <a:pt x="22" y="4"/>
                    </a:cubicBezTo>
                    <a:cubicBezTo>
                      <a:pt x="21" y="3"/>
                      <a:pt x="21" y="3"/>
                      <a:pt x="21" y="3"/>
                    </a:cubicBezTo>
                    <a:cubicBezTo>
                      <a:pt x="19" y="5"/>
                      <a:pt x="19" y="5"/>
                      <a:pt x="19" y="5"/>
                    </a:cubicBezTo>
                    <a:cubicBezTo>
                      <a:pt x="19" y="2"/>
                      <a:pt x="19" y="2"/>
                      <a:pt x="19" y="2"/>
                    </a:cubicBezTo>
                    <a:cubicBezTo>
                      <a:pt x="18" y="2"/>
                      <a:pt x="18" y="2"/>
                      <a:pt x="18" y="2"/>
                    </a:cubicBezTo>
                    <a:cubicBezTo>
                      <a:pt x="18" y="7"/>
                      <a:pt x="18" y="7"/>
                      <a:pt x="18" y="7"/>
                    </a:cubicBezTo>
                    <a:cubicBezTo>
                      <a:pt x="17" y="7"/>
                      <a:pt x="17" y="7"/>
                      <a:pt x="17" y="7"/>
                    </a:cubicBezTo>
                    <a:cubicBezTo>
                      <a:pt x="17" y="6"/>
                      <a:pt x="17" y="6"/>
                      <a:pt x="17" y="6"/>
                    </a:cubicBezTo>
                    <a:cubicBezTo>
                      <a:pt x="16" y="6"/>
                      <a:pt x="16" y="6"/>
                      <a:pt x="16" y="6"/>
                    </a:cubicBezTo>
                    <a:cubicBezTo>
                      <a:pt x="16" y="9"/>
                      <a:pt x="16" y="9"/>
                      <a:pt x="16" y="9"/>
                    </a:cubicBezTo>
                    <a:cubicBezTo>
                      <a:pt x="15" y="10"/>
                      <a:pt x="15" y="10"/>
                      <a:pt x="15" y="10"/>
                    </a:cubicBezTo>
                    <a:cubicBezTo>
                      <a:pt x="14" y="10"/>
                      <a:pt x="14" y="9"/>
                      <a:pt x="13" y="9"/>
                    </a:cubicBezTo>
                    <a:cubicBezTo>
                      <a:pt x="13" y="8"/>
                      <a:pt x="13" y="8"/>
                      <a:pt x="13" y="8"/>
                    </a:cubicBezTo>
                    <a:cubicBezTo>
                      <a:pt x="15" y="6"/>
                      <a:pt x="15" y="6"/>
                      <a:pt x="15" y="6"/>
                    </a:cubicBezTo>
                    <a:cubicBezTo>
                      <a:pt x="14" y="5"/>
                      <a:pt x="14" y="5"/>
                      <a:pt x="14" y="5"/>
                    </a:cubicBezTo>
                    <a:cubicBezTo>
                      <a:pt x="13" y="6"/>
                      <a:pt x="13" y="6"/>
                      <a:pt x="13" y="6"/>
                    </a:cubicBezTo>
                    <a:cubicBezTo>
                      <a:pt x="13" y="5"/>
                      <a:pt x="13" y="5"/>
                      <a:pt x="13" y="5"/>
                    </a:cubicBezTo>
                    <a:cubicBezTo>
                      <a:pt x="17" y="2"/>
                      <a:pt x="17" y="2"/>
                      <a:pt x="17" y="2"/>
                    </a:cubicBezTo>
                    <a:cubicBezTo>
                      <a:pt x="16" y="1"/>
                      <a:pt x="16" y="1"/>
                      <a:pt x="16" y="1"/>
                    </a:cubicBezTo>
                    <a:cubicBezTo>
                      <a:pt x="13" y="3"/>
                      <a:pt x="13" y="3"/>
                      <a:pt x="13" y="3"/>
                    </a:cubicBezTo>
                    <a:cubicBezTo>
                      <a:pt x="13" y="0"/>
                      <a:pt x="13" y="0"/>
                      <a:pt x="13" y="0"/>
                    </a:cubicBezTo>
                    <a:cubicBezTo>
                      <a:pt x="12" y="0"/>
                      <a:pt x="12" y="0"/>
                      <a:pt x="12" y="0"/>
                    </a:cubicBezTo>
                    <a:cubicBezTo>
                      <a:pt x="12" y="3"/>
                      <a:pt x="12" y="3"/>
                      <a:pt x="12" y="3"/>
                    </a:cubicBezTo>
                    <a:cubicBezTo>
                      <a:pt x="10" y="1"/>
                      <a:pt x="10" y="1"/>
                      <a:pt x="10" y="1"/>
                    </a:cubicBezTo>
                    <a:cubicBezTo>
                      <a:pt x="9" y="2"/>
                      <a:pt x="9" y="2"/>
                      <a:pt x="9" y="2"/>
                    </a:cubicBezTo>
                    <a:cubicBezTo>
                      <a:pt x="12" y="5"/>
                      <a:pt x="12" y="5"/>
                      <a:pt x="12" y="5"/>
                    </a:cubicBezTo>
                    <a:cubicBezTo>
                      <a:pt x="12" y="6"/>
                      <a:pt x="12" y="6"/>
                      <a:pt x="12" y="6"/>
                    </a:cubicBezTo>
                    <a:cubicBezTo>
                      <a:pt x="11" y="5"/>
                      <a:pt x="11" y="5"/>
                      <a:pt x="11" y="5"/>
                    </a:cubicBezTo>
                    <a:cubicBezTo>
                      <a:pt x="10" y="6"/>
                      <a:pt x="10" y="6"/>
                      <a:pt x="10" y="6"/>
                    </a:cubicBezTo>
                    <a:cubicBezTo>
                      <a:pt x="12" y="8"/>
                      <a:pt x="12" y="8"/>
                      <a:pt x="12" y="8"/>
                    </a:cubicBezTo>
                    <a:cubicBezTo>
                      <a:pt x="12" y="9"/>
                      <a:pt x="12" y="9"/>
                      <a:pt x="12" y="9"/>
                    </a:cubicBezTo>
                    <a:cubicBezTo>
                      <a:pt x="11" y="9"/>
                      <a:pt x="11" y="10"/>
                      <a:pt x="10" y="10"/>
                    </a:cubicBezTo>
                    <a:cubicBezTo>
                      <a:pt x="9" y="9"/>
                      <a:pt x="9" y="9"/>
                      <a:pt x="9" y="9"/>
                    </a:cubicBezTo>
                    <a:cubicBezTo>
                      <a:pt x="9" y="6"/>
                      <a:pt x="9" y="6"/>
                      <a:pt x="9" y="6"/>
                    </a:cubicBezTo>
                    <a:cubicBezTo>
                      <a:pt x="8" y="6"/>
                      <a:pt x="8" y="6"/>
                      <a:pt x="8" y="6"/>
                    </a:cubicBezTo>
                    <a:cubicBezTo>
                      <a:pt x="8" y="7"/>
                      <a:pt x="8" y="7"/>
                      <a:pt x="8" y="7"/>
                    </a:cubicBezTo>
                    <a:cubicBezTo>
                      <a:pt x="7" y="7"/>
                      <a:pt x="7" y="7"/>
                      <a:pt x="7" y="7"/>
                    </a:cubicBezTo>
                    <a:cubicBezTo>
                      <a:pt x="7" y="2"/>
                      <a:pt x="7" y="2"/>
                      <a:pt x="7" y="2"/>
                    </a:cubicBezTo>
                    <a:cubicBezTo>
                      <a:pt x="6" y="2"/>
                      <a:pt x="6" y="2"/>
                      <a:pt x="6" y="2"/>
                    </a:cubicBezTo>
                    <a:cubicBezTo>
                      <a:pt x="6" y="5"/>
                      <a:pt x="6" y="5"/>
                      <a:pt x="6" y="5"/>
                    </a:cubicBezTo>
                    <a:cubicBezTo>
                      <a:pt x="4" y="3"/>
                      <a:pt x="4" y="3"/>
                      <a:pt x="4" y="3"/>
                    </a:cubicBezTo>
                    <a:cubicBezTo>
                      <a:pt x="3" y="4"/>
                      <a:pt x="3" y="4"/>
                      <a:pt x="3" y="4"/>
                    </a:cubicBezTo>
                    <a:cubicBezTo>
                      <a:pt x="5" y="6"/>
                      <a:pt x="5" y="6"/>
                      <a:pt x="5" y="6"/>
                    </a:cubicBezTo>
                    <a:cubicBezTo>
                      <a:pt x="2" y="6"/>
                      <a:pt x="2" y="6"/>
                      <a:pt x="2" y="6"/>
                    </a:cubicBezTo>
                    <a:cubicBezTo>
                      <a:pt x="2" y="8"/>
                      <a:pt x="2" y="8"/>
                      <a:pt x="2" y="8"/>
                    </a:cubicBezTo>
                    <a:cubicBezTo>
                      <a:pt x="6" y="8"/>
                      <a:pt x="6" y="8"/>
                      <a:pt x="6" y="8"/>
                    </a:cubicBezTo>
                    <a:cubicBezTo>
                      <a:pt x="7" y="8"/>
                      <a:pt x="7" y="8"/>
                      <a:pt x="7" y="8"/>
                    </a:cubicBezTo>
                    <a:cubicBezTo>
                      <a:pt x="6" y="8"/>
                      <a:pt x="6" y="8"/>
                      <a:pt x="6" y="8"/>
                    </a:cubicBezTo>
                    <a:cubicBezTo>
                      <a:pt x="6" y="10"/>
                      <a:pt x="6" y="10"/>
                      <a:pt x="6" y="10"/>
                    </a:cubicBezTo>
                    <a:cubicBezTo>
                      <a:pt x="8" y="10"/>
                      <a:pt x="8" y="10"/>
                      <a:pt x="8" y="10"/>
                    </a:cubicBezTo>
                    <a:cubicBezTo>
                      <a:pt x="9" y="11"/>
                      <a:pt x="9" y="11"/>
                      <a:pt x="9" y="11"/>
                    </a:cubicBezTo>
                    <a:cubicBezTo>
                      <a:pt x="9" y="11"/>
                      <a:pt x="9" y="12"/>
                      <a:pt x="9" y="12"/>
                    </a:cubicBezTo>
                    <a:cubicBezTo>
                      <a:pt x="7" y="12"/>
                      <a:pt x="7" y="12"/>
                      <a:pt x="7" y="12"/>
                    </a:cubicBezTo>
                    <a:cubicBezTo>
                      <a:pt x="5" y="11"/>
                      <a:pt x="5" y="11"/>
                      <a:pt x="5" y="11"/>
                    </a:cubicBezTo>
                    <a:cubicBezTo>
                      <a:pt x="4" y="12"/>
                      <a:pt x="4" y="12"/>
                      <a:pt x="4" y="12"/>
                    </a:cubicBezTo>
                    <a:cubicBezTo>
                      <a:pt x="5" y="12"/>
                      <a:pt x="5" y="12"/>
                      <a:pt x="5" y="12"/>
                    </a:cubicBezTo>
                    <a:cubicBezTo>
                      <a:pt x="4" y="12"/>
                      <a:pt x="4" y="12"/>
                      <a:pt x="4" y="12"/>
                    </a:cubicBezTo>
                    <a:cubicBezTo>
                      <a:pt x="1" y="9"/>
                      <a:pt x="1" y="9"/>
                      <a:pt x="1" y="9"/>
                    </a:cubicBezTo>
                    <a:cubicBezTo>
                      <a:pt x="0" y="10"/>
                      <a:pt x="0" y="10"/>
                      <a:pt x="0" y="10"/>
                    </a:cubicBezTo>
                    <a:cubicBezTo>
                      <a:pt x="2" y="12"/>
                      <a:pt x="2" y="12"/>
                      <a:pt x="2" y="12"/>
                    </a:cubicBezTo>
                    <a:cubicBezTo>
                      <a:pt x="0" y="12"/>
                      <a:pt x="0" y="12"/>
                      <a:pt x="0" y="12"/>
                    </a:cubicBezTo>
                    <a:cubicBezTo>
                      <a:pt x="0" y="14"/>
                      <a:pt x="0" y="14"/>
                      <a:pt x="0" y="14"/>
                    </a:cubicBezTo>
                    <a:cubicBezTo>
                      <a:pt x="2" y="14"/>
                      <a:pt x="2" y="14"/>
                      <a:pt x="2" y="14"/>
                    </a:cubicBezTo>
                    <a:cubicBezTo>
                      <a:pt x="0" y="16"/>
                      <a:pt x="0" y="16"/>
                      <a:pt x="0" y="16"/>
                    </a:cubicBezTo>
                    <a:cubicBezTo>
                      <a:pt x="1" y="17"/>
                      <a:pt x="1" y="17"/>
                      <a:pt x="1" y="17"/>
                    </a:cubicBezTo>
                    <a:cubicBezTo>
                      <a:pt x="4" y="14"/>
                      <a:pt x="4" y="14"/>
                      <a:pt x="4" y="14"/>
                    </a:cubicBezTo>
                    <a:cubicBezTo>
                      <a:pt x="5" y="14"/>
                      <a:pt x="5" y="14"/>
                      <a:pt x="5" y="14"/>
                    </a:cubicBezTo>
                    <a:cubicBezTo>
                      <a:pt x="4" y="15"/>
                      <a:pt x="4" y="15"/>
                      <a:pt x="4" y="15"/>
                    </a:cubicBezTo>
                    <a:cubicBezTo>
                      <a:pt x="5" y="16"/>
                      <a:pt x="5" y="16"/>
                      <a:pt x="5" y="16"/>
                    </a:cubicBezTo>
                    <a:cubicBezTo>
                      <a:pt x="7" y="14"/>
                      <a:pt x="7" y="14"/>
                      <a:pt x="7" y="14"/>
                    </a:cubicBezTo>
                    <a:cubicBezTo>
                      <a:pt x="9" y="14"/>
                      <a:pt x="9" y="14"/>
                      <a:pt x="9" y="14"/>
                    </a:cubicBezTo>
                    <a:cubicBezTo>
                      <a:pt x="9" y="14"/>
                      <a:pt x="9" y="15"/>
                      <a:pt x="9" y="15"/>
                    </a:cubicBezTo>
                    <a:cubicBezTo>
                      <a:pt x="8" y="16"/>
                      <a:pt x="8" y="16"/>
                      <a:pt x="8" y="16"/>
                    </a:cubicBezTo>
                    <a:cubicBezTo>
                      <a:pt x="6" y="16"/>
                      <a:pt x="6" y="16"/>
                      <a:pt x="6" y="16"/>
                    </a:cubicBezTo>
                    <a:cubicBezTo>
                      <a:pt x="6" y="18"/>
                      <a:pt x="6" y="18"/>
                      <a:pt x="6" y="18"/>
                    </a:cubicBezTo>
                    <a:cubicBezTo>
                      <a:pt x="7" y="18"/>
                      <a:pt x="7" y="18"/>
                      <a:pt x="7" y="18"/>
                    </a:cubicBezTo>
                    <a:cubicBezTo>
                      <a:pt x="6" y="18"/>
                      <a:pt x="6" y="18"/>
                      <a:pt x="6" y="18"/>
                    </a:cubicBezTo>
                    <a:cubicBezTo>
                      <a:pt x="2" y="18"/>
                      <a:pt x="2" y="18"/>
                      <a:pt x="2" y="18"/>
                    </a:cubicBezTo>
                    <a:cubicBezTo>
                      <a:pt x="2" y="20"/>
                      <a:pt x="2" y="20"/>
                      <a:pt x="2" y="20"/>
                    </a:cubicBezTo>
                    <a:cubicBezTo>
                      <a:pt x="5" y="20"/>
                      <a:pt x="5" y="20"/>
                      <a:pt x="5" y="20"/>
                    </a:cubicBezTo>
                    <a:cubicBezTo>
                      <a:pt x="3" y="22"/>
                      <a:pt x="3" y="22"/>
                      <a:pt x="3" y="22"/>
                    </a:cubicBezTo>
                    <a:cubicBezTo>
                      <a:pt x="4" y="23"/>
                      <a:pt x="4" y="23"/>
                      <a:pt x="4" y="23"/>
                    </a:cubicBezTo>
                    <a:cubicBezTo>
                      <a:pt x="6" y="21"/>
                      <a:pt x="6" y="21"/>
                      <a:pt x="6" y="21"/>
                    </a:cubicBezTo>
                    <a:cubicBezTo>
                      <a:pt x="6" y="24"/>
                      <a:pt x="6" y="24"/>
                      <a:pt x="6" y="24"/>
                    </a:cubicBezTo>
                    <a:cubicBezTo>
                      <a:pt x="7" y="24"/>
                      <a:pt x="7" y="24"/>
                      <a:pt x="7" y="24"/>
                    </a:cubicBezTo>
                    <a:cubicBezTo>
                      <a:pt x="7" y="19"/>
                      <a:pt x="7" y="19"/>
                      <a:pt x="7" y="19"/>
                    </a:cubicBezTo>
                    <a:cubicBezTo>
                      <a:pt x="8" y="19"/>
                      <a:pt x="8" y="19"/>
                      <a:pt x="8" y="19"/>
                    </a:cubicBezTo>
                    <a:cubicBezTo>
                      <a:pt x="8" y="20"/>
                      <a:pt x="8" y="20"/>
                      <a:pt x="8" y="20"/>
                    </a:cubicBezTo>
                    <a:cubicBezTo>
                      <a:pt x="9" y="20"/>
                      <a:pt x="9" y="20"/>
                      <a:pt x="9" y="20"/>
                    </a:cubicBezTo>
                    <a:cubicBezTo>
                      <a:pt x="9" y="17"/>
                      <a:pt x="9" y="17"/>
                      <a:pt x="9" y="17"/>
                    </a:cubicBezTo>
                    <a:cubicBezTo>
                      <a:pt x="10" y="16"/>
                      <a:pt x="10" y="16"/>
                      <a:pt x="10" y="16"/>
                    </a:cubicBezTo>
                    <a:cubicBezTo>
                      <a:pt x="11" y="17"/>
                      <a:pt x="11" y="17"/>
                      <a:pt x="12" y="17"/>
                    </a:cubicBezTo>
                    <a:cubicBezTo>
                      <a:pt x="12" y="18"/>
                      <a:pt x="12" y="18"/>
                      <a:pt x="12" y="18"/>
                    </a:cubicBezTo>
                    <a:cubicBezTo>
                      <a:pt x="10" y="20"/>
                      <a:pt x="10" y="20"/>
                      <a:pt x="10" y="20"/>
                    </a:cubicBezTo>
                    <a:cubicBezTo>
                      <a:pt x="11" y="21"/>
                      <a:pt x="11" y="21"/>
                      <a:pt x="11" y="21"/>
                    </a:cubicBezTo>
                    <a:cubicBezTo>
                      <a:pt x="12" y="20"/>
                      <a:pt x="12" y="20"/>
                      <a:pt x="12" y="20"/>
                    </a:cubicBezTo>
                    <a:cubicBezTo>
                      <a:pt x="12" y="21"/>
                      <a:pt x="12" y="21"/>
                      <a:pt x="12" y="21"/>
                    </a:cubicBezTo>
                    <a:cubicBezTo>
                      <a:pt x="9" y="25"/>
                      <a:pt x="9" y="25"/>
                      <a:pt x="9" y="25"/>
                    </a:cubicBezTo>
                    <a:cubicBezTo>
                      <a:pt x="10" y="26"/>
                      <a:pt x="10" y="26"/>
                      <a:pt x="10" y="26"/>
                    </a:cubicBezTo>
                    <a:cubicBezTo>
                      <a:pt x="12" y="23"/>
                      <a:pt x="12" y="23"/>
                      <a:pt x="12" y="23"/>
                    </a:cubicBezTo>
                    <a:cubicBezTo>
                      <a:pt x="12" y="26"/>
                      <a:pt x="12" y="26"/>
                      <a:pt x="12" y="26"/>
                    </a:cubicBezTo>
                    <a:cubicBezTo>
                      <a:pt x="13" y="26"/>
                      <a:pt x="13" y="26"/>
                      <a:pt x="13" y="26"/>
                    </a:cubicBezTo>
                    <a:cubicBezTo>
                      <a:pt x="13" y="23"/>
                      <a:pt x="13" y="23"/>
                      <a:pt x="13" y="23"/>
                    </a:cubicBezTo>
                    <a:cubicBezTo>
                      <a:pt x="16" y="26"/>
                      <a:pt x="16" y="26"/>
                      <a:pt x="16" y="26"/>
                    </a:cubicBezTo>
                    <a:cubicBezTo>
                      <a:pt x="17" y="25"/>
                      <a:pt x="17" y="25"/>
                      <a:pt x="17" y="25"/>
                    </a:cubicBezTo>
                    <a:cubicBezTo>
                      <a:pt x="13" y="21"/>
                      <a:pt x="13" y="21"/>
                      <a:pt x="13" y="21"/>
                    </a:cubicBezTo>
                    <a:cubicBezTo>
                      <a:pt x="13" y="20"/>
                      <a:pt x="13" y="20"/>
                      <a:pt x="13" y="20"/>
                    </a:cubicBezTo>
                    <a:cubicBezTo>
                      <a:pt x="14" y="21"/>
                      <a:pt x="14" y="21"/>
                      <a:pt x="14" y="21"/>
                    </a:cubicBezTo>
                    <a:cubicBezTo>
                      <a:pt x="15" y="20"/>
                      <a:pt x="15" y="20"/>
                      <a:pt x="15" y="20"/>
                    </a:cubicBezTo>
                    <a:cubicBezTo>
                      <a:pt x="13" y="18"/>
                      <a:pt x="13" y="18"/>
                      <a:pt x="13" y="18"/>
                    </a:cubicBezTo>
                    <a:cubicBezTo>
                      <a:pt x="13" y="17"/>
                      <a:pt x="13" y="17"/>
                      <a:pt x="13" y="17"/>
                    </a:cubicBezTo>
                    <a:cubicBezTo>
                      <a:pt x="14" y="17"/>
                      <a:pt x="14" y="17"/>
                      <a:pt x="15" y="16"/>
                    </a:cubicBezTo>
                    <a:cubicBezTo>
                      <a:pt x="16" y="17"/>
                      <a:pt x="16" y="17"/>
                      <a:pt x="16" y="17"/>
                    </a:cubicBezTo>
                    <a:cubicBezTo>
                      <a:pt x="16" y="20"/>
                      <a:pt x="16" y="20"/>
                      <a:pt x="16" y="20"/>
                    </a:cubicBezTo>
                    <a:cubicBezTo>
                      <a:pt x="17" y="20"/>
                      <a:pt x="17" y="20"/>
                      <a:pt x="17" y="20"/>
                    </a:cubicBezTo>
                    <a:cubicBezTo>
                      <a:pt x="17" y="19"/>
                      <a:pt x="17" y="19"/>
                      <a:pt x="17" y="19"/>
                    </a:cubicBezTo>
                    <a:cubicBezTo>
                      <a:pt x="18" y="19"/>
                      <a:pt x="18" y="19"/>
                      <a:pt x="18" y="19"/>
                    </a:cubicBezTo>
                    <a:cubicBezTo>
                      <a:pt x="18" y="24"/>
                      <a:pt x="18" y="24"/>
                      <a:pt x="18" y="24"/>
                    </a:cubicBezTo>
                    <a:cubicBezTo>
                      <a:pt x="19" y="24"/>
                      <a:pt x="19" y="24"/>
                      <a:pt x="19" y="24"/>
                    </a:cubicBezTo>
                    <a:cubicBezTo>
                      <a:pt x="19" y="21"/>
                      <a:pt x="19" y="21"/>
                      <a:pt x="19" y="21"/>
                    </a:cubicBezTo>
                    <a:cubicBezTo>
                      <a:pt x="21" y="23"/>
                      <a:pt x="21" y="23"/>
                      <a:pt x="21" y="23"/>
                    </a:cubicBezTo>
                    <a:cubicBezTo>
                      <a:pt x="22" y="22"/>
                      <a:pt x="22" y="22"/>
                      <a:pt x="22" y="22"/>
                    </a:cubicBezTo>
                    <a:cubicBezTo>
                      <a:pt x="20" y="20"/>
                      <a:pt x="20" y="20"/>
                      <a:pt x="20" y="20"/>
                    </a:cubicBezTo>
                    <a:cubicBezTo>
                      <a:pt x="24" y="20"/>
                      <a:pt x="24" y="20"/>
                      <a:pt x="24" y="20"/>
                    </a:cubicBezTo>
                    <a:cubicBezTo>
                      <a:pt x="24" y="18"/>
                      <a:pt x="24" y="18"/>
                      <a:pt x="24" y="18"/>
                    </a:cubicBezTo>
                    <a:cubicBezTo>
                      <a:pt x="19" y="18"/>
                      <a:pt x="19" y="18"/>
                      <a:pt x="19" y="18"/>
                    </a:cubicBezTo>
                    <a:cubicBezTo>
                      <a:pt x="18" y="18"/>
                      <a:pt x="18" y="18"/>
                      <a:pt x="18" y="18"/>
                    </a:cubicBezTo>
                    <a:cubicBezTo>
                      <a:pt x="19" y="18"/>
                      <a:pt x="19" y="18"/>
                      <a:pt x="19" y="18"/>
                    </a:cubicBezTo>
                    <a:cubicBezTo>
                      <a:pt x="19" y="16"/>
                      <a:pt x="19" y="16"/>
                      <a:pt x="19" y="16"/>
                    </a:cubicBezTo>
                    <a:cubicBezTo>
                      <a:pt x="17" y="16"/>
                      <a:pt x="17" y="16"/>
                      <a:pt x="17" y="16"/>
                    </a:cubicBezTo>
                    <a:cubicBezTo>
                      <a:pt x="16" y="15"/>
                      <a:pt x="16" y="15"/>
                      <a:pt x="16" y="15"/>
                    </a:cubicBezTo>
                    <a:cubicBezTo>
                      <a:pt x="16" y="15"/>
                      <a:pt x="16" y="14"/>
                      <a:pt x="17" y="14"/>
                    </a:cubicBezTo>
                    <a:cubicBezTo>
                      <a:pt x="18" y="14"/>
                      <a:pt x="18" y="14"/>
                      <a:pt x="18" y="14"/>
                    </a:cubicBezTo>
                    <a:cubicBezTo>
                      <a:pt x="20" y="16"/>
                      <a:pt x="20" y="16"/>
                      <a:pt x="20" y="16"/>
                    </a:cubicBezTo>
                    <a:cubicBezTo>
                      <a:pt x="21" y="15"/>
                      <a:pt x="21" y="15"/>
                      <a:pt x="21" y="15"/>
                    </a:cubicBezTo>
                    <a:cubicBezTo>
                      <a:pt x="20" y="14"/>
                      <a:pt x="20" y="14"/>
                      <a:pt x="20" y="14"/>
                    </a:cubicBezTo>
                    <a:cubicBezTo>
                      <a:pt x="21" y="14"/>
                      <a:pt x="21" y="14"/>
                      <a:pt x="21" y="14"/>
                    </a:cubicBezTo>
                    <a:cubicBezTo>
                      <a:pt x="24" y="17"/>
                      <a:pt x="24" y="17"/>
                      <a:pt x="24" y="17"/>
                    </a:cubicBezTo>
                    <a:cubicBezTo>
                      <a:pt x="25" y="16"/>
                      <a:pt x="25" y="16"/>
                      <a:pt x="25" y="16"/>
                    </a:cubicBezTo>
                    <a:cubicBezTo>
                      <a:pt x="23" y="14"/>
                      <a:pt x="23" y="14"/>
                      <a:pt x="23" y="14"/>
                    </a:cubicBezTo>
                    <a:cubicBezTo>
                      <a:pt x="26" y="14"/>
                      <a:pt x="26" y="14"/>
                      <a:pt x="26" y="14"/>
                    </a:cubicBezTo>
                    <a:lnTo>
                      <a:pt x="26" y="12"/>
                    </a:lnTo>
                    <a:close/>
                  </a:path>
                </a:pathLst>
              </a:custGeom>
              <a:solidFill>
                <a:schemeClr val="bg1">
                  <a:lumMod val="95000"/>
                </a:schemeClr>
              </a:solidFill>
              <a:ln>
                <a:noFill/>
              </a:ln>
            </p:spPr>
            <p:txBody>
              <a:bodyPr anchor="ctr"/>
              <a:lstStyle/>
              <a:p>
                <a:pPr algn="ctr">
                  <a:lnSpc>
                    <a:spcPct val="120000"/>
                  </a:lnSpc>
                </a:pPr>
                <a:endParaRPr sz="3200">
                  <a:cs typeface="+mn-ea"/>
                  <a:sym typeface="+mn-lt"/>
                </a:endParaRPr>
              </a:p>
            </p:txBody>
          </p:sp>
          <p:sp>
            <p:nvSpPr>
              <p:cNvPr id="165" name="îsļîďè">
                <a:extLst>
                  <a:ext uri="{FF2B5EF4-FFF2-40B4-BE49-F238E27FC236}">
                    <a16:creationId xmlns:a16="http://schemas.microsoft.com/office/drawing/2014/main" id="{77607972-BB92-4D6E-99DC-357A67C9E52C}"/>
                  </a:ext>
                </a:extLst>
              </p:cNvPr>
              <p:cNvSpPr/>
              <p:nvPr/>
            </p:nvSpPr>
            <p:spPr bwMode="auto">
              <a:xfrm>
                <a:off x="8497987" y="5574379"/>
                <a:ext cx="358904" cy="175499"/>
              </a:xfrm>
              <a:custGeom>
                <a:avLst/>
                <a:gdLst>
                  <a:gd name="T0" fmla="*/ 54 w 63"/>
                  <a:gd name="T1" fmla="*/ 22 h 31"/>
                  <a:gd name="T2" fmla="*/ 63 w 63"/>
                  <a:gd name="T3" fmla="*/ 11 h 31"/>
                  <a:gd name="T4" fmla="*/ 54 w 63"/>
                  <a:gd name="T5" fmla="*/ 0 h 31"/>
                  <a:gd name="T6" fmla="*/ 54 w 63"/>
                  <a:gd name="T7" fmla="*/ 5 h 31"/>
                  <a:gd name="T8" fmla="*/ 58 w 63"/>
                  <a:gd name="T9" fmla="*/ 11 h 31"/>
                  <a:gd name="T10" fmla="*/ 54 w 63"/>
                  <a:gd name="T11" fmla="*/ 17 h 31"/>
                  <a:gd name="T12" fmla="*/ 54 w 63"/>
                  <a:gd name="T13" fmla="*/ 22 h 31"/>
                  <a:gd name="T14" fmla="*/ 26 w 63"/>
                  <a:gd name="T15" fmla="*/ 31 h 31"/>
                  <a:gd name="T16" fmla="*/ 47 w 63"/>
                  <a:gd name="T17" fmla="*/ 21 h 31"/>
                  <a:gd name="T18" fmla="*/ 52 w 63"/>
                  <a:gd name="T19" fmla="*/ 22 h 31"/>
                  <a:gd name="T20" fmla="*/ 54 w 63"/>
                  <a:gd name="T21" fmla="*/ 22 h 31"/>
                  <a:gd name="T22" fmla="*/ 54 w 63"/>
                  <a:gd name="T23" fmla="*/ 17 h 31"/>
                  <a:gd name="T24" fmla="*/ 52 w 63"/>
                  <a:gd name="T25" fmla="*/ 17 h 31"/>
                  <a:gd name="T26" fmla="*/ 50 w 63"/>
                  <a:gd name="T27" fmla="*/ 17 h 31"/>
                  <a:gd name="T28" fmla="*/ 53 w 63"/>
                  <a:gd name="T29" fmla="*/ 5 h 31"/>
                  <a:gd name="T30" fmla="*/ 53 w 63"/>
                  <a:gd name="T31" fmla="*/ 5 h 31"/>
                  <a:gd name="T32" fmla="*/ 53 w 63"/>
                  <a:gd name="T33" fmla="*/ 5 h 31"/>
                  <a:gd name="T34" fmla="*/ 54 w 63"/>
                  <a:gd name="T35" fmla="*/ 5 h 31"/>
                  <a:gd name="T36" fmla="*/ 54 w 63"/>
                  <a:gd name="T37" fmla="*/ 0 h 31"/>
                  <a:gd name="T38" fmla="*/ 52 w 63"/>
                  <a:gd name="T39" fmla="*/ 0 h 31"/>
                  <a:gd name="T40" fmla="*/ 52 w 63"/>
                  <a:gd name="T41" fmla="*/ 0 h 31"/>
                  <a:gd name="T42" fmla="*/ 0 w 63"/>
                  <a:gd name="T43" fmla="*/ 0 h 31"/>
                  <a:gd name="T44" fmla="*/ 0 w 63"/>
                  <a:gd name="T45" fmla="*/ 5 h 31"/>
                  <a:gd name="T46" fmla="*/ 26 w 63"/>
                  <a:gd name="T47" fmla="*/ 31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3" h="31">
                    <a:moveTo>
                      <a:pt x="54" y="22"/>
                    </a:moveTo>
                    <a:cubicBezTo>
                      <a:pt x="59" y="21"/>
                      <a:pt x="63" y="16"/>
                      <a:pt x="63" y="11"/>
                    </a:cubicBezTo>
                    <a:cubicBezTo>
                      <a:pt x="63" y="5"/>
                      <a:pt x="59" y="1"/>
                      <a:pt x="54" y="0"/>
                    </a:cubicBezTo>
                    <a:cubicBezTo>
                      <a:pt x="54" y="5"/>
                      <a:pt x="54" y="5"/>
                      <a:pt x="54" y="5"/>
                    </a:cubicBezTo>
                    <a:cubicBezTo>
                      <a:pt x="56" y="6"/>
                      <a:pt x="58" y="8"/>
                      <a:pt x="58" y="11"/>
                    </a:cubicBezTo>
                    <a:cubicBezTo>
                      <a:pt x="58" y="14"/>
                      <a:pt x="56" y="16"/>
                      <a:pt x="54" y="17"/>
                    </a:cubicBezTo>
                    <a:lnTo>
                      <a:pt x="54" y="22"/>
                    </a:lnTo>
                    <a:close/>
                    <a:moveTo>
                      <a:pt x="26" y="31"/>
                    </a:moveTo>
                    <a:cubicBezTo>
                      <a:pt x="35" y="31"/>
                      <a:pt x="42" y="27"/>
                      <a:pt x="47" y="21"/>
                    </a:cubicBezTo>
                    <a:cubicBezTo>
                      <a:pt x="49" y="22"/>
                      <a:pt x="50" y="22"/>
                      <a:pt x="52" y="22"/>
                    </a:cubicBezTo>
                    <a:cubicBezTo>
                      <a:pt x="53" y="22"/>
                      <a:pt x="53" y="22"/>
                      <a:pt x="54" y="22"/>
                    </a:cubicBezTo>
                    <a:cubicBezTo>
                      <a:pt x="54" y="17"/>
                      <a:pt x="54" y="17"/>
                      <a:pt x="54" y="17"/>
                    </a:cubicBezTo>
                    <a:cubicBezTo>
                      <a:pt x="53" y="17"/>
                      <a:pt x="53" y="17"/>
                      <a:pt x="52" y="17"/>
                    </a:cubicBezTo>
                    <a:cubicBezTo>
                      <a:pt x="51" y="17"/>
                      <a:pt x="50" y="17"/>
                      <a:pt x="50" y="17"/>
                    </a:cubicBezTo>
                    <a:cubicBezTo>
                      <a:pt x="52" y="13"/>
                      <a:pt x="53" y="9"/>
                      <a:pt x="53" y="5"/>
                    </a:cubicBezTo>
                    <a:cubicBezTo>
                      <a:pt x="53" y="5"/>
                      <a:pt x="53" y="5"/>
                      <a:pt x="53" y="5"/>
                    </a:cubicBezTo>
                    <a:cubicBezTo>
                      <a:pt x="53" y="5"/>
                      <a:pt x="53" y="5"/>
                      <a:pt x="53" y="5"/>
                    </a:cubicBezTo>
                    <a:cubicBezTo>
                      <a:pt x="53" y="5"/>
                      <a:pt x="54" y="5"/>
                      <a:pt x="54" y="5"/>
                    </a:cubicBezTo>
                    <a:cubicBezTo>
                      <a:pt x="54" y="0"/>
                      <a:pt x="54" y="0"/>
                      <a:pt x="54" y="0"/>
                    </a:cubicBezTo>
                    <a:cubicBezTo>
                      <a:pt x="54" y="0"/>
                      <a:pt x="53" y="0"/>
                      <a:pt x="52" y="0"/>
                    </a:cubicBezTo>
                    <a:cubicBezTo>
                      <a:pt x="52" y="0"/>
                      <a:pt x="52" y="0"/>
                      <a:pt x="52" y="0"/>
                    </a:cubicBezTo>
                    <a:cubicBezTo>
                      <a:pt x="0" y="0"/>
                      <a:pt x="0" y="0"/>
                      <a:pt x="0" y="0"/>
                    </a:cubicBezTo>
                    <a:cubicBezTo>
                      <a:pt x="0" y="1"/>
                      <a:pt x="0" y="3"/>
                      <a:pt x="0" y="5"/>
                    </a:cubicBezTo>
                    <a:cubicBezTo>
                      <a:pt x="0" y="19"/>
                      <a:pt x="12" y="31"/>
                      <a:pt x="26" y="31"/>
                    </a:cubicBezTo>
                    <a:close/>
                  </a:path>
                </a:pathLst>
              </a:custGeom>
              <a:solidFill>
                <a:schemeClr val="bg1">
                  <a:lumMod val="95000"/>
                </a:schemeClr>
              </a:solidFill>
              <a:ln>
                <a:noFill/>
              </a:ln>
            </p:spPr>
            <p:txBody>
              <a:bodyPr anchor="ctr"/>
              <a:lstStyle/>
              <a:p>
                <a:pPr algn="ctr">
                  <a:lnSpc>
                    <a:spcPct val="120000"/>
                  </a:lnSpc>
                </a:pPr>
                <a:endParaRPr sz="3200">
                  <a:cs typeface="+mn-ea"/>
                  <a:sym typeface="+mn-lt"/>
                </a:endParaRPr>
              </a:p>
            </p:txBody>
          </p:sp>
          <p:sp>
            <p:nvSpPr>
              <p:cNvPr id="166" name="isḻídé">
                <a:extLst>
                  <a:ext uri="{FF2B5EF4-FFF2-40B4-BE49-F238E27FC236}">
                    <a16:creationId xmlns:a16="http://schemas.microsoft.com/office/drawing/2014/main" id="{6F87CFF9-D216-48BF-B28B-400553BB0AC6}"/>
                  </a:ext>
                </a:extLst>
              </p:cNvPr>
              <p:cNvSpPr/>
              <p:nvPr/>
            </p:nvSpPr>
            <p:spPr bwMode="auto">
              <a:xfrm>
                <a:off x="8497987" y="5767270"/>
                <a:ext cx="324120" cy="28459"/>
              </a:xfrm>
              <a:prstGeom prst="rect">
                <a:avLst/>
              </a:prstGeom>
              <a:solidFill>
                <a:schemeClr val="bg1">
                  <a:lumMod val="95000"/>
                </a:schemeClr>
              </a:solidFill>
              <a:ln>
                <a:noFill/>
              </a:ln>
            </p:spPr>
            <p:txBody>
              <a:bodyPr anchor="ctr"/>
              <a:lstStyle/>
              <a:p>
                <a:pPr algn="ctr">
                  <a:lnSpc>
                    <a:spcPct val="120000"/>
                  </a:lnSpc>
                </a:pPr>
                <a:endParaRPr sz="3200">
                  <a:cs typeface="+mn-ea"/>
                  <a:sym typeface="+mn-lt"/>
                </a:endParaRPr>
              </a:p>
            </p:txBody>
          </p:sp>
          <p:sp>
            <p:nvSpPr>
              <p:cNvPr id="167" name="îṡḷîdê">
                <a:extLst>
                  <a:ext uri="{FF2B5EF4-FFF2-40B4-BE49-F238E27FC236}">
                    <a16:creationId xmlns:a16="http://schemas.microsoft.com/office/drawing/2014/main" id="{3C6CDBED-6DF1-4217-84FA-766C5B05471A}"/>
                  </a:ext>
                </a:extLst>
              </p:cNvPr>
              <p:cNvSpPr/>
              <p:nvPr/>
            </p:nvSpPr>
            <p:spPr bwMode="auto">
              <a:xfrm>
                <a:off x="8572297" y="5493744"/>
                <a:ext cx="56919" cy="67986"/>
              </a:xfrm>
              <a:custGeom>
                <a:avLst/>
                <a:gdLst>
                  <a:gd name="T0" fmla="*/ 3 w 10"/>
                  <a:gd name="T1" fmla="*/ 6 h 12"/>
                  <a:gd name="T2" fmla="*/ 5 w 10"/>
                  <a:gd name="T3" fmla="*/ 11 h 12"/>
                  <a:gd name="T4" fmla="*/ 9 w 10"/>
                  <a:gd name="T5" fmla="*/ 2 h 12"/>
                  <a:gd name="T6" fmla="*/ 9 w 10"/>
                  <a:gd name="T7" fmla="*/ 0 h 12"/>
                  <a:gd name="T8" fmla="*/ 3 w 10"/>
                  <a:gd name="T9" fmla="*/ 1 h 12"/>
                  <a:gd name="T10" fmla="*/ 3 w 10"/>
                  <a:gd name="T11" fmla="*/ 6 h 12"/>
                </a:gdLst>
                <a:ahLst/>
                <a:cxnLst>
                  <a:cxn ang="0">
                    <a:pos x="T0" y="T1"/>
                  </a:cxn>
                  <a:cxn ang="0">
                    <a:pos x="T2" y="T3"/>
                  </a:cxn>
                  <a:cxn ang="0">
                    <a:pos x="T4" y="T5"/>
                  </a:cxn>
                  <a:cxn ang="0">
                    <a:pos x="T6" y="T7"/>
                  </a:cxn>
                  <a:cxn ang="0">
                    <a:pos x="T8" y="T9"/>
                  </a:cxn>
                  <a:cxn ang="0">
                    <a:pos x="T10" y="T11"/>
                  </a:cxn>
                </a:cxnLst>
                <a:rect l="0" t="0" r="r" b="b"/>
                <a:pathLst>
                  <a:path w="10" h="12">
                    <a:moveTo>
                      <a:pt x="3" y="6"/>
                    </a:moveTo>
                    <a:cubicBezTo>
                      <a:pt x="0" y="7"/>
                      <a:pt x="2" y="12"/>
                      <a:pt x="5" y="11"/>
                    </a:cubicBezTo>
                    <a:cubicBezTo>
                      <a:pt x="9" y="9"/>
                      <a:pt x="10" y="5"/>
                      <a:pt x="9" y="2"/>
                    </a:cubicBezTo>
                    <a:cubicBezTo>
                      <a:pt x="9" y="1"/>
                      <a:pt x="9" y="1"/>
                      <a:pt x="9" y="0"/>
                    </a:cubicBezTo>
                    <a:cubicBezTo>
                      <a:pt x="7" y="1"/>
                      <a:pt x="5" y="1"/>
                      <a:pt x="3" y="1"/>
                    </a:cubicBezTo>
                    <a:cubicBezTo>
                      <a:pt x="4" y="3"/>
                      <a:pt x="5" y="5"/>
                      <a:pt x="3" y="6"/>
                    </a:cubicBezTo>
                    <a:close/>
                  </a:path>
                </a:pathLst>
              </a:custGeom>
              <a:solidFill>
                <a:schemeClr val="bg1">
                  <a:lumMod val="95000"/>
                </a:schemeClr>
              </a:solidFill>
              <a:ln>
                <a:noFill/>
              </a:ln>
            </p:spPr>
            <p:txBody>
              <a:bodyPr anchor="ctr"/>
              <a:lstStyle/>
              <a:p>
                <a:pPr algn="ctr">
                  <a:lnSpc>
                    <a:spcPct val="120000"/>
                  </a:lnSpc>
                </a:pPr>
                <a:endParaRPr sz="3200">
                  <a:cs typeface="+mn-ea"/>
                  <a:sym typeface="+mn-lt"/>
                </a:endParaRPr>
              </a:p>
            </p:txBody>
          </p:sp>
          <p:sp>
            <p:nvSpPr>
              <p:cNvPr id="168" name="îšlïḍê">
                <a:extLst>
                  <a:ext uri="{FF2B5EF4-FFF2-40B4-BE49-F238E27FC236}">
                    <a16:creationId xmlns:a16="http://schemas.microsoft.com/office/drawing/2014/main" id="{B05C796B-20B2-43BC-AF64-089DC5EA4D7F}"/>
                  </a:ext>
                </a:extLst>
              </p:cNvPr>
              <p:cNvSpPr/>
              <p:nvPr/>
            </p:nvSpPr>
            <p:spPr bwMode="auto">
              <a:xfrm>
                <a:off x="8657676" y="5476353"/>
                <a:ext cx="56919" cy="85378"/>
              </a:xfrm>
              <a:custGeom>
                <a:avLst/>
                <a:gdLst>
                  <a:gd name="T0" fmla="*/ 3 w 10"/>
                  <a:gd name="T1" fmla="*/ 9 h 15"/>
                  <a:gd name="T2" fmla="*/ 5 w 10"/>
                  <a:gd name="T3" fmla="*/ 14 h 15"/>
                  <a:gd name="T4" fmla="*/ 9 w 10"/>
                  <a:gd name="T5" fmla="*/ 5 h 15"/>
                  <a:gd name="T6" fmla="*/ 7 w 10"/>
                  <a:gd name="T7" fmla="*/ 0 h 15"/>
                  <a:gd name="T8" fmla="*/ 2 w 10"/>
                  <a:gd name="T9" fmla="*/ 1 h 15"/>
                  <a:gd name="T10" fmla="*/ 3 w 10"/>
                  <a:gd name="T11" fmla="*/ 9 h 15"/>
                </a:gdLst>
                <a:ahLst/>
                <a:cxnLst>
                  <a:cxn ang="0">
                    <a:pos x="T0" y="T1"/>
                  </a:cxn>
                  <a:cxn ang="0">
                    <a:pos x="T2" y="T3"/>
                  </a:cxn>
                  <a:cxn ang="0">
                    <a:pos x="T4" y="T5"/>
                  </a:cxn>
                  <a:cxn ang="0">
                    <a:pos x="T6" y="T7"/>
                  </a:cxn>
                  <a:cxn ang="0">
                    <a:pos x="T8" y="T9"/>
                  </a:cxn>
                  <a:cxn ang="0">
                    <a:pos x="T10" y="T11"/>
                  </a:cxn>
                </a:cxnLst>
                <a:rect l="0" t="0" r="r" b="b"/>
                <a:pathLst>
                  <a:path w="10" h="15">
                    <a:moveTo>
                      <a:pt x="3" y="9"/>
                    </a:moveTo>
                    <a:cubicBezTo>
                      <a:pt x="0" y="10"/>
                      <a:pt x="2" y="15"/>
                      <a:pt x="5" y="14"/>
                    </a:cubicBezTo>
                    <a:cubicBezTo>
                      <a:pt x="9" y="12"/>
                      <a:pt x="10" y="8"/>
                      <a:pt x="9" y="5"/>
                    </a:cubicBezTo>
                    <a:cubicBezTo>
                      <a:pt x="9" y="3"/>
                      <a:pt x="8" y="2"/>
                      <a:pt x="7" y="0"/>
                    </a:cubicBezTo>
                    <a:cubicBezTo>
                      <a:pt x="5" y="1"/>
                      <a:pt x="3" y="1"/>
                      <a:pt x="2" y="1"/>
                    </a:cubicBezTo>
                    <a:cubicBezTo>
                      <a:pt x="3" y="4"/>
                      <a:pt x="5" y="8"/>
                      <a:pt x="3" y="9"/>
                    </a:cubicBezTo>
                    <a:close/>
                  </a:path>
                </a:pathLst>
              </a:custGeom>
              <a:solidFill>
                <a:schemeClr val="bg1">
                  <a:lumMod val="95000"/>
                </a:schemeClr>
              </a:solidFill>
              <a:ln>
                <a:noFill/>
              </a:ln>
            </p:spPr>
            <p:txBody>
              <a:bodyPr anchor="ctr"/>
              <a:lstStyle/>
              <a:p>
                <a:pPr algn="ctr">
                  <a:lnSpc>
                    <a:spcPct val="120000"/>
                  </a:lnSpc>
                </a:pPr>
                <a:endParaRPr sz="3200">
                  <a:cs typeface="+mn-ea"/>
                  <a:sym typeface="+mn-lt"/>
                </a:endParaRPr>
              </a:p>
            </p:txBody>
          </p:sp>
          <p:sp>
            <p:nvSpPr>
              <p:cNvPr id="169" name="ïşļíḋe">
                <a:extLst>
                  <a:ext uri="{FF2B5EF4-FFF2-40B4-BE49-F238E27FC236}">
                    <a16:creationId xmlns:a16="http://schemas.microsoft.com/office/drawing/2014/main" id="{C5B48DB4-9A59-402E-BBAE-066931433453}"/>
                  </a:ext>
                </a:extLst>
              </p:cNvPr>
              <p:cNvSpPr/>
              <p:nvPr/>
            </p:nvSpPr>
            <p:spPr bwMode="auto">
              <a:xfrm>
                <a:off x="9802372" y="4907166"/>
                <a:ext cx="98027" cy="45851"/>
              </a:xfrm>
              <a:custGeom>
                <a:avLst/>
                <a:gdLst>
                  <a:gd name="T0" fmla="*/ 0 w 62"/>
                  <a:gd name="T1" fmla="*/ 18 h 29"/>
                  <a:gd name="T2" fmla="*/ 22 w 62"/>
                  <a:gd name="T3" fmla="*/ 29 h 29"/>
                  <a:gd name="T4" fmla="*/ 62 w 62"/>
                  <a:gd name="T5" fmla="*/ 29 h 29"/>
                  <a:gd name="T6" fmla="*/ 7 w 62"/>
                  <a:gd name="T7" fmla="*/ 0 h 29"/>
                  <a:gd name="T8" fmla="*/ 0 w 62"/>
                  <a:gd name="T9" fmla="*/ 18 h 29"/>
                </a:gdLst>
                <a:ahLst/>
                <a:cxnLst>
                  <a:cxn ang="0">
                    <a:pos x="T0" y="T1"/>
                  </a:cxn>
                  <a:cxn ang="0">
                    <a:pos x="T2" y="T3"/>
                  </a:cxn>
                  <a:cxn ang="0">
                    <a:pos x="T4" y="T5"/>
                  </a:cxn>
                  <a:cxn ang="0">
                    <a:pos x="T6" y="T7"/>
                  </a:cxn>
                  <a:cxn ang="0">
                    <a:pos x="T8" y="T9"/>
                  </a:cxn>
                </a:cxnLst>
                <a:rect l="0" t="0" r="r" b="b"/>
                <a:pathLst>
                  <a:path w="62" h="29">
                    <a:moveTo>
                      <a:pt x="0" y="18"/>
                    </a:moveTo>
                    <a:lnTo>
                      <a:pt x="22" y="29"/>
                    </a:lnTo>
                    <a:lnTo>
                      <a:pt x="62" y="29"/>
                    </a:lnTo>
                    <a:lnTo>
                      <a:pt x="7" y="0"/>
                    </a:lnTo>
                    <a:lnTo>
                      <a:pt x="0" y="18"/>
                    </a:lnTo>
                    <a:close/>
                  </a:path>
                </a:pathLst>
              </a:custGeom>
              <a:solidFill>
                <a:schemeClr val="bg1">
                  <a:lumMod val="95000"/>
                </a:schemeClr>
              </a:solidFill>
              <a:ln>
                <a:noFill/>
              </a:ln>
            </p:spPr>
            <p:txBody>
              <a:bodyPr anchor="ctr"/>
              <a:lstStyle/>
              <a:p>
                <a:pPr algn="ctr">
                  <a:lnSpc>
                    <a:spcPct val="120000"/>
                  </a:lnSpc>
                </a:pPr>
                <a:endParaRPr sz="3200">
                  <a:cs typeface="+mn-ea"/>
                  <a:sym typeface="+mn-lt"/>
                </a:endParaRPr>
              </a:p>
            </p:txBody>
          </p:sp>
          <p:sp>
            <p:nvSpPr>
              <p:cNvPr id="170" name="íśļîde">
                <a:extLst>
                  <a:ext uri="{FF2B5EF4-FFF2-40B4-BE49-F238E27FC236}">
                    <a16:creationId xmlns:a16="http://schemas.microsoft.com/office/drawing/2014/main" id="{93724642-C806-4F97-8BB8-8EC8984742AD}"/>
                  </a:ext>
                </a:extLst>
              </p:cNvPr>
              <p:cNvSpPr/>
              <p:nvPr/>
            </p:nvSpPr>
            <p:spPr bwMode="auto">
              <a:xfrm>
                <a:off x="9802372" y="4957760"/>
                <a:ext cx="240323" cy="120161"/>
              </a:xfrm>
              <a:custGeom>
                <a:avLst/>
                <a:gdLst>
                  <a:gd name="T0" fmla="*/ 62 w 152"/>
                  <a:gd name="T1" fmla="*/ 76 h 76"/>
                  <a:gd name="T2" fmla="*/ 123 w 152"/>
                  <a:gd name="T3" fmla="*/ 76 h 76"/>
                  <a:gd name="T4" fmla="*/ 123 w 152"/>
                  <a:gd name="T5" fmla="*/ 62 h 76"/>
                  <a:gd name="T6" fmla="*/ 152 w 152"/>
                  <a:gd name="T7" fmla="*/ 62 h 76"/>
                  <a:gd name="T8" fmla="*/ 152 w 152"/>
                  <a:gd name="T9" fmla="*/ 15 h 76"/>
                  <a:gd name="T10" fmla="*/ 123 w 152"/>
                  <a:gd name="T11" fmla="*/ 15 h 76"/>
                  <a:gd name="T12" fmla="*/ 123 w 152"/>
                  <a:gd name="T13" fmla="*/ 0 h 76"/>
                  <a:gd name="T14" fmla="*/ 69 w 152"/>
                  <a:gd name="T15" fmla="*/ 0 h 76"/>
                  <a:gd name="T16" fmla="*/ 62 w 152"/>
                  <a:gd name="T17" fmla="*/ 0 h 76"/>
                  <a:gd name="T18" fmla="*/ 62 w 152"/>
                  <a:gd name="T19" fmla="*/ 29 h 76"/>
                  <a:gd name="T20" fmla="*/ 90 w 152"/>
                  <a:gd name="T21" fmla="*/ 29 h 76"/>
                  <a:gd name="T22" fmla="*/ 90 w 152"/>
                  <a:gd name="T23" fmla="*/ 47 h 76"/>
                  <a:gd name="T24" fmla="*/ 62 w 152"/>
                  <a:gd name="T25" fmla="*/ 47 h 76"/>
                  <a:gd name="T26" fmla="*/ 62 w 152"/>
                  <a:gd name="T27" fmla="*/ 76 h 76"/>
                  <a:gd name="T28" fmla="*/ 0 w 152"/>
                  <a:gd name="T29" fmla="*/ 76 h 76"/>
                  <a:gd name="T30" fmla="*/ 62 w 152"/>
                  <a:gd name="T31" fmla="*/ 76 h 76"/>
                  <a:gd name="T32" fmla="*/ 62 w 152"/>
                  <a:gd name="T33" fmla="*/ 47 h 76"/>
                  <a:gd name="T34" fmla="*/ 29 w 152"/>
                  <a:gd name="T35" fmla="*/ 47 h 76"/>
                  <a:gd name="T36" fmla="*/ 29 w 152"/>
                  <a:gd name="T37" fmla="*/ 29 h 76"/>
                  <a:gd name="T38" fmla="*/ 29 w 152"/>
                  <a:gd name="T39" fmla="*/ 29 h 76"/>
                  <a:gd name="T40" fmla="*/ 62 w 152"/>
                  <a:gd name="T41" fmla="*/ 29 h 76"/>
                  <a:gd name="T42" fmla="*/ 62 w 152"/>
                  <a:gd name="T43" fmla="*/ 0 h 76"/>
                  <a:gd name="T44" fmla="*/ 33 w 152"/>
                  <a:gd name="T45" fmla="*/ 0 h 76"/>
                  <a:gd name="T46" fmla="*/ 0 w 152"/>
                  <a:gd name="T47" fmla="*/ 0 h 76"/>
                  <a:gd name="T48" fmla="*/ 0 w 152"/>
                  <a:gd name="T49" fmla="*/ 76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52" h="76">
                    <a:moveTo>
                      <a:pt x="62" y="76"/>
                    </a:moveTo>
                    <a:lnTo>
                      <a:pt x="123" y="76"/>
                    </a:lnTo>
                    <a:lnTo>
                      <a:pt x="123" y="62"/>
                    </a:lnTo>
                    <a:lnTo>
                      <a:pt x="152" y="62"/>
                    </a:lnTo>
                    <a:lnTo>
                      <a:pt x="152" y="15"/>
                    </a:lnTo>
                    <a:lnTo>
                      <a:pt x="123" y="15"/>
                    </a:lnTo>
                    <a:lnTo>
                      <a:pt x="123" y="0"/>
                    </a:lnTo>
                    <a:lnTo>
                      <a:pt x="69" y="0"/>
                    </a:lnTo>
                    <a:lnTo>
                      <a:pt x="62" y="0"/>
                    </a:lnTo>
                    <a:lnTo>
                      <a:pt x="62" y="29"/>
                    </a:lnTo>
                    <a:lnTo>
                      <a:pt x="90" y="29"/>
                    </a:lnTo>
                    <a:lnTo>
                      <a:pt x="90" y="47"/>
                    </a:lnTo>
                    <a:lnTo>
                      <a:pt x="62" y="47"/>
                    </a:lnTo>
                    <a:lnTo>
                      <a:pt x="62" y="76"/>
                    </a:lnTo>
                    <a:close/>
                    <a:moveTo>
                      <a:pt x="0" y="76"/>
                    </a:moveTo>
                    <a:lnTo>
                      <a:pt x="62" y="76"/>
                    </a:lnTo>
                    <a:lnTo>
                      <a:pt x="62" y="47"/>
                    </a:lnTo>
                    <a:lnTo>
                      <a:pt x="29" y="47"/>
                    </a:lnTo>
                    <a:lnTo>
                      <a:pt x="29" y="29"/>
                    </a:lnTo>
                    <a:lnTo>
                      <a:pt x="29" y="29"/>
                    </a:lnTo>
                    <a:lnTo>
                      <a:pt x="62" y="29"/>
                    </a:lnTo>
                    <a:lnTo>
                      <a:pt x="62" y="0"/>
                    </a:lnTo>
                    <a:lnTo>
                      <a:pt x="33" y="0"/>
                    </a:lnTo>
                    <a:lnTo>
                      <a:pt x="0" y="0"/>
                    </a:lnTo>
                    <a:lnTo>
                      <a:pt x="0" y="76"/>
                    </a:lnTo>
                    <a:close/>
                  </a:path>
                </a:pathLst>
              </a:custGeom>
              <a:solidFill>
                <a:schemeClr val="bg1">
                  <a:lumMod val="95000"/>
                </a:schemeClr>
              </a:solidFill>
              <a:ln>
                <a:noFill/>
              </a:ln>
            </p:spPr>
            <p:txBody>
              <a:bodyPr anchor="ctr"/>
              <a:lstStyle/>
              <a:p>
                <a:pPr algn="ctr">
                  <a:lnSpc>
                    <a:spcPct val="120000"/>
                  </a:lnSpc>
                </a:pPr>
                <a:endParaRPr sz="3200">
                  <a:cs typeface="+mn-ea"/>
                  <a:sym typeface="+mn-lt"/>
                </a:endParaRPr>
              </a:p>
            </p:txBody>
          </p:sp>
          <p:sp>
            <p:nvSpPr>
              <p:cNvPr id="171" name="ï$ļiḋe">
                <a:extLst>
                  <a:ext uri="{FF2B5EF4-FFF2-40B4-BE49-F238E27FC236}">
                    <a16:creationId xmlns:a16="http://schemas.microsoft.com/office/drawing/2014/main" id="{226B498D-7F61-42A7-8254-99E32107AE3A}"/>
                  </a:ext>
                </a:extLst>
              </p:cNvPr>
              <p:cNvSpPr/>
              <p:nvPr/>
            </p:nvSpPr>
            <p:spPr bwMode="auto">
              <a:xfrm>
                <a:off x="8885350" y="1773481"/>
                <a:ext cx="148621" cy="153364"/>
              </a:xfrm>
              <a:custGeom>
                <a:avLst/>
                <a:gdLst>
                  <a:gd name="T0" fmla="*/ 23 w 26"/>
                  <a:gd name="T1" fmla="*/ 19 h 27"/>
                  <a:gd name="T2" fmla="*/ 25 w 26"/>
                  <a:gd name="T3" fmla="*/ 20 h 27"/>
                  <a:gd name="T4" fmla="*/ 22 w 26"/>
                  <a:gd name="T5" fmla="*/ 24 h 27"/>
                  <a:gd name="T6" fmla="*/ 20 w 26"/>
                  <a:gd name="T7" fmla="*/ 22 h 27"/>
                  <a:gd name="T8" fmla="*/ 17 w 26"/>
                  <a:gd name="T9" fmla="*/ 24 h 27"/>
                  <a:gd name="T10" fmla="*/ 17 w 26"/>
                  <a:gd name="T11" fmla="*/ 26 h 27"/>
                  <a:gd name="T12" fmla="*/ 13 w 26"/>
                  <a:gd name="T13" fmla="*/ 27 h 27"/>
                  <a:gd name="T14" fmla="*/ 13 w 26"/>
                  <a:gd name="T15" fmla="*/ 21 h 27"/>
                  <a:gd name="T16" fmla="*/ 19 w 26"/>
                  <a:gd name="T17" fmla="*/ 18 h 27"/>
                  <a:gd name="T18" fmla="*/ 18 w 26"/>
                  <a:gd name="T19" fmla="*/ 8 h 27"/>
                  <a:gd name="T20" fmla="*/ 18 w 26"/>
                  <a:gd name="T21" fmla="*/ 8 h 27"/>
                  <a:gd name="T22" fmla="*/ 15 w 26"/>
                  <a:gd name="T23" fmla="*/ 6 h 27"/>
                  <a:gd name="T24" fmla="*/ 13 w 26"/>
                  <a:gd name="T25" fmla="*/ 6 h 27"/>
                  <a:gd name="T26" fmla="*/ 13 w 26"/>
                  <a:gd name="T27" fmla="*/ 0 h 27"/>
                  <a:gd name="T28" fmla="*/ 14 w 26"/>
                  <a:gd name="T29" fmla="*/ 0 h 27"/>
                  <a:gd name="T30" fmla="*/ 15 w 26"/>
                  <a:gd name="T31" fmla="*/ 2 h 27"/>
                  <a:gd name="T32" fmla="*/ 18 w 26"/>
                  <a:gd name="T33" fmla="*/ 3 h 27"/>
                  <a:gd name="T34" fmla="*/ 20 w 26"/>
                  <a:gd name="T35" fmla="*/ 2 h 27"/>
                  <a:gd name="T36" fmla="*/ 23 w 26"/>
                  <a:gd name="T37" fmla="*/ 5 h 27"/>
                  <a:gd name="T38" fmla="*/ 22 w 26"/>
                  <a:gd name="T39" fmla="*/ 7 h 27"/>
                  <a:gd name="T40" fmla="*/ 24 w 26"/>
                  <a:gd name="T41" fmla="*/ 10 h 27"/>
                  <a:gd name="T42" fmla="*/ 26 w 26"/>
                  <a:gd name="T43" fmla="*/ 10 h 27"/>
                  <a:gd name="T44" fmla="*/ 26 w 26"/>
                  <a:gd name="T45" fmla="*/ 15 h 27"/>
                  <a:gd name="T46" fmla="*/ 24 w 26"/>
                  <a:gd name="T47" fmla="*/ 15 h 27"/>
                  <a:gd name="T48" fmla="*/ 23 w 26"/>
                  <a:gd name="T49" fmla="*/ 19 h 27"/>
                  <a:gd name="T50" fmla="*/ 13 w 26"/>
                  <a:gd name="T51" fmla="*/ 27 h 27"/>
                  <a:gd name="T52" fmla="*/ 12 w 26"/>
                  <a:gd name="T53" fmla="*/ 27 h 27"/>
                  <a:gd name="T54" fmla="*/ 12 w 26"/>
                  <a:gd name="T55" fmla="*/ 25 h 27"/>
                  <a:gd name="T56" fmla="*/ 8 w 26"/>
                  <a:gd name="T57" fmla="*/ 24 h 27"/>
                  <a:gd name="T58" fmla="*/ 7 w 26"/>
                  <a:gd name="T59" fmla="*/ 25 h 27"/>
                  <a:gd name="T60" fmla="*/ 3 w 26"/>
                  <a:gd name="T61" fmla="*/ 22 h 27"/>
                  <a:gd name="T62" fmla="*/ 4 w 26"/>
                  <a:gd name="T63" fmla="*/ 20 h 27"/>
                  <a:gd name="T64" fmla="*/ 2 w 26"/>
                  <a:gd name="T65" fmla="*/ 17 h 27"/>
                  <a:gd name="T66" fmla="*/ 0 w 26"/>
                  <a:gd name="T67" fmla="*/ 17 h 27"/>
                  <a:gd name="T68" fmla="*/ 0 w 26"/>
                  <a:gd name="T69" fmla="*/ 12 h 27"/>
                  <a:gd name="T70" fmla="*/ 2 w 26"/>
                  <a:gd name="T71" fmla="*/ 12 h 27"/>
                  <a:gd name="T72" fmla="*/ 3 w 26"/>
                  <a:gd name="T73" fmla="*/ 8 h 27"/>
                  <a:gd name="T74" fmla="*/ 2 w 26"/>
                  <a:gd name="T75" fmla="*/ 7 h 27"/>
                  <a:gd name="T76" fmla="*/ 5 w 26"/>
                  <a:gd name="T77" fmla="*/ 3 h 27"/>
                  <a:gd name="T78" fmla="*/ 6 w 26"/>
                  <a:gd name="T79" fmla="*/ 4 h 27"/>
                  <a:gd name="T80" fmla="*/ 10 w 26"/>
                  <a:gd name="T81" fmla="*/ 3 h 27"/>
                  <a:gd name="T82" fmla="*/ 10 w 26"/>
                  <a:gd name="T83" fmla="*/ 1 h 27"/>
                  <a:gd name="T84" fmla="*/ 13 w 26"/>
                  <a:gd name="T85" fmla="*/ 0 h 27"/>
                  <a:gd name="T86" fmla="*/ 13 w 26"/>
                  <a:gd name="T87" fmla="*/ 6 h 27"/>
                  <a:gd name="T88" fmla="*/ 7 w 26"/>
                  <a:gd name="T89" fmla="*/ 9 h 27"/>
                  <a:gd name="T90" fmla="*/ 8 w 26"/>
                  <a:gd name="T91" fmla="*/ 19 h 27"/>
                  <a:gd name="T92" fmla="*/ 11 w 26"/>
                  <a:gd name="T93" fmla="*/ 21 h 27"/>
                  <a:gd name="T94" fmla="*/ 13 w 26"/>
                  <a:gd name="T95" fmla="*/ 21 h 27"/>
                  <a:gd name="T96" fmla="*/ 13 w 26"/>
                  <a:gd name="T97"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6" h="27">
                    <a:moveTo>
                      <a:pt x="23" y="19"/>
                    </a:moveTo>
                    <a:cubicBezTo>
                      <a:pt x="25" y="20"/>
                      <a:pt x="25" y="20"/>
                      <a:pt x="25" y="20"/>
                    </a:cubicBezTo>
                    <a:cubicBezTo>
                      <a:pt x="22" y="24"/>
                      <a:pt x="22" y="24"/>
                      <a:pt x="22" y="24"/>
                    </a:cubicBezTo>
                    <a:cubicBezTo>
                      <a:pt x="20" y="22"/>
                      <a:pt x="20" y="22"/>
                      <a:pt x="20" y="22"/>
                    </a:cubicBezTo>
                    <a:cubicBezTo>
                      <a:pt x="19" y="23"/>
                      <a:pt x="18" y="24"/>
                      <a:pt x="17" y="24"/>
                    </a:cubicBezTo>
                    <a:cubicBezTo>
                      <a:pt x="17" y="26"/>
                      <a:pt x="17" y="26"/>
                      <a:pt x="17" y="26"/>
                    </a:cubicBezTo>
                    <a:cubicBezTo>
                      <a:pt x="13" y="27"/>
                      <a:pt x="13" y="27"/>
                      <a:pt x="13" y="27"/>
                    </a:cubicBezTo>
                    <a:cubicBezTo>
                      <a:pt x="13" y="21"/>
                      <a:pt x="13" y="21"/>
                      <a:pt x="13" y="21"/>
                    </a:cubicBezTo>
                    <a:cubicBezTo>
                      <a:pt x="15" y="21"/>
                      <a:pt x="17" y="20"/>
                      <a:pt x="19" y="18"/>
                    </a:cubicBezTo>
                    <a:cubicBezTo>
                      <a:pt x="22" y="15"/>
                      <a:pt x="21" y="10"/>
                      <a:pt x="18" y="8"/>
                    </a:cubicBezTo>
                    <a:cubicBezTo>
                      <a:pt x="18" y="8"/>
                      <a:pt x="18" y="8"/>
                      <a:pt x="18" y="8"/>
                    </a:cubicBezTo>
                    <a:cubicBezTo>
                      <a:pt x="17" y="7"/>
                      <a:pt x="16" y="7"/>
                      <a:pt x="15" y="6"/>
                    </a:cubicBezTo>
                    <a:cubicBezTo>
                      <a:pt x="15" y="6"/>
                      <a:pt x="14" y="6"/>
                      <a:pt x="13" y="6"/>
                    </a:cubicBezTo>
                    <a:cubicBezTo>
                      <a:pt x="13" y="0"/>
                      <a:pt x="13" y="0"/>
                      <a:pt x="13" y="0"/>
                    </a:cubicBezTo>
                    <a:cubicBezTo>
                      <a:pt x="14" y="0"/>
                      <a:pt x="14" y="0"/>
                      <a:pt x="14" y="0"/>
                    </a:cubicBezTo>
                    <a:cubicBezTo>
                      <a:pt x="15" y="2"/>
                      <a:pt x="15" y="2"/>
                      <a:pt x="15" y="2"/>
                    </a:cubicBezTo>
                    <a:cubicBezTo>
                      <a:pt x="16" y="2"/>
                      <a:pt x="17" y="3"/>
                      <a:pt x="18" y="3"/>
                    </a:cubicBezTo>
                    <a:cubicBezTo>
                      <a:pt x="20" y="2"/>
                      <a:pt x="20" y="2"/>
                      <a:pt x="20" y="2"/>
                    </a:cubicBezTo>
                    <a:cubicBezTo>
                      <a:pt x="23" y="5"/>
                      <a:pt x="23" y="5"/>
                      <a:pt x="23" y="5"/>
                    </a:cubicBezTo>
                    <a:cubicBezTo>
                      <a:pt x="22" y="7"/>
                      <a:pt x="22" y="7"/>
                      <a:pt x="22" y="7"/>
                    </a:cubicBezTo>
                    <a:cubicBezTo>
                      <a:pt x="23" y="8"/>
                      <a:pt x="24" y="9"/>
                      <a:pt x="24" y="10"/>
                    </a:cubicBezTo>
                    <a:cubicBezTo>
                      <a:pt x="26" y="10"/>
                      <a:pt x="26" y="10"/>
                      <a:pt x="26" y="10"/>
                    </a:cubicBezTo>
                    <a:cubicBezTo>
                      <a:pt x="26" y="15"/>
                      <a:pt x="26" y="15"/>
                      <a:pt x="26" y="15"/>
                    </a:cubicBezTo>
                    <a:cubicBezTo>
                      <a:pt x="24" y="15"/>
                      <a:pt x="24" y="15"/>
                      <a:pt x="24" y="15"/>
                    </a:cubicBezTo>
                    <a:cubicBezTo>
                      <a:pt x="24" y="16"/>
                      <a:pt x="24" y="18"/>
                      <a:pt x="23" y="19"/>
                    </a:cubicBezTo>
                    <a:close/>
                    <a:moveTo>
                      <a:pt x="13" y="27"/>
                    </a:moveTo>
                    <a:cubicBezTo>
                      <a:pt x="12" y="27"/>
                      <a:pt x="12" y="27"/>
                      <a:pt x="12" y="27"/>
                    </a:cubicBezTo>
                    <a:cubicBezTo>
                      <a:pt x="12" y="25"/>
                      <a:pt x="12" y="25"/>
                      <a:pt x="12" y="25"/>
                    </a:cubicBezTo>
                    <a:cubicBezTo>
                      <a:pt x="10" y="25"/>
                      <a:pt x="9" y="24"/>
                      <a:pt x="8" y="24"/>
                    </a:cubicBezTo>
                    <a:cubicBezTo>
                      <a:pt x="7" y="25"/>
                      <a:pt x="7" y="25"/>
                      <a:pt x="7" y="25"/>
                    </a:cubicBezTo>
                    <a:cubicBezTo>
                      <a:pt x="3" y="22"/>
                      <a:pt x="3" y="22"/>
                      <a:pt x="3" y="22"/>
                    </a:cubicBezTo>
                    <a:cubicBezTo>
                      <a:pt x="4" y="20"/>
                      <a:pt x="4" y="20"/>
                      <a:pt x="4" y="20"/>
                    </a:cubicBezTo>
                    <a:cubicBezTo>
                      <a:pt x="3" y="19"/>
                      <a:pt x="3" y="18"/>
                      <a:pt x="2" y="17"/>
                    </a:cubicBezTo>
                    <a:cubicBezTo>
                      <a:pt x="0" y="17"/>
                      <a:pt x="0" y="17"/>
                      <a:pt x="0" y="17"/>
                    </a:cubicBezTo>
                    <a:cubicBezTo>
                      <a:pt x="0" y="12"/>
                      <a:pt x="0" y="12"/>
                      <a:pt x="0" y="12"/>
                    </a:cubicBezTo>
                    <a:cubicBezTo>
                      <a:pt x="2" y="12"/>
                      <a:pt x="2" y="12"/>
                      <a:pt x="2" y="12"/>
                    </a:cubicBezTo>
                    <a:cubicBezTo>
                      <a:pt x="2" y="11"/>
                      <a:pt x="2" y="9"/>
                      <a:pt x="3" y="8"/>
                    </a:cubicBezTo>
                    <a:cubicBezTo>
                      <a:pt x="2" y="7"/>
                      <a:pt x="2" y="7"/>
                      <a:pt x="2" y="7"/>
                    </a:cubicBezTo>
                    <a:cubicBezTo>
                      <a:pt x="5" y="3"/>
                      <a:pt x="5" y="3"/>
                      <a:pt x="5" y="3"/>
                    </a:cubicBezTo>
                    <a:cubicBezTo>
                      <a:pt x="6" y="4"/>
                      <a:pt x="6" y="4"/>
                      <a:pt x="6" y="4"/>
                    </a:cubicBezTo>
                    <a:cubicBezTo>
                      <a:pt x="7" y="4"/>
                      <a:pt x="8" y="3"/>
                      <a:pt x="10" y="3"/>
                    </a:cubicBezTo>
                    <a:cubicBezTo>
                      <a:pt x="10" y="1"/>
                      <a:pt x="10" y="1"/>
                      <a:pt x="10" y="1"/>
                    </a:cubicBezTo>
                    <a:cubicBezTo>
                      <a:pt x="13" y="0"/>
                      <a:pt x="13" y="0"/>
                      <a:pt x="13" y="0"/>
                    </a:cubicBezTo>
                    <a:cubicBezTo>
                      <a:pt x="13" y="6"/>
                      <a:pt x="13" y="6"/>
                      <a:pt x="13" y="6"/>
                    </a:cubicBezTo>
                    <a:cubicBezTo>
                      <a:pt x="11" y="6"/>
                      <a:pt x="9" y="7"/>
                      <a:pt x="7" y="9"/>
                    </a:cubicBezTo>
                    <a:cubicBezTo>
                      <a:pt x="5" y="12"/>
                      <a:pt x="5" y="17"/>
                      <a:pt x="8" y="19"/>
                    </a:cubicBezTo>
                    <a:cubicBezTo>
                      <a:pt x="9" y="20"/>
                      <a:pt x="10" y="20"/>
                      <a:pt x="11" y="21"/>
                    </a:cubicBezTo>
                    <a:cubicBezTo>
                      <a:pt x="12" y="21"/>
                      <a:pt x="12" y="21"/>
                      <a:pt x="13" y="21"/>
                    </a:cubicBezTo>
                    <a:lnTo>
                      <a:pt x="13" y="27"/>
                    </a:lnTo>
                    <a:close/>
                  </a:path>
                </a:pathLst>
              </a:custGeom>
              <a:solidFill>
                <a:schemeClr val="bg1">
                  <a:lumMod val="95000"/>
                </a:schemeClr>
              </a:solidFill>
              <a:ln>
                <a:noFill/>
              </a:ln>
            </p:spPr>
            <p:txBody>
              <a:bodyPr anchor="ctr"/>
              <a:lstStyle/>
              <a:p>
                <a:pPr algn="ctr">
                  <a:lnSpc>
                    <a:spcPct val="120000"/>
                  </a:lnSpc>
                </a:pPr>
                <a:endParaRPr sz="3200">
                  <a:cs typeface="+mn-ea"/>
                  <a:sym typeface="+mn-lt"/>
                </a:endParaRPr>
              </a:p>
            </p:txBody>
          </p:sp>
          <p:sp>
            <p:nvSpPr>
              <p:cNvPr id="172" name="îSlïḑê">
                <a:extLst>
                  <a:ext uri="{FF2B5EF4-FFF2-40B4-BE49-F238E27FC236}">
                    <a16:creationId xmlns:a16="http://schemas.microsoft.com/office/drawing/2014/main" id="{B9225864-929D-49D3-9E27-7236834E1E8B}"/>
                  </a:ext>
                </a:extLst>
              </p:cNvPr>
              <p:cNvSpPr/>
              <p:nvPr/>
            </p:nvSpPr>
            <p:spPr bwMode="auto">
              <a:xfrm>
                <a:off x="9358090" y="2029614"/>
                <a:ext cx="177080" cy="131229"/>
              </a:xfrm>
              <a:custGeom>
                <a:avLst/>
                <a:gdLst>
                  <a:gd name="T0" fmla="*/ 16 w 31"/>
                  <a:gd name="T1" fmla="*/ 0 h 23"/>
                  <a:gd name="T2" fmla="*/ 0 w 31"/>
                  <a:gd name="T3" fmla="*/ 15 h 23"/>
                  <a:gd name="T4" fmla="*/ 2 w 31"/>
                  <a:gd name="T5" fmla="*/ 23 h 23"/>
                  <a:gd name="T6" fmla="*/ 2 w 31"/>
                  <a:gd name="T7" fmla="*/ 19 h 23"/>
                  <a:gd name="T8" fmla="*/ 3 w 31"/>
                  <a:gd name="T9" fmla="*/ 17 h 23"/>
                  <a:gd name="T10" fmla="*/ 3 w 31"/>
                  <a:gd name="T11" fmla="*/ 15 h 23"/>
                  <a:gd name="T12" fmla="*/ 16 w 31"/>
                  <a:gd name="T13" fmla="*/ 3 h 23"/>
                  <a:gd name="T14" fmla="*/ 28 w 31"/>
                  <a:gd name="T15" fmla="*/ 15 h 23"/>
                  <a:gd name="T16" fmla="*/ 28 w 31"/>
                  <a:gd name="T17" fmla="*/ 17 h 23"/>
                  <a:gd name="T18" fmla="*/ 29 w 31"/>
                  <a:gd name="T19" fmla="*/ 19 h 23"/>
                  <a:gd name="T20" fmla="*/ 29 w 31"/>
                  <a:gd name="T21" fmla="*/ 23 h 23"/>
                  <a:gd name="T22" fmla="*/ 31 w 31"/>
                  <a:gd name="T23" fmla="*/ 15 h 23"/>
                  <a:gd name="T24" fmla="*/ 16 w 31"/>
                  <a:gd name="T25"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1" h="23">
                    <a:moveTo>
                      <a:pt x="16" y="0"/>
                    </a:moveTo>
                    <a:cubicBezTo>
                      <a:pt x="7" y="0"/>
                      <a:pt x="0" y="7"/>
                      <a:pt x="0" y="15"/>
                    </a:cubicBezTo>
                    <a:cubicBezTo>
                      <a:pt x="0" y="18"/>
                      <a:pt x="1" y="21"/>
                      <a:pt x="2" y="23"/>
                    </a:cubicBezTo>
                    <a:cubicBezTo>
                      <a:pt x="2" y="19"/>
                      <a:pt x="2" y="19"/>
                      <a:pt x="2" y="19"/>
                    </a:cubicBezTo>
                    <a:cubicBezTo>
                      <a:pt x="2" y="18"/>
                      <a:pt x="3" y="17"/>
                      <a:pt x="3" y="17"/>
                    </a:cubicBezTo>
                    <a:cubicBezTo>
                      <a:pt x="3" y="16"/>
                      <a:pt x="3" y="16"/>
                      <a:pt x="3" y="15"/>
                    </a:cubicBezTo>
                    <a:cubicBezTo>
                      <a:pt x="3" y="8"/>
                      <a:pt x="9" y="3"/>
                      <a:pt x="16" y="3"/>
                    </a:cubicBezTo>
                    <a:cubicBezTo>
                      <a:pt x="23" y="3"/>
                      <a:pt x="28" y="8"/>
                      <a:pt x="28" y="15"/>
                    </a:cubicBezTo>
                    <a:cubicBezTo>
                      <a:pt x="28" y="16"/>
                      <a:pt x="28" y="16"/>
                      <a:pt x="28" y="17"/>
                    </a:cubicBezTo>
                    <a:cubicBezTo>
                      <a:pt x="29" y="17"/>
                      <a:pt x="29" y="18"/>
                      <a:pt x="29" y="19"/>
                    </a:cubicBezTo>
                    <a:cubicBezTo>
                      <a:pt x="29" y="23"/>
                      <a:pt x="29" y="23"/>
                      <a:pt x="29" y="23"/>
                    </a:cubicBezTo>
                    <a:cubicBezTo>
                      <a:pt x="30" y="21"/>
                      <a:pt x="31" y="18"/>
                      <a:pt x="31" y="15"/>
                    </a:cubicBezTo>
                    <a:cubicBezTo>
                      <a:pt x="31" y="7"/>
                      <a:pt x="24" y="0"/>
                      <a:pt x="16" y="0"/>
                    </a:cubicBezTo>
                    <a:close/>
                  </a:path>
                </a:pathLst>
              </a:custGeom>
              <a:solidFill>
                <a:schemeClr val="bg1">
                  <a:lumMod val="95000"/>
                </a:schemeClr>
              </a:solidFill>
              <a:ln>
                <a:noFill/>
              </a:ln>
            </p:spPr>
            <p:txBody>
              <a:bodyPr anchor="ctr"/>
              <a:lstStyle/>
              <a:p>
                <a:pPr algn="ctr">
                  <a:lnSpc>
                    <a:spcPct val="120000"/>
                  </a:lnSpc>
                </a:pPr>
                <a:endParaRPr sz="3200">
                  <a:cs typeface="+mn-ea"/>
                  <a:sym typeface="+mn-lt"/>
                </a:endParaRPr>
              </a:p>
            </p:txBody>
          </p:sp>
          <p:sp>
            <p:nvSpPr>
              <p:cNvPr id="173" name="ïṡḷiḑè">
                <a:extLst>
                  <a:ext uri="{FF2B5EF4-FFF2-40B4-BE49-F238E27FC236}">
                    <a16:creationId xmlns:a16="http://schemas.microsoft.com/office/drawing/2014/main" id="{5053FD48-8C42-42F3-93F5-EEAC950D6E72}"/>
                  </a:ext>
                </a:extLst>
              </p:cNvPr>
              <p:cNvSpPr/>
              <p:nvPr/>
            </p:nvSpPr>
            <p:spPr bwMode="auto">
              <a:xfrm>
                <a:off x="9375483" y="2121317"/>
                <a:ext cx="39526" cy="67986"/>
              </a:xfrm>
              <a:custGeom>
                <a:avLst/>
                <a:gdLst>
                  <a:gd name="T0" fmla="*/ 0 w 7"/>
                  <a:gd name="T1" fmla="*/ 2 h 12"/>
                  <a:gd name="T2" fmla="*/ 0 w 7"/>
                  <a:gd name="T3" fmla="*/ 3 h 12"/>
                  <a:gd name="T4" fmla="*/ 0 w 7"/>
                  <a:gd name="T5" fmla="*/ 7 h 12"/>
                  <a:gd name="T6" fmla="*/ 0 w 7"/>
                  <a:gd name="T7" fmla="*/ 8 h 12"/>
                  <a:gd name="T8" fmla="*/ 5 w 7"/>
                  <a:gd name="T9" fmla="*/ 12 h 12"/>
                  <a:gd name="T10" fmla="*/ 7 w 7"/>
                  <a:gd name="T11" fmla="*/ 12 h 12"/>
                  <a:gd name="T12" fmla="*/ 7 w 7"/>
                  <a:gd name="T13" fmla="*/ 0 h 12"/>
                  <a:gd name="T14" fmla="*/ 5 w 7"/>
                  <a:gd name="T15" fmla="*/ 0 h 12"/>
                  <a:gd name="T16" fmla="*/ 0 w 7"/>
                  <a:gd name="T17" fmla="*/ 2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 h="12">
                    <a:moveTo>
                      <a:pt x="0" y="2"/>
                    </a:moveTo>
                    <a:cubicBezTo>
                      <a:pt x="0" y="2"/>
                      <a:pt x="0" y="2"/>
                      <a:pt x="0" y="3"/>
                    </a:cubicBezTo>
                    <a:cubicBezTo>
                      <a:pt x="0" y="7"/>
                      <a:pt x="0" y="7"/>
                      <a:pt x="0" y="7"/>
                    </a:cubicBezTo>
                    <a:cubicBezTo>
                      <a:pt x="0" y="8"/>
                      <a:pt x="0" y="8"/>
                      <a:pt x="0" y="8"/>
                    </a:cubicBezTo>
                    <a:cubicBezTo>
                      <a:pt x="0" y="10"/>
                      <a:pt x="2" y="12"/>
                      <a:pt x="5" y="12"/>
                    </a:cubicBezTo>
                    <a:cubicBezTo>
                      <a:pt x="7" y="12"/>
                      <a:pt x="7" y="12"/>
                      <a:pt x="7" y="12"/>
                    </a:cubicBezTo>
                    <a:cubicBezTo>
                      <a:pt x="7" y="0"/>
                      <a:pt x="7" y="0"/>
                      <a:pt x="7" y="0"/>
                    </a:cubicBezTo>
                    <a:cubicBezTo>
                      <a:pt x="5" y="0"/>
                      <a:pt x="5" y="0"/>
                      <a:pt x="5" y="0"/>
                    </a:cubicBezTo>
                    <a:cubicBezTo>
                      <a:pt x="3" y="0"/>
                      <a:pt x="1" y="1"/>
                      <a:pt x="0" y="2"/>
                    </a:cubicBezTo>
                    <a:close/>
                  </a:path>
                </a:pathLst>
              </a:custGeom>
              <a:solidFill>
                <a:schemeClr val="bg1">
                  <a:lumMod val="95000"/>
                </a:schemeClr>
              </a:solidFill>
              <a:ln>
                <a:noFill/>
              </a:ln>
            </p:spPr>
            <p:txBody>
              <a:bodyPr anchor="ctr"/>
              <a:lstStyle/>
              <a:p>
                <a:pPr algn="ctr">
                  <a:lnSpc>
                    <a:spcPct val="120000"/>
                  </a:lnSpc>
                </a:pPr>
                <a:endParaRPr sz="3200">
                  <a:cs typeface="+mn-ea"/>
                  <a:sym typeface="+mn-lt"/>
                </a:endParaRPr>
              </a:p>
            </p:txBody>
          </p:sp>
          <p:sp>
            <p:nvSpPr>
              <p:cNvPr id="174" name="íṩļiḍe">
                <a:extLst>
                  <a:ext uri="{FF2B5EF4-FFF2-40B4-BE49-F238E27FC236}">
                    <a16:creationId xmlns:a16="http://schemas.microsoft.com/office/drawing/2014/main" id="{22755534-5684-478F-930A-3D9846C86844}"/>
                  </a:ext>
                </a:extLst>
              </p:cNvPr>
              <p:cNvSpPr/>
              <p:nvPr/>
            </p:nvSpPr>
            <p:spPr bwMode="auto">
              <a:xfrm>
                <a:off x="9478253" y="2121317"/>
                <a:ext cx="39526" cy="67986"/>
              </a:xfrm>
              <a:custGeom>
                <a:avLst/>
                <a:gdLst>
                  <a:gd name="T0" fmla="*/ 7 w 7"/>
                  <a:gd name="T1" fmla="*/ 8 h 12"/>
                  <a:gd name="T2" fmla="*/ 7 w 7"/>
                  <a:gd name="T3" fmla="*/ 7 h 12"/>
                  <a:gd name="T4" fmla="*/ 7 w 7"/>
                  <a:gd name="T5" fmla="*/ 3 h 12"/>
                  <a:gd name="T6" fmla="*/ 7 w 7"/>
                  <a:gd name="T7" fmla="*/ 2 h 12"/>
                  <a:gd name="T8" fmla="*/ 2 w 7"/>
                  <a:gd name="T9" fmla="*/ 0 h 12"/>
                  <a:gd name="T10" fmla="*/ 0 w 7"/>
                  <a:gd name="T11" fmla="*/ 0 h 12"/>
                  <a:gd name="T12" fmla="*/ 0 w 7"/>
                  <a:gd name="T13" fmla="*/ 12 h 12"/>
                  <a:gd name="T14" fmla="*/ 2 w 7"/>
                  <a:gd name="T15" fmla="*/ 12 h 12"/>
                  <a:gd name="T16" fmla="*/ 7 w 7"/>
                  <a:gd name="T17" fmla="*/ 8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 h="12">
                    <a:moveTo>
                      <a:pt x="7" y="8"/>
                    </a:moveTo>
                    <a:cubicBezTo>
                      <a:pt x="7" y="7"/>
                      <a:pt x="7" y="7"/>
                      <a:pt x="7" y="7"/>
                    </a:cubicBezTo>
                    <a:cubicBezTo>
                      <a:pt x="7" y="3"/>
                      <a:pt x="7" y="3"/>
                      <a:pt x="7" y="3"/>
                    </a:cubicBezTo>
                    <a:cubicBezTo>
                      <a:pt x="7" y="3"/>
                      <a:pt x="7" y="2"/>
                      <a:pt x="7" y="2"/>
                    </a:cubicBezTo>
                    <a:cubicBezTo>
                      <a:pt x="7" y="1"/>
                      <a:pt x="5" y="0"/>
                      <a:pt x="2" y="0"/>
                    </a:cubicBezTo>
                    <a:cubicBezTo>
                      <a:pt x="0" y="0"/>
                      <a:pt x="0" y="0"/>
                      <a:pt x="0" y="0"/>
                    </a:cubicBezTo>
                    <a:cubicBezTo>
                      <a:pt x="0" y="12"/>
                      <a:pt x="0" y="12"/>
                      <a:pt x="0" y="12"/>
                    </a:cubicBezTo>
                    <a:cubicBezTo>
                      <a:pt x="2" y="12"/>
                      <a:pt x="2" y="12"/>
                      <a:pt x="2" y="12"/>
                    </a:cubicBezTo>
                    <a:cubicBezTo>
                      <a:pt x="5" y="12"/>
                      <a:pt x="7" y="10"/>
                      <a:pt x="7" y="8"/>
                    </a:cubicBezTo>
                    <a:close/>
                  </a:path>
                </a:pathLst>
              </a:custGeom>
              <a:solidFill>
                <a:schemeClr val="bg1">
                  <a:lumMod val="95000"/>
                </a:schemeClr>
              </a:solidFill>
              <a:ln>
                <a:noFill/>
              </a:ln>
            </p:spPr>
            <p:txBody>
              <a:bodyPr anchor="ctr"/>
              <a:lstStyle/>
              <a:p>
                <a:pPr algn="ctr">
                  <a:lnSpc>
                    <a:spcPct val="120000"/>
                  </a:lnSpc>
                </a:pPr>
                <a:endParaRPr sz="3200">
                  <a:cs typeface="+mn-ea"/>
                  <a:sym typeface="+mn-lt"/>
                </a:endParaRPr>
              </a:p>
            </p:txBody>
          </p:sp>
          <p:sp>
            <p:nvSpPr>
              <p:cNvPr id="175" name="ï$líḑê">
                <a:extLst>
                  <a:ext uri="{FF2B5EF4-FFF2-40B4-BE49-F238E27FC236}">
                    <a16:creationId xmlns:a16="http://schemas.microsoft.com/office/drawing/2014/main" id="{F472FFFB-8FC0-4115-96F9-E5728AEC25E4}"/>
                  </a:ext>
                </a:extLst>
              </p:cNvPr>
              <p:cNvSpPr/>
              <p:nvPr/>
            </p:nvSpPr>
            <p:spPr bwMode="auto">
              <a:xfrm>
                <a:off x="10075898" y="4154575"/>
                <a:ext cx="240323" cy="177080"/>
              </a:xfrm>
              <a:custGeom>
                <a:avLst/>
                <a:gdLst>
                  <a:gd name="T0" fmla="*/ 28 w 42"/>
                  <a:gd name="T1" fmla="*/ 31 h 31"/>
                  <a:gd name="T2" fmla="*/ 42 w 42"/>
                  <a:gd name="T3" fmla="*/ 31 h 31"/>
                  <a:gd name="T4" fmla="*/ 42 w 42"/>
                  <a:gd name="T5" fmla="*/ 0 h 31"/>
                  <a:gd name="T6" fmla="*/ 28 w 42"/>
                  <a:gd name="T7" fmla="*/ 0 h 31"/>
                  <a:gd name="T8" fmla="*/ 28 w 42"/>
                  <a:gd name="T9" fmla="*/ 13 h 31"/>
                  <a:gd name="T10" fmla="*/ 38 w 42"/>
                  <a:gd name="T11" fmla="*/ 27 h 31"/>
                  <a:gd name="T12" fmla="*/ 28 w 42"/>
                  <a:gd name="T13" fmla="*/ 27 h 31"/>
                  <a:gd name="T14" fmla="*/ 28 w 42"/>
                  <a:gd name="T15" fmla="*/ 31 h 31"/>
                  <a:gd name="T16" fmla="*/ 19 w 42"/>
                  <a:gd name="T17" fmla="*/ 31 h 31"/>
                  <a:gd name="T18" fmla="*/ 28 w 42"/>
                  <a:gd name="T19" fmla="*/ 31 h 31"/>
                  <a:gd name="T20" fmla="*/ 28 w 42"/>
                  <a:gd name="T21" fmla="*/ 27 h 31"/>
                  <a:gd name="T22" fmla="*/ 22 w 42"/>
                  <a:gd name="T23" fmla="*/ 27 h 31"/>
                  <a:gd name="T24" fmla="*/ 21 w 42"/>
                  <a:gd name="T25" fmla="*/ 26 h 31"/>
                  <a:gd name="T26" fmla="*/ 19 w 42"/>
                  <a:gd name="T27" fmla="*/ 23 h 31"/>
                  <a:gd name="T28" fmla="*/ 19 w 42"/>
                  <a:gd name="T29" fmla="*/ 25 h 31"/>
                  <a:gd name="T30" fmla="*/ 20 w 42"/>
                  <a:gd name="T31" fmla="*/ 27 h 31"/>
                  <a:gd name="T32" fmla="*/ 19 w 42"/>
                  <a:gd name="T33" fmla="*/ 27 h 31"/>
                  <a:gd name="T34" fmla="*/ 19 w 42"/>
                  <a:gd name="T35" fmla="*/ 31 h 31"/>
                  <a:gd name="T36" fmla="*/ 28 w 42"/>
                  <a:gd name="T37" fmla="*/ 0 h 31"/>
                  <a:gd name="T38" fmla="*/ 19 w 42"/>
                  <a:gd name="T39" fmla="*/ 0 h 31"/>
                  <a:gd name="T40" fmla="*/ 19 w 42"/>
                  <a:gd name="T41" fmla="*/ 20 h 31"/>
                  <a:gd name="T42" fmla="*/ 26 w 42"/>
                  <a:gd name="T43" fmla="*/ 10 h 31"/>
                  <a:gd name="T44" fmla="*/ 26 w 42"/>
                  <a:gd name="T45" fmla="*/ 10 h 31"/>
                  <a:gd name="T46" fmla="*/ 28 w 42"/>
                  <a:gd name="T47" fmla="*/ 13 h 31"/>
                  <a:gd name="T48" fmla="*/ 28 w 42"/>
                  <a:gd name="T49" fmla="*/ 0 h 31"/>
                  <a:gd name="T50" fmla="*/ 12 w 42"/>
                  <a:gd name="T51" fmla="*/ 31 h 31"/>
                  <a:gd name="T52" fmla="*/ 19 w 42"/>
                  <a:gd name="T53" fmla="*/ 31 h 31"/>
                  <a:gd name="T54" fmla="*/ 19 w 42"/>
                  <a:gd name="T55" fmla="*/ 27 h 31"/>
                  <a:gd name="T56" fmla="*/ 14 w 42"/>
                  <a:gd name="T57" fmla="*/ 27 h 31"/>
                  <a:gd name="T58" fmla="*/ 12 w 42"/>
                  <a:gd name="T59" fmla="*/ 27 h 31"/>
                  <a:gd name="T60" fmla="*/ 12 w 42"/>
                  <a:gd name="T61" fmla="*/ 31 h 31"/>
                  <a:gd name="T62" fmla="*/ 19 w 42"/>
                  <a:gd name="T63" fmla="*/ 0 h 31"/>
                  <a:gd name="T64" fmla="*/ 12 w 42"/>
                  <a:gd name="T65" fmla="*/ 0 h 31"/>
                  <a:gd name="T66" fmla="*/ 12 w 42"/>
                  <a:gd name="T67" fmla="*/ 6 h 31"/>
                  <a:gd name="T68" fmla="*/ 13 w 42"/>
                  <a:gd name="T69" fmla="*/ 8 h 31"/>
                  <a:gd name="T70" fmla="*/ 12 w 42"/>
                  <a:gd name="T71" fmla="*/ 10 h 31"/>
                  <a:gd name="T72" fmla="*/ 12 w 42"/>
                  <a:gd name="T73" fmla="*/ 16 h 31"/>
                  <a:gd name="T74" fmla="*/ 12 w 42"/>
                  <a:gd name="T75" fmla="*/ 16 h 31"/>
                  <a:gd name="T76" fmla="*/ 17 w 42"/>
                  <a:gd name="T77" fmla="*/ 23 h 31"/>
                  <a:gd name="T78" fmla="*/ 19 w 42"/>
                  <a:gd name="T79" fmla="*/ 25 h 31"/>
                  <a:gd name="T80" fmla="*/ 19 w 42"/>
                  <a:gd name="T81" fmla="*/ 23 h 31"/>
                  <a:gd name="T82" fmla="*/ 18 w 42"/>
                  <a:gd name="T83" fmla="*/ 22 h 31"/>
                  <a:gd name="T84" fmla="*/ 19 w 42"/>
                  <a:gd name="T85" fmla="*/ 20 h 31"/>
                  <a:gd name="T86" fmla="*/ 19 w 42"/>
                  <a:gd name="T87" fmla="*/ 0 h 31"/>
                  <a:gd name="T88" fmla="*/ 0 w 42"/>
                  <a:gd name="T89" fmla="*/ 31 h 31"/>
                  <a:gd name="T90" fmla="*/ 12 w 42"/>
                  <a:gd name="T91" fmla="*/ 31 h 31"/>
                  <a:gd name="T92" fmla="*/ 12 w 42"/>
                  <a:gd name="T93" fmla="*/ 27 h 31"/>
                  <a:gd name="T94" fmla="*/ 4 w 42"/>
                  <a:gd name="T95" fmla="*/ 27 h 31"/>
                  <a:gd name="T96" fmla="*/ 4 w 42"/>
                  <a:gd name="T97" fmla="*/ 27 h 31"/>
                  <a:gd name="T98" fmla="*/ 12 w 42"/>
                  <a:gd name="T99" fmla="*/ 16 h 31"/>
                  <a:gd name="T100" fmla="*/ 12 w 42"/>
                  <a:gd name="T101" fmla="*/ 10 h 31"/>
                  <a:gd name="T102" fmla="*/ 10 w 42"/>
                  <a:gd name="T103" fmla="*/ 11 h 31"/>
                  <a:gd name="T104" fmla="*/ 6 w 42"/>
                  <a:gd name="T105" fmla="*/ 8 h 31"/>
                  <a:gd name="T106" fmla="*/ 10 w 42"/>
                  <a:gd name="T107" fmla="*/ 4 h 31"/>
                  <a:gd name="T108" fmla="*/ 10 w 42"/>
                  <a:gd name="T109" fmla="*/ 4 h 31"/>
                  <a:gd name="T110" fmla="*/ 12 w 42"/>
                  <a:gd name="T111" fmla="*/ 6 h 31"/>
                  <a:gd name="T112" fmla="*/ 12 w 42"/>
                  <a:gd name="T113" fmla="*/ 0 h 31"/>
                  <a:gd name="T114" fmla="*/ 0 w 42"/>
                  <a:gd name="T115" fmla="*/ 0 h 31"/>
                  <a:gd name="T116" fmla="*/ 0 w 42"/>
                  <a:gd name="T117" fmla="*/ 31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2" h="31">
                    <a:moveTo>
                      <a:pt x="28" y="31"/>
                    </a:moveTo>
                    <a:cubicBezTo>
                      <a:pt x="42" y="31"/>
                      <a:pt x="42" y="31"/>
                      <a:pt x="42" y="31"/>
                    </a:cubicBezTo>
                    <a:cubicBezTo>
                      <a:pt x="42" y="0"/>
                      <a:pt x="42" y="0"/>
                      <a:pt x="42" y="0"/>
                    </a:cubicBezTo>
                    <a:cubicBezTo>
                      <a:pt x="28" y="0"/>
                      <a:pt x="28" y="0"/>
                      <a:pt x="28" y="0"/>
                    </a:cubicBezTo>
                    <a:cubicBezTo>
                      <a:pt x="28" y="13"/>
                      <a:pt x="28" y="13"/>
                      <a:pt x="28" y="13"/>
                    </a:cubicBezTo>
                    <a:cubicBezTo>
                      <a:pt x="38" y="27"/>
                      <a:pt x="38" y="27"/>
                      <a:pt x="38" y="27"/>
                    </a:cubicBezTo>
                    <a:cubicBezTo>
                      <a:pt x="28" y="27"/>
                      <a:pt x="28" y="27"/>
                      <a:pt x="28" y="27"/>
                    </a:cubicBezTo>
                    <a:lnTo>
                      <a:pt x="28" y="31"/>
                    </a:lnTo>
                    <a:close/>
                    <a:moveTo>
                      <a:pt x="19" y="31"/>
                    </a:moveTo>
                    <a:cubicBezTo>
                      <a:pt x="28" y="31"/>
                      <a:pt x="28" y="31"/>
                      <a:pt x="28" y="31"/>
                    </a:cubicBezTo>
                    <a:cubicBezTo>
                      <a:pt x="28" y="27"/>
                      <a:pt x="28" y="27"/>
                      <a:pt x="28" y="27"/>
                    </a:cubicBezTo>
                    <a:cubicBezTo>
                      <a:pt x="22" y="27"/>
                      <a:pt x="22" y="27"/>
                      <a:pt x="22" y="27"/>
                    </a:cubicBezTo>
                    <a:cubicBezTo>
                      <a:pt x="21" y="26"/>
                      <a:pt x="21" y="26"/>
                      <a:pt x="21" y="26"/>
                    </a:cubicBezTo>
                    <a:cubicBezTo>
                      <a:pt x="19" y="23"/>
                      <a:pt x="19" y="23"/>
                      <a:pt x="19" y="23"/>
                    </a:cubicBezTo>
                    <a:cubicBezTo>
                      <a:pt x="19" y="25"/>
                      <a:pt x="19" y="25"/>
                      <a:pt x="19" y="25"/>
                    </a:cubicBezTo>
                    <a:cubicBezTo>
                      <a:pt x="20" y="27"/>
                      <a:pt x="20" y="27"/>
                      <a:pt x="20" y="27"/>
                    </a:cubicBezTo>
                    <a:cubicBezTo>
                      <a:pt x="19" y="27"/>
                      <a:pt x="19" y="27"/>
                      <a:pt x="19" y="27"/>
                    </a:cubicBezTo>
                    <a:cubicBezTo>
                      <a:pt x="19" y="31"/>
                      <a:pt x="19" y="31"/>
                      <a:pt x="19" y="31"/>
                    </a:cubicBezTo>
                    <a:close/>
                    <a:moveTo>
                      <a:pt x="28" y="0"/>
                    </a:moveTo>
                    <a:cubicBezTo>
                      <a:pt x="19" y="0"/>
                      <a:pt x="19" y="0"/>
                      <a:pt x="19" y="0"/>
                    </a:cubicBezTo>
                    <a:cubicBezTo>
                      <a:pt x="19" y="20"/>
                      <a:pt x="19" y="20"/>
                      <a:pt x="19" y="20"/>
                    </a:cubicBezTo>
                    <a:cubicBezTo>
                      <a:pt x="26" y="10"/>
                      <a:pt x="26" y="10"/>
                      <a:pt x="26" y="10"/>
                    </a:cubicBezTo>
                    <a:cubicBezTo>
                      <a:pt x="26" y="10"/>
                      <a:pt x="26" y="10"/>
                      <a:pt x="26" y="10"/>
                    </a:cubicBezTo>
                    <a:cubicBezTo>
                      <a:pt x="28" y="13"/>
                      <a:pt x="28" y="13"/>
                      <a:pt x="28" y="13"/>
                    </a:cubicBezTo>
                    <a:lnTo>
                      <a:pt x="28" y="0"/>
                    </a:lnTo>
                    <a:close/>
                    <a:moveTo>
                      <a:pt x="12" y="31"/>
                    </a:moveTo>
                    <a:cubicBezTo>
                      <a:pt x="19" y="31"/>
                      <a:pt x="19" y="31"/>
                      <a:pt x="19" y="31"/>
                    </a:cubicBezTo>
                    <a:cubicBezTo>
                      <a:pt x="19" y="27"/>
                      <a:pt x="19" y="27"/>
                      <a:pt x="19" y="27"/>
                    </a:cubicBezTo>
                    <a:cubicBezTo>
                      <a:pt x="14" y="27"/>
                      <a:pt x="14" y="27"/>
                      <a:pt x="14" y="27"/>
                    </a:cubicBezTo>
                    <a:cubicBezTo>
                      <a:pt x="12" y="27"/>
                      <a:pt x="12" y="27"/>
                      <a:pt x="12" y="27"/>
                    </a:cubicBezTo>
                    <a:cubicBezTo>
                      <a:pt x="12" y="31"/>
                      <a:pt x="12" y="31"/>
                      <a:pt x="12" y="31"/>
                    </a:cubicBezTo>
                    <a:close/>
                    <a:moveTo>
                      <a:pt x="19" y="0"/>
                    </a:moveTo>
                    <a:cubicBezTo>
                      <a:pt x="12" y="0"/>
                      <a:pt x="12" y="0"/>
                      <a:pt x="12" y="0"/>
                    </a:cubicBezTo>
                    <a:cubicBezTo>
                      <a:pt x="12" y="6"/>
                      <a:pt x="12" y="6"/>
                      <a:pt x="12" y="6"/>
                    </a:cubicBezTo>
                    <a:cubicBezTo>
                      <a:pt x="13" y="6"/>
                      <a:pt x="13" y="7"/>
                      <a:pt x="13" y="8"/>
                    </a:cubicBezTo>
                    <a:cubicBezTo>
                      <a:pt x="13" y="8"/>
                      <a:pt x="13" y="9"/>
                      <a:pt x="12" y="10"/>
                    </a:cubicBezTo>
                    <a:cubicBezTo>
                      <a:pt x="12" y="16"/>
                      <a:pt x="12" y="16"/>
                      <a:pt x="12" y="16"/>
                    </a:cubicBezTo>
                    <a:cubicBezTo>
                      <a:pt x="12" y="16"/>
                      <a:pt x="12" y="16"/>
                      <a:pt x="12" y="16"/>
                    </a:cubicBezTo>
                    <a:cubicBezTo>
                      <a:pt x="17" y="23"/>
                      <a:pt x="17" y="23"/>
                      <a:pt x="17" y="23"/>
                    </a:cubicBezTo>
                    <a:cubicBezTo>
                      <a:pt x="19" y="25"/>
                      <a:pt x="19" y="25"/>
                      <a:pt x="19" y="25"/>
                    </a:cubicBezTo>
                    <a:cubicBezTo>
                      <a:pt x="19" y="23"/>
                      <a:pt x="19" y="23"/>
                      <a:pt x="19" y="23"/>
                    </a:cubicBezTo>
                    <a:cubicBezTo>
                      <a:pt x="18" y="22"/>
                      <a:pt x="18" y="22"/>
                      <a:pt x="18" y="22"/>
                    </a:cubicBezTo>
                    <a:cubicBezTo>
                      <a:pt x="19" y="20"/>
                      <a:pt x="19" y="20"/>
                      <a:pt x="19" y="20"/>
                    </a:cubicBezTo>
                    <a:lnTo>
                      <a:pt x="19" y="0"/>
                    </a:lnTo>
                    <a:close/>
                    <a:moveTo>
                      <a:pt x="0" y="31"/>
                    </a:moveTo>
                    <a:cubicBezTo>
                      <a:pt x="12" y="31"/>
                      <a:pt x="12" y="31"/>
                      <a:pt x="12" y="31"/>
                    </a:cubicBezTo>
                    <a:cubicBezTo>
                      <a:pt x="12" y="27"/>
                      <a:pt x="12" y="27"/>
                      <a:pt x="12" y="27"/>
                    </a:cubicBezTo>
                    <a:cubicBezTo>
                      <a:pt x="4" y="27"/>
                      <a:pt x="4" y="27"/>
                      <a:pt x="4" y="27"/>
                    </a:cubicBezTo>
                    <a:cubicBezTo>
                      <a:pt x="4" y="27"/>
                      <a:pt x="4" y="27"/>
                      <a:pt x="4" y="27"/>
                    </a:cubicBezTo>
                    <a:cubicBezTo>
                      <a:pt x="12" y="16"/>
                      <a:pt x="12" y="16"/>
                      <a:pt x="12" y="16"/>
                    </a:cubicBezTo>
                    <a:cubicBezTo>
                      <a:pt x="12" y="10"/>
                      <a:pt x="12" y="10"/>
                      <a:pt x="12" y="10"/>
                    </a:cubicBezTo>
                    <a:cubicBezTo>
                      <a:pt x="12" y="10"/>
                      <a:pt x="11" y="11"/>
                      <a:pt x="10" y="11"/>
                    </a:cubicBezTo>
                    <a:cubicBezTo>
                      <a:pt x="8" y="11"/>
                      <a:pt x="6" y="9"/>
                      <a:pt x="6" y="8"/>
                    </a:cubicBezTo>
                    <a:cubicBezTo>
                      <a:pt x="6" y="6"/>
                      <a:pt x="8" y="4"/>
                      <a:pt x="10" y="4"/>
                    </a:cubicBezTo>
                    <a:cubicBezTo>
                      <a:pt x="10" y="4"/>
                      <a:pt x="10" y="4"/>
                      <a:pt x="10" y="4"/>
                    </a:cubicBezTo>
                    <a:cubicBezTo>
                      <a:pt x="11" y="4"/>
                      <a:pt x="12" y="5"/>
                      <a:pt x="12" y="6"/>
                    </a:cubicBezTo>
                    <a:cubicBezTo>
                      <a:pt x="12" y="0"/>
                      <a:pt x="12" y="0"/>
                      <a:pt x="12" y="0"/>
                    </a:cubicBezTo>
                    <a:cubicBezTo>
                      <a:pt x="0" y="0"/>
                      <a:pt x="0" y="0"/>
                      <a:pt x="0" y="0"/>
                    </a:cubicBezTo>
                    <a:lnTo>
                      <a:pt x="0" y="31"/>
                    </a:lnTo>
                    <a:close/>
                  </a:path>
                </a:pathLst>
              </a:custGeom>
              <a:solidFill>
                <a:schemeClr val="bg1">
                  <a:lumMod val="95000"/>
                </a:schemeClr>
              </a:solidFill>
              <a:ln>
                <a:noFill/>
              </a:ln>
            </p:spPr>
            <p:txBody>
              <a:bodyPr anchor="ctr"/>
              <a:lstStyle/>
              <a:p>
                <a:pPr algn="ctr">
                  <a:lnSpc>
                    <a:spcPct val="120000"/>
                  </a:lnSpc>
                </a:pPr>
                <a:endParaRPr sz="3200">
                  <a:cs typeface="+mn-ea"/>
                  <a:sym typeface="+mn-lt"/>
                </a:endParaRPr>
              </a:p>
            </p:txBody>
          </p:sp>
          <p:sp>
            <p:nvSpPr>
              <p:cNvPr id="176" name="îsľïḑè">
                <a:extLst>
                  <a:ext uri="{FF2B5EF4-FFF2-40B4-BE49-F238E27FC236}">
                    <a16:creationId xmlns:a16="http://schemas.microsoft.com/office/drawing/2014/main" id="{99BCEF37-A53E-4339-AF35-1B2286707C36}"/>
                  </a:ext>
                </a:extLst>
              </p:cNvPr>
              <p:cNvSpPr/>
              <p:nvPr/>
            </p:nvSpPr>
            <p:spPr bwMode="auto">
              <a:xfrm>
                <a:off x="9791304" y="2878650"/>
                <a:ext cx="120161" cy="148621"/>
              </a:xfrm>
              <a:custGeom>
                <a:avLst/>
                <a:gdLst>
                  <a:gd name="T0" fmla="*/ 3 w 21"/>
                  <a:gd name="T1" fmla="*/ 23 h 26"/>
                  <a:gd name="T2" fmla="*/ 3 w 21"/>
                  <a:gd name="T3" fmla="*/ 22 h 26"/>
                  <a:gd name="T4" fmla="*/ 3 w 21"/>
                  <a:gd name="T5" fmla="*/ 22 h 26"/>
                  <a:gd name="T6" fmla="*/ 3 w 21"/>
                  <a:gd name="T7" fmla="*/ 6 h 26"/>
                  <a:gd name="T8" fmla="*/ 18 w 21"/>
                  <a:gd name="T9" fmla="*/ 6 h 26"/>
                  <a:gd name="T10" fmla="*/ 18 w 21"/>
                  <a:gd name="T11" fmla="*/ 17 h 26"/>
                  <a:gd name="T12" fmla="*/ 17 w 21"/>
                  <a:gd name="T13" fmla="*/ 17 h 26"/>
                  <a:gd name="T14" fmla="*/ 12 w 21"/>
                  <a:gd name="T15" fmla="*/ 22 h 26"/>
                  <a:gd name="T16" fmla="*/ 17 w 21"/>
                  <a:gd name="T17" fmla="*/ 26 h 26"/>
                  <a:gd name="T18" fmla="*/ 21 w 21"/>
                  <a:gd name="T19" fmla="*/ 22 h 26"/>
                  <a:gd name="T20" fmla="*/ 21 w 21"/>
                  <a:gd name="T21" fmla="*/ 22 h 26"/>
                  <a:gd name="T22" fmla="*/ 21 w 21"/>
                  <a:gd name="T23" fmla="*/ 22 h 26"/>
                  <a:gd name="T24" fmla="*/ 21 w 21"/>
                  <a:gd name="T25" fmla="*/ 6 h 26"/>
                  <a:gd name="T26" fmla="*/ 21 w 21"/>
                  <a:gd name="T27" fmla="*/ 0 h 26"/>
                  <a:gd name="T28" fmla="*/ 18 w 21"/>
                  <a:gd name="T29" fmla="*/ 0 h 26"/>
                  <a:gd name="T30" fmla="*/ 3 w 21"/>
                  <a:gd name="T31" fmla="*/ 0 h 26"/>
                  <a:gd name="T32" fmla="*/ 0 w 21"/>
                  <a:gd name="T33" fmla="*/ 0 h 26"/>
                  <a:gd name="T34" fmla="*/ 0 w 21"/>
                  <a:gd name="T35" fmla="*/ 6 h 26"/>
                  <a:gd name="T36" fmla="*/ 0 w 21"/>
                  <a:gd name="T37" fmla="*/ 17 h 26"/>
                  <a:gd name="T38" fmla="*/ 0 w 21"/>
                  <a:gd name="T39" fmla="*/ 17 h 26"/>
                  <a:gd name="T40" fmla="*/ 3 w 21"/>
                  <a:gd name="T41" fmla="*/ 23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 h="26">
                    <a:moveTo>
                      <a:pt x="3" y="23"/>
                    </a:moveTo>
                    <a:cubicBezTo>
                      <a:pt x="3" y="22"/>
                      <a:pt x="3" y="22"/>
                      <a:pt x="3" y="22"/>
                    </a:cubicBezTo>
                    <a:cubicBezTo>
                      <a:pt x="3" y="22"/>
                      <a:pt x="3" y="22"/>
                      <a:pt x="3" y="22"/>
                    </a:cubicBezTo>
                    <a:cubicBezTo>
                      <a:pt x="3" y="6"/>
                      <a:pt x="3" y="6"/>
                      <a:pt x="3" y="6"/>
                    </a:cubicBezTo>
                    <a:cubicBezTo>
                      <a:pt x="18" y="6"/>
                      <a:pt x="18" y="6"/>
                      <a:pt x="18" y="6"/>
                    </a:cubicBezTo>
                    <a:cubicBezTo>
                      <a:pt x="18" y="17"/>
                      <a:pt x="18" y="17"/>
                      <a:pt x="18" y="17"/>
                    </a:cubicBezTo>
                    <a:cubicBezTo>
                      <a:pt x="18" y="17"/>
                      <a:pt x="17" y="17"/>
                      <a:pt x="17" y="17"/>
                    </a:cubicBezTo>
                    <a:cubicBezTo>
                      <a:pt x="14" y="17"/>
                      <a:pt x="12" y="19"/>
                      <a:pt x="12" y="22"/>
                    </a:cubicBezTo>
                    <a:cubicBezTo>
                      <a:pt x="12" y="24"/>
                      <a:pt x="14" y="26"/>
                      <a:pt x="17" y="26"/>
                    </a:cubicBezTo>
                    <a:cubicBezTo>
                      <a:pt x="19" y="26"/>
                      <a:pt x="21" y="24"/>
                      <a:pt x="21" y="22"/>
                    </a:cubicBezTo>
                    <a:cubicBezTo>
                      <a:pt x="21" y="22"/>
                      <a:pt x="21" y="22"/>
                      <a:pt x="21" y="22"/>
                    </a:cubicBezTo>
                    <a:cubicBezTo>
                      <a:pt x="21" y="22"/>
                      <a:pt x="21" y="22"/>
                      <a:pt x="21" y="22"/>
                    </a:cubicBezTo>
                    <a:cubicBezTo>
                      <a:pt x="21" y="6"/>
                      <a:pt x="21" y="6"/>
                      <a:pt x="21" y="6"/>
                    </a:cubicBezTo>
                    <a:cubicBezTo>
                      <a:pt x="21" y="0"/>
                      <a:pt x="21" y="0"/>
                      <a:pt x="21" y="0"/>
                    </a:cubicBezTo>
                    <a:cubicBezTo>
                      <a:pt x="18" y="0"/>
                      <a:pt x="18" y="0"/>
                      <a:pt x="18" y="0"/>
                    </a:cubicBezTo>
                    <a:cubicBezTo>
                      <a:pt x="3" y="0"/>
                      <a:pt x="3" y="0"/>
                      <a:pt x="3" y="0"/>
                    </a:cubicBezTo>
                    <a:cubicBezTo>
                      <a:pt x="0" y="0"/>
                      <a:pt x="0" y="0"/>
                      <a:pt x="0" y="0"/>
                    </a:cubicBezTo>
                    <a:cubicBezTo>
                      <a:pt x="0" y="6"/>
                      <a:pt x="0" y="6"/>
                      <a:pt x="0" y="6"/>
                    </a:cubicBezTo>
                    <a:cubicBezTo>
                      <a:pt x="0" y="17"/>
                      <a:pt x="0" y="17"/>
                      <a:pt x="0" y="17"/>
                    </a:cubicBezTo>
                    <a:cubicBezTo>
                      <a:pt x="0" y="17"/>
                      <a:pt x="0" y="17"/>
                      <a:pt x="0" y="17"/>
                    </a:cubicBezTo>
                    <a:cubicBezTo>
                      <a:pt x="1" y="19"/>
                      <a:pt x="2" y="21"/>
                      <a:pt x="3" y="23"/>
                    </a:cubicBezTo>
                    <a:close/>
                  </a:path>
                </a:pathLst>
              </a:custGeom>
              <a:solidFill>
                <a:schemeClr val="bg1">
                  <a:lumMod val="95000"/>
                </a:schemeClr>
              </a:solidFill>
              <a:ln>
                <a:noFill/>
              </a:ln>
            </p:spPr>
            <p:txBody>
              <a:bodyPr anchor="ctr"/>
              <a:lstStyle/>
              <a:p>
                <a:pPr algn="ctr">
                  <a:lnSpc>
                    <a:spcPct val="120000"/>
                  </a:lnSpc>
                </a:pPr>
                <a:endParaRPr sz="3200">
                  <a:cs typeface="+mn-ea"/>
                  <a:sym typeface="+mn-lt"/>
                </a:endParaRPr>
              </a:p>
            </p:txBody>
          </p:sp>
          <p:sp>
            <p:nvSpPr>
              <p:cNvPr id="177" name="îṡḷïḑê">
                <a:extLst>
                  <a:ext uri="{FF2B5EF4-FFF2-40B4-BE49-F238E27FC236}">
                    <a16:creationId xmlns:a16="http://schemas.microsoft.com/office/drawing/2014/main" id="{2B327ABA-6C4D-46DC-BE6D-7E71B9A668FE}"/>
                  </a:ext>
                </a:extLst>
              </p:cNvPr>
              <p:cNvSpPr/>
              <p:nvPr/>
            </p:nvSpPr>
            <p:spPr bwMode="auto">
              <a:xfrm>
                <a:off x="6471362" y="2015146"/>
                <a:ext cx="3650163" cy="3650162"/>
              </a:xfrm>
              <a:custGeom>
                <a:avLst/>
                <a:gdLst>
                  <a:gd name="T0" fmla="*/ 315 w 630"/>
                  <a:gd name="T1" fmla="*/ 19 h 630"/>
                  <a:gd name="T2" fmla="*/ 611 w 630"/>
                  <a:gd name="T3" fmla="*/ 315 h 630"/>
                  <a:gd name="T4" fmla="*/ 315 w 630"/>
                  <a:gd name="T5" fmla="*/ 611 h 630"/>
                  <a:gd name="T6" fmla="*/ 315 w 630"/>
                  <a:gd name="T7" fmla="*/ 630 h 630"/>
                  <a:gd name="T8" fmla="*/ 630 w 630"/>
                  <a:gd name="T9" fmla="*/ 315 h 630"/>
                  <a:gd name="T10" fmla="*/ 315 w 630"/>
                  <a:gd name="T11" fmla="*/ 0 h 630"/>
                  <a:gd name="T12" fmla="*/ 315 w 630"/>
                  <a:gd name="T13" fmla="*/ 19 h 630"/>
                  <a:gd name="T14" fmla="*/ 315 w 630"/>
                  <a:gd name="T15" fmla="*/ 611 h 630"/>
                  <a:gd name="T16" fmla="*/ 19 w 630"/>
                  <a:gd name="T17" fmla="*/ 315 h 630"/>
                  <a:gd name="T18" fmla="*/ 315 w 630"/>
                  <a:gd name="T19" fmla="*/ 19 h 630"/>
                  <a:gd name="T20" fmla="*/ 315 w 630"/>
                  <a:gd name="T21" fmla="*/ 0 h 630"/>
                  <a:gd name="T22" fmla="*/ 0 w 630"/>
                  <a:gd name="T23" fmla="*/ 315 h 630"/>
                  <a:gd name="T24" fmla="*/ 315 w 630"/>
                  <a:gd name="T25" fmla="*/ 630 h 630"/>
                  <a:gd name="T26" fmla="*/ 315 w 630"/>
                  <a:gd name="T27" fmla="*/ 611 h 6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30" h="630">
                    <a:moveTo>
                      <a:pt x="315" y="19"/>
                    </a:moveTo>
                    <a:cubicBezTo>
                      <a:pt x="479" y="19"/>
                      <a:pt x="611" y="152"/>
                      <a:pt x="611" y="315"/>
                    </a:cubicBezTo>
                    <a:cubicBezTo>
                      <a:pt x="611" y="479"/>
                      <a:pt x="479" y="611"/>
                      <a:pt x="315" y="611"/>
                    </a:cubicBezTo>
                    <a:cubicBezTo>
                      <a:pt x="315" y="630"/>
                      <a:pt x="315" y="630"/>
                      <a:pt x="315" y="630"/>
                    </a:cubicBezTo>
                    <a:cubicBezTo>
                      <a:pt x="489" y="630"/>
                      <a:pt x="630" y="489"/>
                      <a:pt x="630" y="315"/>
                    </a:cubicBezTo>
                    <a:cubicBezTo>
                      <a:pt x="630" y="141"/>
                      <a:pt x="489" y="0"/>
                      <a:pt x="315" y="0"/>
                    </a:cubicBezTo>
                    <a:lnTo>
                      <a:pt x="315" y="19"/>
                    </a:lnTo>
                    <a:close/>
                    <a:moveTo>
                      <a:pt x="315" y="611"/>
                    </a:moveTo>
                    <a:cubicBezTo>
                      <a:pt x="152" y="611"/>
                      <a:pt x="19" y="479"/>
                      <a:pt x="19" y="315"/>
                    </a:cubicBezTo>
                    <a:cubicBezTo>
                      <a:pt x="19" y="152"/>
                      <a:pt x="152" y="19"/>
                      <a:pt x="315" y="19"/>
                    </a:cubicBezTo>
                    <a:cubicBezTo>
                      <a:pt x="315" y="0"/>
                      <a:pt x="315" y="0"/>
                      <a:pt x="315" y="0"/>
                    </a:cubicBezTo>
                    <a:cubicBezTo>
                      <a:pt x="141" y="0"/>
                      <a:pt x="0" y="141"/>
                      <a:pt x="0" y="315"/>
                    </a:cubicBezTo>
                    <a:cubicBezTo>
                      <a:pt x="0" y="489"/>
                      <a:pt x="141" y="630"/>
                      <a:pt x="315" y="630"/>
                    </a:cubicBezTo>
                    <a:lnTo>
                      <a:pt x="315" y="611"/>
                    </a:lnTo>
                    <a:close/>
                  </a:path>
                </a:pathLst>
              </a:custGeom>
              <a:solidFill>
                <a:schemeClr val="bg1">
                  <a:lumMod val="95000"/>
                  <a:alpha val="61000"/>
                </a:schemeClr>
              </a:solidFill>
              <a:ln>
                <a:noFill/>
              </a:ln>
            </p:spPr>
            <p:txBody>
              <a:bodyPr anchor="ctr"/>
              <a:lstStyle/>
              <a:p>
                <a:pPr algn="ctr">
                  <a:lnSpc>
                    <a:spcPct val="120000"/>
                  </a:lnSpc>
                </a:pPr>
                <a:endParaRPr sz="3200">
                  <a:cs typeface="+mn-ea"/>
                  <a:sym typeface="+mn-lt"/>
                </a:endParaRPr>
              </a:p>
            </p:txBody>
          </p:sp>
          <p:sp>
            <p:nvSpPr>
              <p:cNvPr id="178" name="íŝḻîdé">
                <a:extLst>
                  <a:ext uri="{FF2B5EF4-FFF2-40B4-BE49-F238E27FC236}">
                    <a16:creationId xmlns:a16="http://schemas.microsoft.com/office/drawing/2014/main" id="{21CA00AE-CC6C-480A-8715-EEEBDF92745B}"/>
                  </a:ext>
                </a:extLst>
              </p:cNvPr>
              <p:cNvSpPr/>
              <p:nvPr/>
            </p:nvSpPr>
            <p:spPr bwMode="auto">
              <a:xfrm>
                <a:off x="9240677" y="5131132"/>
                <a:ext cx="1776505" cy="1731609"/>
              </a:xfrm>
              <a:custGeom>
                <a:avLst/>
                <a:gdLst>
                  <a:gd name="connsiteX0" fmla="*/ 246478 w 1376883"/>
                  <a:gd name="connsiteY0" fmla="*/ 0 h 1342086"/>
                  <a:gd name="connsiteX1" fmla="*/ 1376883 w 1376883"/>
                  <a:gd name="connsiteY1" fmla="*/ 1342086 h 1342086"/>
                  <a:gd name="connsiteX2" fmla="*/ 964218 w 1376883"/>
                  <a:gd name="connsiteY2" fmla="*/ 1342086 h 1342086"/>
                  <a:gd name="connsiteX3" fmla="*/ 0 w 1376883"/>
                  <a:gd name="connsiteY3" fmla="*/ 201522 h 1342086"/>
                </a:gdLst>
                <a:ahLst/>
                <a:cxnLst>
                  <a:cxn ang="0">
                    <a:pos x="connsiteX0" y="connsiteY0"/>
                  </a:cxn>
                  <a:cxn ang="0">
                    <a:pos x="connsiteX1" y="connsiteY1"/>
                  </a:cxn>
                  <a:cxn ang="0">
                    <a:pos x="connsiteX2" y="connsiteY2"/>
                  </a:cxn>
                  <a:cxn ang="0">
                    <a:pos x="connsiteX3" y="connsiteY3"/>
                  </a:cxn>
                </a:cxnLst>
                <a:rect l="l" t="t" r="r" b="b"/>
                <a:pathLst>
                  <a:path w="1376883" h="1342086">
                    <a:moveTo>
                      <a:pt x="246478" y="0"/>
                    </a:moveTo>
                    <a:lnTo>
                      <a:pt x="1376883" y="1342086"/>
                    </a:lnTo>
                    <a:lnTo>
                      <a:pt x="964218" y="1342086"/>
                    </a:lnTo>
                    <a:lnTo>
                      <a:pt x="0" y="201522"/>
                    </a:lnTo>
                    <a:close/>
                  </a:path>
                </a:pathLst>
              </a:custGeom>
              <a:solidFill>
                <a:schemeClr val="accent1">
                  <a:lumMod val="75000"/>
                </a:schemeClr>
              </a:solidFill>
              <a:ln>
                <a:noFill/>
              </a:ln>
            </p:spPr>
            <p:txBody>
              <a:bodyPr anchor="ctr"/>
              <a:lstStyle/>
              <a:p>
                <a:pPr algn="ctr">
                  <a:lnSpc>
                    <a:spcPct val="120000"/>
                  </a:lnSpc>
                </a:pPr>
                <a:endParaRPr sz="3200">
                  <a:cs typeface="+mn-ea"/>
                  <a:sym typeface="+mn-lt"/>
                </a:endParaRPr>
              </a:p>
            </p:txBody>
          </p:sp>
          <p:sp>
            <p:nvSpPr>
              <p:cNvPr id="179" name="iSliḍê">
                <a:extLst>
                  <a:ext uri="{FF2B5EF4-FFF2-40B4-BE49-F238E27FC236}">
                    <a16:creationId xmlns:a16="http://schemas.microsoft.com/office/drawing/2014/main" id="{F3301911-4EAF-4A6F-B70F-1EF1194AD5C7}"/>
                  </a:ext>
                </a:extLst>
              </p:cNvPr>
              <p:cNvSpPr/>
              <p:nvPr/>
            </p:nvSpPr>
            <p:spPr bwMode="auto">
              <a:xfrm>
                <a:off x="9130670" y="5003127"/>
                <a:ext cx="602027" cy="556025"/>
              </a:xfrm>
              <a:custGeom>
                <a:avLst/>
                <a:gdLst>
                  <a:gd name="T0" fmla="*/ 79 w 104"/>
                  <a:gd name="T1" fmla="*/ 0 h 96"/>
                  <a:gd name="T2" fmla="*/ 0 w 104"/>
                  <a:gd name="T3" fmla="*/ 65 h 96"/>
                  <a:gd name="T4" fmla="*/ 25 w 104"/>
                  <a:gd name="T5" fmla="*/ 96 h 96"/>
                  <a:gd name="T6" fmla="*/ 104 w 104"/>
                  <a:gd name="T7" fmla="*/ 31 h 96"/>
                  <a:gd name="T8" fmla="*/ 79 w 104"/>
                  <a:gd name="T9" fmla="*/ 0 h 96"/>
                </a:gdLst>
                <a:ahLst/>
                <a:cxnLst>
                  <a:cxn ang="0">
                    <a:pos x="T0" y="T1"/>
                  </a:cxn>
                  <a:cxn ang="0">
                    <a:pos x="T2" y="T3"/>
                  </a:cxn>
                  <a:cxn ang="0">
                    <a:pos x="T4" y="T5"/>
                  </a:cxn>
                  <a:cxn ang="0">
                    <a:pos x="T6" y="T7"/>
                  </a:cxn>
                  <a:cxn ang="0">
                    <a:pos x="T8" y="T9"/>
                  </a:cxn>
                </a:cxnLst>
                <a:rect l="0" t="0" r="r" b="b"/>
                <a:pathLst>
                  <a:path w="104" h="96">
                    <a:moveTo>
                      <a:pt x="79" y="0"/>
                    </a:moveTo>
                    <a:cubicBezTo>
                      <a:pt x="0" y="65"/>
                      <a:pt x="0" y="65"/>
                      <a:pt x="0" y="65"/>
                    </a:cubicBezTo>
                    <a:cubicBezTo>
                      <a:pt x="25" y="96"/>
                      <a:pt x="25" y="96"/>
                      <a:pt x="25" y="96"/>
                    </a:cubicBezTo>
                    <a:cubicBezTo>
                      <a:pt x="63" y="85"/>
                      <a:pt x="89" y="63"/>
                      <a:pt x="104" y="31"/>
                    </a:cubicBezTo>
                    <a:lnTo>
                      <a:pt x="79" y="0"/>
                    </a:lnTo>
                    <a:close/>
                  </a:path>
                </a:pathLst>
              </a:custGeom>
              <a:solidFill>
                <a:schemeClr val="accent1"/>
              </a:solidFill>
              <a:ln>
                <a:noFill/>
              </a:ln>
            </p:spPr>
            <p:txBody>
              <a:bodyPr anchor="ctr"/>
              <a:lstStyle/>
              <a:p>
                <a:pPr algn="ctr">
                  <a:lnSpc>
                    <a:spcPct val="120000"/>
                  </a:lnSpc>
                </a:pPr>
                <a:endParaRPr sz="3200">
                  <a:cs typeface="+mn-ea"/>
                  <a:sym typeface="+mn-lt"/>
                </a:endParaRPr>
              </a:p>
            </p:txBody>
          </p:sp>
          <p:sp>
            <p:nvSpPr>
              <p:cNvPr id="180" name="iśľïḓé">
                <a:extLst>
                  <a:ext uri="{FF2B5EF4-FFF2-40B4-BE49-F238E27FC236}">
                    <a16:creationId xmlns:a16="http://schemas.microsoft.com/office/drawing/2014/main" id="{007191CD-D5EF-4C1B-90D9-B6586636D222}"/>
                  </a:ext>
                </a:extLst>
              </p:cNvPr>
              <p:cNvSpPr/>
              <p:nvPr/>
            </p:nvSpPr>
            <p:spPr bwMode="auto">
              <a:xfrm>
                <a:off x="6118536" y="1986993"/>
                <a:ext cx="4206188" cy="3682164"/>
              </a:xfrm>
              <a:custGeom>
                <a:avLst/>
                <a:gdLst>
                  <a:gd name="T0" fmla="*/ 363 w 726"/>
                  <a:gd name="T1" fmla="*/ 636 h 636"/>
                  <a:gd name="T2" fmla="*/ 516 w 726"/>
                  <a:gd name="T3" fmla="*/ 597 h 636"/>
                  <a:gd name="T4" fmla="*/ 642 w 726"/>
                  <a:gd name="T5" fmla="*/ 166 h 636"/>
                  <a:gd name="T6" fmla="*/ 363 w 726"/>
                  <a:gd name="T7" fmla="*/ 0 h 636"/>
                  <a:gd name="T8" fmla="*/ 363 w 726"/>
                  <a:gd name="T9" fmla="*/ 18 h 636"/>
                  <a:gd name="T10" fmla="*/ 627 w 726"/>
                  <a:gd name="T11" fmla="*/ 174 h 636"/>
                  <a:gd name="T12" fmla="*/ 507 w 726"/>
                  <a:gd name="T13" fmla="*/ 582 h 636"/>
                  <a:gd name="T14" fmla="*/ 363 w 726"/>
                  <a:gd name="T15" fmla="*/ 618 h 636"/>
                  <a:gd name="T16" fmla="*/ 363 w 726"/>
                  <a:gd name="T17" fmla="*/ 636 h 636"/>
                  <a:gd name="T18" fmla="*/ 211 w 726"/>
                  <a:gd name="T19" fmla="*/ 39 h 636"/>
                  <a:gd name="T20" fmla="*/ 84 w 726"/>
                  <a:gd name="T21" fmla="*/ 471 h 636"/>
                  <a:gd name="T22" fmla="*/ 363 w 726"/>
                  <a:gd name="T23" fmla="*/ 636 h 636"/>
                  <a:gd name="T24" fmla="*/ 363 w 726"/>
                  <a:gd name="T25" fmla="*/ 618 h 636"/>
                  <a:gd name="T26" fmla="*/ 100 w 726"/>
                  <a:gd name="T27" fmla="*/ 462 h 636"/>
                  <a:gd name="T28" fmla="*/ 219 w 726"/>
                  <a:gd name="T29" fmla="*/ 55 h 636"/>
                  <a:gd name="T30" fmla="*/ 363 w 726"/>
                  <a:gd name="T31" fmla="*/ 18 h 636"/>
                  <a:gd name="T32" fmla="*/ 363 w 726"/>
                  <a:gd name="T33" fmla="*/ 0 h 636"/>
                  <a:gd name="T34" fmla="*/ 211 w 726"/>
                  <a:gd name="T35" fmla="*/ 39 h 6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26" h="636">
                    <a:moveTo>
                      <a:pt x="363" y="636"/>
                    </a:moveTo>
                    <a:cubicBezTo>
                      <a:pt x="415" y="636"/>
                      <a:pt x="467" y="623"/>
                      <a:pt x="516" y="597"/>
                    </a:cubicBezTo>
                    <a:cubicBezTo>
                      <a:pt x="670" y="513"/>
                      <a:pt x="726" y="320"/>
                      <a:pt x="642" y="166"/>
                    </a:cubicBezTo>
                    <a:cubicBezTo>
                      <a:pt x="584" y="60"/>
                      <a:pt x="476" y="0"/>
                      <a:pt x="363" y="0"/>
                    </a:cubicBezTo>
                    <a:cubicBezTo>
                      <a:pt x="363" y="18"/>
                      <a:pt x="363" y="18"/>
                      <a:pt x="363" y="18"/>
                    </a:cubicBezTo>
                    <a:cubicBezTo>
                      <a:pt x="469" y="18"/>
                      <a:pt x="572" y="74"/>
                      <a:pt x="627" y="174"/>
                    </a:cubicBezTo>
                    <a:cubicBezTo>
                      <a:pt x="706" y="320"/>
                      <a:pt x="653" y="502"/>
                      <a:pt x="507" y="582"/>
                    </a:cubicBezTo>
                    <a:cubicBezTo>
                      <a:pt x="462" y="607"/>
                      <a:pt x="412" y="619"/>
                      <a:pt x="363" y="618"/>
                    </a:cubicBezTo>
                    <a:lnTo>
                      <a:pt x="363" y="636"/>
                    </a:lnTo>
                    <a:close/>
                    <a:moveTo>
                      <a:pt x="211" y="39"/>
                    </a:moveTo>
                    <a:cubicBezTo>
                      <a:pt x="57" y="124"/>
                      <a:pt x="0" y="317"/>
                      <a:pt x="84" y="471"/>
                    </a:cubicBezTo>
                    <a:cubicBezTo>
                      <a:pt x="142" y="576"/>
                      <a:pt x="251" y="636"/>
                      <a:pt x="363" y="636"/>
                    </a:cubicBezTo>
                    <a:cubicBezTo>
                      <a:pt x="363" y="618"/>
                      <a:pt x="363" y="618"/>
                      <a:pt x="363" y="618"/>
                    </a:cubicBezTo>
                    <a:cubicBezTo>
                      <a:pt x="257" y="618"/>
                      <a:pt x="154" y="562"/>
                      <a:pt x="100" y="462"/>
                    </a:cubicBezTo>
                    <a:cubicBezTo>
                      <a:pt x="20" y="317"/>
                      <a:pt x="74" y="134"/>
                      <a:pt x="219" y="55"/>
                    </a:cubicBezTo>
                    <a:cubicBezTo>
                      <a:pt x="265" y="30"/>
                      <a:pt x="315" y="18"/>
                      <a:pt x="363" y="18"/>
                    </a:cubicBezTo>
                    <a:cubicBezTo>
                      <a:pt x="363" y="0"/>
                      <a:pt x="363" y="0"/>
                      <a:pt x="363" y="0"/>
                    </a:cubicBezTo>
                    <a:cubicBezTo>
                      <a:pt x="312" y="0"/>
                      <a:pt x="259" y="13"/>
                      <a:pt x="211" y="39"/>
                    </a:cubicBezTo>
                    <a:close/>
                  </a:path>
                </a:pathLst>
              </a:custGeom>
              <a:solidFill>
                <a:schemeClr val="accent1"/>
              </a:solidFill>
              <a:ln>
                <a:noFill/>
              </a:ln>
              <a:extLst>
                <a:ext uri="{91240B29-F687-4f45-9708-019B960494DF}">
                  <a14:hiddenLine xmlns="" xmlns:lc="http://schemas.openxmlformats.org/drawingml/2006/lockedCanvas" xmlns:a14="http://schemas.microsoft.com/office/drawing/2010/main" xmlns:p14="http://schemas.microsoft.com/office/powerpoint/2010/main" xmlns:a16="http://schemas.microsoft.com/office/drawing/2014/main" w="9525">
                    <a:solidFill>
                      <a:srgbClr val="000000"/>
                    </a:solidFill>
                    <a:round/>
                    <a:headEnd/>
                    <a:tailEnd/>
                  </a14:hiddenLine>
                </a:ext>
              </a:extLst>
            </p:spPr>
            <p:txBody>
              <a:bodyPr anchor="ctr"/>
              <a:lstStyle/>
              <a:p>
                <a:pPr algn="ctr">
                  <a:lnSpc>
                    <a:spcPct val="120000"/>
                  </a:lnSpc>
                </a:pPr>
                <a:endParaRPr sz="3200">
                  <a:cs typeface="+mn-ea"/>
                  <a:sym typeface="+mn-lt"/>
                </a:endParaRPr>
              </a:p>
            </p:txBody>
          </p:sp>
        </p:grpSp>
        <p:sp>
          <p:nvSpPr>
            <p:cNvPr id="270" name="ïŝlíḑe">
              <a:extLst>
                <a:ext uri="{FF2B5EF4-FFF2-40B4-BE49-F238E27FC236}">
                  <a16:creationId xmlns:a16="http://schemas.microsoft.com/office/drawing/2014/main" id="{9483369D-0541-4E3C-B33B-3D8DA51B1024}"/>
                </a:ext>
              </a:extLst>
            </p:cNvPr>
            <p:cNvSpPr/>
            <p:nvPr/>
          </p:nvSpPr>
          <p:spPr bwMode="auto">
            <a:xfrm>
              <a:off x="7572553" y="2371111"/>
              <a:ext cx="513533" cy="513533"/>
            </a:xfrm>
            <a:custGeom>
              <a:avLst/>
              <a:gdLst>
                <a:gd name="T0" fmla="*/ 25 w 50"/>
                <a:gd name="T1" fmla="*/ 47 h 50"/>
                <a:gd name="T2" fmla="*/ 29 w 50"/>
                <a:gd name="T3" fmla="*/ 46 h 50"/>
                <a:gd name="T4" fmla="*/ 30 w 50"/>
                <a:gd name="T5" fmla="*/ 50 h 50"/>
                <a:gd name="T6" fmla="*/ 39 w 50"/>
                <a:gd name="T7" fmla="*/ 46 h 50"/>
                <a:gd name="T8" fmla="*/ 38 w 50"/>
                <a:gd name="T9" fmla="*/ 43 h 50"/>
                <a:gd name="T10" fmla="*/ 43 w 50"/>
                <a:gd name="T11" fmla="*/ 37 h 50"/>
                <a:gd name="T12" fmla="*/ 46 w 50"/>
                <a:gd name="T13" fmla="*/ 39 h 50"/>
                <a:gd name="T14" fmla="*/ 50 w 50"/>
                <a:gd name="T15" fmla="*/ 30 h 50"/>
                <a:gd name="T16" fmla="*/ 46 w 50"/>
                <a:gd name="T17" fmla="*/ 29 h 50"/>
                <a:gd name="T18" fmla="*/ 46 w 50"/>
                <a:gd name="T19" fmla="*/ 21 h 50"/>
                <a:gd name="T20" fmla="*/ 50 w 50"/>
                <a:gd name="T21" fmla="*/ 20 h 50"/>
                <a:gd name="T22" fmla="*/ 46 w 50"/>
                <a:gd name="T23" fmla="*/ 11 h 50"/>
                <a:gd name="T24" fmla="*/ 43 w 50"/>
                <a:gd name="T25" fmla="*/ 12 h 50"/>
                <a:gd name="T26" fmla="*/ 37 w 50"/>
                <a:gd name="T27" fmla="*/ 7 h 50"/>
                <a:gd name="T28" fmla="*/ 39 w 50"/>
                <a:gd name="T29" fmla="*/ 4 h 50"/>
                <a:gd name="T30" fmla="*/ 30 w 50"/>
                <a:gd name="T31" fmla="*/ 0 h 50"/>
                <a:gd name="T32" fmla="*/ 29 w 50"/>
                <a:gd name="T33" fmla="*/ 4 h 50"/>
                <a:gd name="T34" fmla="*/ 25 w 50"/>
                <a:gd name="T35" fmla="*/ 3 h 50"/>
                <a:gd name="T36" fmla="*/ 25 w 50"/>
                <a:gd name="T37" fmla="*/ 10 h 50"/>
                <a:gd name="T38" fmla="*/ 38 w 50"/>
                <a:gd name="T39" fmla="*/ 19 h 50"/>
                <a:gd name="T40" fmla="*/ 31 w 50"/>
                <a:gd name="T41" fmla="*/ 38 h 50"/>
                <a:gd name="T42" fmla="*/ 25 w 50"/>
                <a:gd name="T43" fmla="*/ 40 h 50"/>
                <a:gd name="T44" fmla="*/ 25 w 50"/>
                <a:gd name="T45" fmla="*/ 40 h 50"/>
                <a:gd name="T46" fmla="*/ 25 w 50"/>
                <a:gd name="T47" fmla="*/ 47 h 50"/>
                <a:gd name="T48" fmla="*/ 4 w 50"/>
                <a:gd name="T49" fmla="*/ 29 h 50"/>
                <a:gd name="T50" fmla="*/ 0 w 50"/>
                <a:gd name="T51" fmla="*/ 31 h 50"/>
                <a:gd name="T52" fmla="*/ 4 w 50"/>
                <a:gd name="T53" fmla="*/ 39 h 50"/>
                <a:gd name="T54" fmla="*/ 7 w 50"/>
                <a:gd name="T55" fmla="*/ 38 h 50"/>
                <a:gd name="T56" fmla="*/ 13 w 50"/>
                <a:gd name="T57" fmla="*/ 43 h 50"/>
                <a:gd name="T58" fmla="*/ 11 w 50"/>
                <a:gd name="T59" fmla="*/ 46 h 50"/>
                <a:gd name="T60" fmla="*/ 20 w 50"/>
                <a:gd name="T61" fmla="*/ 50 h 50"/>
                <a:gd name="T62" fmla="*/ 21 w 50"/>
                <a:gd name="T63" fmla="*/ 46 h 50"/>
                <a:gd name="T64" fmla="*/ 25 w 50"/>
                <a:gd name="T65" fmla="*/ 47 h 50"/>
                <a:gd name="T66" fmla="*/ 25 w 50"/>
                <a:gd name="T67" fmla="*/ 40 h 50"/>
                <a:gd name="T68" fmla="*/ 12 w 50"/>
                <a:gd name="T69" fmla="*/ 31 h 50"/>
                <a:gd name="T70" fmla="*/ 19 w 50"/>
                <a:gd name="T71" fmla="*/ 12 h 50"/>
                <a:gd name="T72" fmla="*/ 19 w 50"/>
                <a:gd name="T73" fmla="*/ 12 h 50"/>
                <a:gd name="T74" fmla="*/ 25 w 50"/>
                <a:gd name="T75" fmla="*/ 10 h 50"/>
                <a:gd name="T76" fmla="*/ 25 w 50"/>
                <a:gd name="T77" fmla="*/ 10 h 50"/>
                <a:gd name="T78" fmla="*/ 25 w 50"/>
                <a:gd name="T79" fmla="*/ 3 h 50"/>
                <a:gd name="T80" fmla="*/ 21 w 50"/>
                <a:gd name="T81" fmla="*/ 4 h 50"/>
                <a:gd name="T82" fmla="*/ 19 w 50"/>
                <a:gd name="T83" fmla="*/ 0 h 50"/>
                <a:gd name="T84" fmla="*/ 11 w 50"/>
                <a:gd name="T85" fmla="*/ 4 h 50"/>
                <a:gd name="T86" fmla="*/ 12 w 50"/>
                <a:gd name="T87" fmla="*/ 7 h 50"/>
                <a:gd name="T88" fmla="*/ 7 w 50"/>
                <a:gd name="T89" fmla="*/ 13 h 50"/>
                <a:gd name="T90" fmla="*/ 4 w 50"/>
                <a:gd name="T91" fmla="*/ 11 h 50"/>
                <a:gd name="T92" fmla="*/ 0 w 50"/>
                <a:gd name="T93" fmla="*/ 20 h 50"/>
                <a:gd name="T94" fmla="*/ 4 w 50"/>
                <a:gd name="T95" fmla="*/ 21 h 50"/>
                <a:gd name="T96" fmla="*/ 4 w 50"/>
                <a:gd name="T97" fmla="*/ 29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50" h="50">
                  <a:moveTo>
                    <a:pt x="25" y="47"/>
                  </a:moveTo>
                  <a:cubicBezTo>
                    <a:pt x="26" y="47"/>
                    <a:pt x="28" y="47"/>
                    <a:pt x="29" y="46"/>
                  </a:cubicBezTo>
                  <a:cubicBezTo>
                    <a:pt x="30" y="50"/>
                    <a:pt x="30" y="50"/>
                    <a:pt x="30" y="50"/>
                  </a:cubicBezTo>
                  <a:cubicBezTo>
                    <a:pt x="39" y="46"/>
                    <a:pt x="39" y="46"/>
                    <a:pt x="39" y="46"/>
                  </a:cubicBezTo>
                  <a:cubicBezTo>
                    <a:pt x="38" y="43"/>
                    <a:pt x="38" y="43"/>
                    <a:pt x="38" y="43"/>
                  </a:cubicBezTo>
                  <a:cubicBezTo>
                    <a:pt x="40" y="41"/>
                    <a:pt x="41" y="39"/>
                    <a:pt x="43" y="37"/>
                  </a:cubicBezTo>
                  <a:cubicBezTo>
                    <a:pt x="46" y="39"/>
                    <a:pt x="46" y="39"/>
                    <a:pt x="46" y="39"/>
                  </a:cubicBezTo>
                  <a:cubicBezTo>
                    <a:pt x="50" y="30"/>
                    <a:pt x="50" y="30"/>
                    <a:pt x="50" y="30"/>
                  </a:cubicBezTo>
                  <a:cubicBezTo>
                    <a:pt x="46" y="29"/>
                    <a:pt x="46" y="29"/>
                    <a:pt x="46" y="29"/>
                  </a:cubicBezTo>
                  <a:cubicBezTo>
                    <a:pt x="47" y="26"/>
                    <a:pt x="47" y="24"/>
                    <a:pt x="46" y="21"/>
                  </a:cubicBezTo>
                  <a:cubicBezTo>
                    <a:pt x="50" y="20"/>
                    <a:pt x="50" y="20"/>
                    <a:pt x="50" y="20"/>
                  </a:cubicBezTo>
                  <a:cubicBezTo>
                    <a:pt x="46" y="11"/>
                    <a:pt x="46" y="11"/>
                    <a:pt x="46" y="11"/>
                  </a:cubicBezTo>
                  <a:cubicBezTo>
                    <a:pt x="43" y="12"/>
                    <a:pt x="43" y="12"/>
                    <a:pt x="43" y="12"/>
                  </a:cubicBezTo>
                  <a:cubicBezTo>
                    <a:pt x="41" y="10"/>
                    <a:pt x="39" y="9"/>
                    <a:pt x="37" y="7"/>
                  </a:cubicBezTo>
                  <a:cubicBezTo>
                    <a:pt x="39" y="4"/>
                    <a:pt x="39" y="4"/>
                    <a:pt x="39" y="4"/>
                  </a:cubicBezTo>
                  <a:cubicBezTo>
                    <a:pt x="30" y="0"/>
                    <a:pt x="30" y="0"/>
                    <a:pt x="30" y="0"/>
                  </a:cubicBezTo>
                  <a:cubicBezTo>
                    <a:pt x="29" y="4"/>
                    <a:pt x="29" y="4"/>
                    <a:pt x="29" y="4"/>
                  </a:cubicBezTo>
                  <a:cubicBezTo>
                    <a:pt x="27" y="3"/>
                    <a:pt x="26" y="3"/>
                    <a:pt x="25" y="3"/>
                  </a:cubicBezTo>
                  <a:cubicBezTo>
                    <a:pt x="25" y="10"/>
                    <a:pt x="25" y="10"/>
                    <a:pt x="25" y="10"/>
                  </a:cubicBezTo>
                  <a:cubicBezTo>
                    <a:pt x="31" y="10"/>
                    <a:pt x="36" y="14"/>
                    <a:pt x="38" y="19"/>
                  </a:cubicBezTo>
                  <a:cubicBezTo>
                    <a:pt x="42" y="27"/>
                    <a:pt x="38" y="35"/>
                    <a:pt x="31" y="38"/>
                  </a:cubicBezTo>
                  <a:cubicBezTo>
                    <a:pt x="29" y="39"/>
                    <a:pt x="27" y="40"/>
                    <a:pt x="25" y="40"/>
                  </a:cubicBezTo>
                  <a:cubicBezTo>
                    <a:pt x="25" y="40"/>
                    <a:pt x="25" y="40"/>
                    <a:pt x="25" y="40"/>
                  </a:cubicBezTo>
                  <a:lnTo>
                    <a:pt x="25" y="47"/>
                  </a:lnTo>
                  <a:close/>
                  <a:moveTo>
                    <a:pt x="4" y="29"/>
                  </a:moveTo>
                  <a:cubicBezTo>
                    <a:pt x="0" y="31"/>
                    <a:pt x="0" y="31"/>
                    <a:pt x="0" y="31"/>
                  </a:cubicBezTo>
                  <a:cubicBezTo>
                    <a:pt x="4" y="39"/>
                    <a:pt x="4" y="39"/>
                    <a:pt x="4" y="39"/>
                  </a:cubicBezTo>
                  <a:cubicBezTo>
                    <a:pt x="7" y="38"/>
                    <a:pt x="7" y="38"/>
                    <a:pt x="7" y="38"/>
                  </a:cubicBezTo>
                  <a:cubicBezTo>
                    <a:pt x="9" y="40"/>
                    <a:pt x="11" y="42"/>
                    <a:pt x="13" y="43"/>
                  </a:cubicBezTo>
                  <a:cubicBezTo>
                    <a:pt x="11" y="46"/>
                    <a:pt x="11" y="46"/>
                    <a:pt x="11" y="46"/>
                  </a:cubicBezTo>
                  <a:cubicBezTo>
                    <a:pt x="20" y="50"/>
                    <a:pt x="20" y="50"/>
                    <a:pt x="20" y="50"/>
                  </a:cubicBezTo>
                  <a:cubicBezTo>
                    <a:pt x="21" y="46"/>
                    <a:pt x="21" y="46"/>
                    <a:pt x="21" y="46"/>
                  </a:cubicBezTo>
                  <a:cubicBezTo>
                    <a:pt x="23" y="47"/>
                    <a:pt x="24" y="47"/>
                    <a:pt x="25" y="47"/>
                  </a:cubicBezTo>
                  <a:cubicBezTo>
                    <a:pt x="25" y="40"/>
                    <a:pt x="25" y="40"/>
                    <a:pt x="25" y="40"/>
                  </a:cubicBezTo>
                  <a:cubicBezTo>
                    <a:pt x="19" y="40"/>
                    <a:pt x="14" y="36"/>
                    <a:pt x="12" y="31"/>
                  </a:cubicBezTo>
                  <a:cubicBezTo>
                    <a:pt x="8" y="23"/>
                    <a:pt x="12" y="15"/>
                    <a:pt x="19" y="12"/>
                  </a:cubicBezTo>
                  <a:cubicBezTo>
                    <a:pt x="19" y="12"/>
                    <a:pt x="19" y="12"/>
                    <a:pt x="19" y="12"/>
                  </a:cubicBezTo>
                  <a:cubicBezTo>
                    <a:pt x="21" y="11"/>
                    <a:pt x="23" y="10"/>
                    <a:pt x="25" y="10"/>
                  </a:cubicBezTo>
                  <a:cubicBezTo>
                    <a:pt x="25" y="10"/>
                    <a:pt x="25" y="10"/>
                    <a:pt x="25" y="10"/>
                  </a:cubicBezTo>
                  <a:cubicBezTo>
                    <a:pt x="25" y="3"/>
                    <a:pt x="25" y="3"/>
                    <a:pt x="25" y="3"/>
                  </a:cubicBezTo>
                  <a:cubicBezTo>
                    <a:pt x="24" y="3"/>
                    <a:pt x="22" y="3"/>
                    <a:pt x="21" y="4"/>
                  </a:cubicBezTo>
                  <a:cubicBezTo>
                    <a:pt x="19" y="0"/>
                    <a:pt x="19" y="0"/>
                    <a:pt x="19" y="0"/>
                  </a:cubicBezTo>
                  <a:cubicBezTo>
                    <a:pt x="11" y="4"/>
                    <a:pt x="11" y="4"/>
                    <a:pt x="11" y="4"/>
                  </a:cubicBezTo>
                  <a:cubicBezTo>
                    <a:pt x="12" y="7"/>
                    <a:pt x="12" y="7"/>
                    <a:pt x="12" y="7"/>
                  </a:cubicBezTo>
                  <a:cubicBezTo>
                    <a:pt x="10" y="9"/>
                    <a:pt x="8" y="11"/>
                    <a:pt x="7" y="13"/>
                  </a:cubicBezTo>
                  <a:cubicBezTo>
                    <a:pt x="4" y="11"/>
                    <a:pt x="4" y="11"/>
                    <a:pt x="4" y="11"/>
                  </a:cubicBezTo>
                  <a:cubicBezTo>
                    <a:pt x="0" y="20"/>
                    <a:pt x="0" y="20"/>
                    <a:pt x="0" y="20"/>
                  </a:cubicBezTo>
                  <a:cubicBezTo>
                    <a:pt x="4" y="21"/>
                    <a:pt x="4" y="21"/>
                    <a:pt x="4" y="21"/>
                  </a:cubicBezTo>
                  <a:cubicBezTo>
                    <a:pt x="3" y="24"/>
                    <a:pt x="3" y="27"/>
                    <a:pt x="4" y="29"/>
                  </a:cubicBezTo>
                  <a:close/>
                </a:path>
              </a:pathLst>
            </a:custGeom>
            <a:solidFill>
              <a:schemeClr val="accent4"/>
            </a:solidFill>
            <a:ln>
              <a:noFill/>
            </a:ln>
            <a:extLst>
              <a:ext uri="{91240B29-F687-4f45-9708-019B960494DF}">
                <a14:hiddenLine xmlns="" xmlns:lc="http://schemas.openxmlformats.org/drawingml/2006/lockedCanvas" xmlns:a14="http://schemas.microsoft.com/office/drawing/2010/main" xmlns:p14="http://schemas.microsoft.com/office/powerpoint/2010/main" xmlns:a16="http://schemas.microsoft.com/office/drawing/2014/main" w="9525">
                  <a:solidFill>
                    <a:srgbClr val="000000"/>
                  </a:solidFill>
                  <a:round/>
                  <a:headEnd/>
                  <a:tailEnd/>
                </a14:hiddenLine>
              </a:ext>
            </a:extLst>
          </p:spPr>
          <p:txBody>
            <a:bodyPr anchor="ctr"/>
            <a:lstStyle/>
            <a:p>
              <a:pPr algn="ctr">
                <a:lnSpc>
                  <a:spcPct val="120000"/>
                </a:lnSpc>
              </a:pPr>
              <a:endParaRPr sz="4400">
                <a:cs typeface="+mn-ea"/>
                <a:sym typeface="+mn-lt"/>
              </a:endParaRPr>
            </a:p>
          </p:txBody>
        </p:sp>
      </p:grpSp>
    </p:spTree>
    <p:extLst>
      <p:ext uri="{BB962C8B-B14F-4D97-AF65-F5344CB8AC3E}">
        <p14:creationId xmlns:p14="http://schemas.microsoft.com/office/powerpoint/2010/main" val="386074947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2" name="组合 61">
            <a:extLst>
              <a:ext uri="{FF2B5EF4-FFF2-40B4-BE49-F238E27FC236}">
                <a16:creationId xmlns:a16="http://schemas.microsoft.com/office/drawing/2014/main" id="{2F2309ED-BF25-46FA-B6B3-E4E33445C3A5}"/>
              </a:ext>
            </a:extLst>
          </p:cNvPr>
          <p:cNvGrpSpPr/>
          <p:nvPr/>
        </p:nvGrpSpPr>
        <p:grpSpPr>
          <a:xfrm>
            <a:off x="0" y="88952"/>
            <a:ext cx="1979712" cy="447238"/>
            <a:chOff x="0" y="88952"/>
            <a:chExt cx="1979712" cy="447237"/>
          </a:xfrm>
        </p:grpSpPr>
        <p:sp>
          <p:nvSpPr>
            <p:cNvPr id="60" name="矩形 1">
              <a:extLst>
                <a:ext uri="{FF2B5EF4-FFF2-40B4-BE49-F238E27FC236}">
                  <a16:creationId xmlns:a16="http://schemas.microsoft.com/office/drawing/2014/main" id="{72C485CC-2508-40A8-B97B-3FE6C671D4F6}"/>
                </a:ext>
              </a:extLst>
            </p:cNvPr>
            <p:cNvSpPr/>
            <p:nvPr/>
          </p:nvSpPr>
          <p:spPr>
            <a:xfrm>
              <a:off x="0" y="123478"/>
              <a:ext cx="1979712" cy="408931"/>
            </a:xfrm>
            <a:custGeom>
              <a:avLst/>
              <a:gdLst>
                <a:gd name="connsiteX0" fmla="*/ 0 w 4211960"/>
                <a:gd name="connsiteY0" fmla="*/ 0 h 2088232"/>
                <a:gd name="connsiteX1" fmla="*/ 4211960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101133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281963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319192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11960" h="2088232">
                  <a:moveTo>
                    <a:pt x="0" y="0"/>
                  </a:moveTo>
                  <a:lnTo>
                    <a:pt x="3319192" y="0"/>
                  </a:lnTo>
                  <a:lnTo>
                    <a:pt x="4211960" y="2088232"/>
                  </a:lnTo>
                  <a:lnTo>
                    <a:pt x="0" y="2088232"/>
                  </a:lnTo>
                  <a:lnTo>
                    <a:pt x="0" y="0"/>
                  </a:lnTo>
                  <a:close/>
                </a:path>
              </a:pathLst>
            </a:custGeom>
            <a:solidFill>
              <a:srgbClr val="0163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8">
                <a:lnSpc>
                  <a:spcPct val="120000"/>
                </a:lnSpc>
              </a:pPr>
              <a:endParaRPr lang="zh-CN" altLang="en-US" sz="2400">
                <a:solidFill>
                  <a:srgbClr val="FFFFFF"/>
                </a:solidFill>
                <a:latin typeface="微软雅黑"/>
                <a:ea typeface="微软雅黑"/>
                <a:cs typeface="+mn-ea"/>
                <a:sym typeface="+mn-lt"/>
              </a:endParaRPr>
            </a:p>
          </p:txBody>
        </p:sp>
        <p:sp>
          <p:nvSpPr>
            <p:cNvPr id="61" name="文本框 60">
              <a:extLst>
                <a:ext uri="{FF2B5EF4-FFF2-40B4-BE49-F238E27FC236}">
                  <a16:creationId xmlns:a16="http://schemas.microsoft.com/office/drawing/2014/main" id="{D99DF1AB-EC0A-4803-955A-135B15D8CB4F}"/>
                </a:ext>
              </a:extLst>
            </p:cNvPr>
            <p:cNvSpPr txBox="1"/>
            <p:nvPr/>
          </p:nvSpPr>
          <p:spPr>
            <a:xfrm>
              <a:off x="7797" y="88952"/>
              <a:ext cx="1872208" cy="447237"/>
            </a:xfrm>
            <a:prstGeom prst="rect">
              <a:avLst/>
            </a:prstGeom>
            <a:noFill/>
          </p:spPr>
          <p:txBody>
            <a:bodyPr wrap="square" rtlCol="0">
              <a:spAutoFit/>
            </a:bodyPr>
            <a:lstStyle/>
            <a:p>
              <a:pPr defTabSz="914378">
                <a:lnSpc>
                  <a:spcPct val="120000"/>
                </a:lnSpc>
              </a:pPr>
              <a:r>
                <a:rPr lang="en-US" altLang="zh-CN" sz="2100" dirty="0">
                  <a:solidFill>
                    <a:srgbClr val="FFFFFF"/>
                  </a:solidFill>
                  <a:latin typeface="微软雅黑"/>
                  <a:ea typeface="微软雅黑"/>
                  <a:cs typeface="+mn-ea"/>
                  <a:sym typeface="+mn-lt"/>
                </a:rPr>
                <a:t>4.2  </a:t>
              </a:r>
              <a:r>
                <a:rPr lang="zh-CN" altLang="en-US" sz="2100" dirty="0">
                  <a:solidFill>
                    <a:srgbClr val="FFFFFF"/>
                  </a:solidFill>
                  <a:latin typeface="微软雅黑"/>
                  <a:ea typeface="微软雅黑"/>
                  <a:cs typeface="+mn-ea"/>
                  <a:sym typeface="+mn-lt"/>
                </a:rPr>
                <a:t>展望</a:t>
              </a:r>
            </a:p>
          </p:txBody>
        </p:sp>
      </p:grpSp>
      <p:grpSp>
        <p:nvGrpSpPr>
          <p:cNvPr id="4" name="组合 3">
            <a:extLst>
              <a:ext uri="{FF2B5EF4-FFF2-40B4-BE49-F238E27FC236}">
                <a16:creationId xmlns:a16="http://schemas.microsoft.com/office/drawing/2014/main" id="{E560DECE-5EE5-4D1D-BAE1-C7751BEB1FF5}"/>
              </a:ext>
            </a:extLst>
          </p:cNvPr>
          <p:cNvGrpSpPr/>
          <p:nvPr/>
        </p:nvGrpSpPr>
        <p:grpSpPr>
          <a:xfrm>
            <a:off x="467546" y="1306091"/>
            <a:ext cx="6498801" cy="695190"/>
            <a:chOff x="467546" y="1558264"/>
            <a:chExt cx="6498801" cy="695190"/>
          </a:xfrm>
        </p:grpSpPr>
        <p:sp>
          <p:nvSpPr>
            <p:cNvPr id="20" name="矩形 19">
              <a:extLst>
                <a:ext uri="{FF2B5EF4-FFF2-40B4-BE49-F238E27FC236}">
                  <a16:creationId xmlns:a16="http://schemas.microsoft.com/office/drawing/2014/main" id="{E50A23C8-FBBB-4C95-BE2F-1368B5CD68AA}"/>
                </a:ext>
              </a:extLst>
            </p:cNvPr>
            <p:cNvSpPr/>
            <p:nvPr/>
          </p:nvSpPr>
          <p:spPr bwMode="auto">
            <a:xfrm>
              <a:off x="1361465" y="1558264"/>
              <a:ext cx="5604882" cy="695190"/>
            </a:xfrm>
            <a:prstGeom prst="rect">
              <a:avLst/>
            </a:prstGeom>
            <a:noFill/>
            <a:ln>
              <a:noFill/>
            </a:ln>
          </p:spPr>
          <p:txBody>
            <a:bodyPr wrap="square" lIns="91440" tIns="45720" rIns="91440" bIns="45720" anchor="ctr">
              <a:sp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defTabSz="685324">
                <a:lnSpc>
                  <a:spcPct val="120000"/>
                </a:lnSpc>
              </a:pPr>
              <a:r>
                <a:rPr lang="zh-CN" altLang="en-US" b="1" dirty="0">
                  <a:solidFill>
                    <a:srgbClr val="000000"/>
                  </a:solidFill>
                  <a:latin typeface="微软雅黑"/>
                  <a:ea typeface="微软雅黑"/>
                  <a:cs typeface="+mn-ea"/>
                  <a:sym typeface="+mn-lt"/>
                </a:rPr>
                <a:t>知识图谱存储知识有限、结构简单</a:t>
              </a:r>
              <a:endParaRPr lang="en-US" altLang="zh-CN" b="1" dirty="0">
                <a:solidFill>
                  <a:srgbClr val="000000"/>
                </a:solidFill>
                <a:latin typeface="微软雅黑"/>
                <a:ea typeface="微软雅黑"/>
                <a:cs typeface="+mn-ea"/>
                <a:sym typeface="+mn-lt"/>
              </a:endParaRPr>
            </a:p>
            <a:p>
              <a:pPr defTabSz="685324">
                <a:lnSpc>
                  <a:spcPct val="120000"/>
                </a:lnSpc>
              </a:pPr>
              <a:r>
                <a:rPr lang="zh-CN" altLang="en-US" sz="1600" dirty="0">
                  <a:cs typeface="+mn-ea"/>
                  <a:sym typeface="+mn-lt"/>
                </a:rPr>
                <a:t>丰富知识图谱存储量，增加专题地图概念框架</a:t>
              </a:r>
            </a:p>
          </p:txBody>
        </p:sp>
        <p:sp>
          <p:nvSpPr>
            <p:cNvPr id="19" name="íśḷîďê">
              <a:extLst>
                <a:ext uri="{FF2B5EF4-FFF2-40B4-BE49-F238E27FC236}">
                  <a16:creationId xmlns:a16="http://schemas.microsoft.com/office/drawing/2014/main" id="{8EB05B14-9D38-410D-BEE4-33EA65002E2C}"/>
                </a:ext>
              </a:extLst>
            </p:cNvPr>
            <p:cNvSpPr/>
            <p:nvPr/>
          </p:nvSpPr>
          <p:spPr>
            <a:xfrm>
              <a:off x="467546" y="1599787"/>
              <a:ext cx="612143" cy="612141"/>
            </a:xfrm>
            <a:prstGeom prst="roundRect">
              <a:avLst>
                <a:gd name="adj" fmla="val 50000"/>
              </a:avLst>
            </a:prstGeom>
            <a:solidFill>
              <a:schemeClr val="accent2"/>
            </a:solidFill>
            <a:ln w="31750" cap="flat">
              <a:solidFill>
                <a:schemeClr val="bg1"/>
              </a:solidFill>
              <a:miter lim="400000"/>
            </a:ln>
            <a:effectLst/>
          </p:spPr>
          <p:txBody>
            <a:bodyPr wrap="none" lIns="0" tIns="0" rIns="0" bIns="0" numCol="1" anchor="ctr">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defTabSz="685783">
                <a:lnSpc>
                  <a:spcPct val="120000"/>
                </a:lnSpc>
                <a:defRPr sz="3200"/>
              </a:pPr>
              <a:r>
                <a:rPr lang="en-US" altLang="zh-CN" b="1" dirty="0">
                  <a:solidFill>
                    <a:srgbClr val="FFFFFF"/>
                  </a:solidFill>
                  <a:latin typeface="微软雅黑"/>
                  <a:ea typeface="微软雅黑"/>
                  <a:cs typeface="+mn-ea"/>
                  <a:sym typeface="+mn-lt"/>
                </a:rPr>
                <a:t>01</a:t>
              </a:r>
              <a:endParaRPr b="1" dirty="0">
                <a:solidFill>
                  <a:srgbClr val="FFFFFF"/>
                </a:solidFill>
                <a:latin typeface="微软雅黑"/>
                <a:ea typeface="微软雅黑"/>
                <a:cs typeface="+mn-ea"/>
                <a:sym typeface="+mn-lt"/>
              </a:endParaRPr>
            </a:p>
          </p:txBody>
        </p:sp>
      </p:grpSp>
      <p:grpSp>
        <p:nvGrpSpPr>
          <p:cNvPr id="3" name="组合 2">
            <a:extLst>
              <a:ext uri="{FF2B5EF4-FFF2-40B4-BE49-F238E27FC236}">
                <a16:creationId xmlns:a16="http://schemas.microsoft.com/office/drawing/2014/main" id="{FDC1CFD9-224D-41B9-9154-346169F5BA46}"/>
              </a:ext>
            </a:extLst>
          </p:cNvPr>
          <p:cNvGrpSpPr/>
          <p:nvPr/>
        </p:nvGrpSpPr>
        <p:grpSpPr>
          <a:xfrm>
            <a:off x="467545" y="2350097"/>
            <a:ext cx="6498802" cy="695190"/>
            <a:chOff x="467545" y="2403746"/>
            <a:chExt cx="6498802" cy="695190"/>
          </a:xfrm>
        </p:grpSpPr>
        <p:sp>
          <p:nvSpPr>
            <p:cNvPr id="71" name="矩形 70">
              <a:extLst>
                <a:ext uri="{FF2B5EF4-FFF2-40B4-BE49-F238E27FC236}">
                  <a16:creationId xmlns:a16="http://schemas.microsoft.com/office/drawing/2014/main" id="{78E06950-4AB4-4C6C-8DC2-963C7445F43F}"/>
                </a:ext>
              </a:extLst>
            </p:cNvPr>
            <p:cNvSpPr/>
            <p:nvPr/>
          </p:nvSpPr>
          <p:spPr bwMode="auto">
            <a:xfrm>
              <a:off x="1361465" y="2403746"/>
              <a:ext cx="5604882" cy="695190"/>
            </a:xfrm>
            <a:prstGeom prst="rect">
              <a:avLst/>
            </a:prstGeom>
            <a:noFill/>
            <a:ln>
              <a:noFill/>
            </a:ln>
          </p:spPr>
          <p:txBody>
            <a:bodyPr wrap="square" lIns="91440" tIns="45720" rIns="91440" bIns="45720" anchor="ctr">
              <a:sp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defTabSz="685324">
                <a:lnSpc>
                  <a:spcPct val="120000"/>
                </a:lnSpc>
              </a:pPr>
              <a:r>
                <a:rPr lang="zh-CN" altLang="en-US" b="1" dirty="0">
                  <a:latin typeface="微软雅黑"/>
                  <a:ea typeface="微软雅黑"/>
                  <a:cs typeface="+mn-ea"/>
                  <a:sym typeface="+mn-lt"/>
                </a:rPr>
                <a:t>自动化制图框架稳定性不高</a:t>
              </a:r>
              <a:endParaRPr lang="en-US" altLang="zh-CN" b="1" dirty="0">
                <a:latin typeface="微软雅黑"/>
                <a:ea typeface="微软雅黑"/>
                <a:cs typeface="+mn-ea"/>
                <a:sym typeface="+mn-lt"/>
              </a:endParaRPr>
            </a:p>
            <a:p>
              <a:pPr defTabSz="685324">
                <a:lnSpc>
                  <a:spcPct val="120000"/>
                </a:lnSpc>
              </a:pPr>
              <a:r>
                <a:rPr lang="zh-CN" altLang="en-US" sz="1600" dirty="0">
                  <a:cs typeface="+mn-ea"/>
                  <a:sym typeface="+mn-lt"/>
                </a:rPr>
                <a:t>提高</a:t>
              </a:r>
              <a:r>
                <a:rPr lang="en-US" altLang="zh-CN" sz="1600" dirty="0">
                  <a:cs typeface="+mn-ea"/>
                  <a:sym typeface="+mn-lt"/>
                </a:rPr>
                <a:t>LLM</a:t>
              </a:r>
              <a:r>
                <a:rPr lang="zh-CN" altLang="en-US" sz="1600" dirty="0">
                  <a:cs typeface="+mn-ea"/>
                  <a:sym typeface="+mn-lt"/>
                </a:rPr>
                <a:t>和现有制图环境融合程度</a:t>
              </a:r>
            </a:p>
          </p:txBody>
        </p:sp>
        <p:sp>
          <p:nvSpPr>
            <p:cNvPr id="21" name="íśḷîďê">
              <a:extLst>
                <a:ext uri="{FF2B5EF4-FFF2-40B4-BE49-F238E27FC236}">
                  <a16:creationId xmlns:a16="http://schemas.microsoft.com/office/drawing/2014/main" id="{572EFB00-9D75-49F6-986B-FD93E9167DD7}"/>
                </a:ext>
              </a:extLst>
            </p:cNvPr>
            <p:cNvSpPr/>
            <p:nvPr/>
          </p:nvSpPr>
          <p:spPr>
            <a:xfrm>
              <a:off x="467545" y="2445270"/>
              <a:ext cx="612143" cy="612141"/>
            </a:xfrm>
            <a:prstGeom prst="roundRect">
              <a:avLst>
                <a:gd name="adj" fmla="val 50000"/>
              </a:avLst>
            </a:prstGeom>
            <a:solidFill>
              <a:schemeClr val="accent2"/>
            </a:solidFill>
            <a:ln w="31750" cap="flat">
              <a:solidFill>
                <a:schemeClr val="bg1"/>
              </a:solidFill>
              <a:miter lim="400000"/>
            </a:ln>
            <a:effectLst/>
          </p:spPr>
          <p:txBody>
            <a:bodyPr wrap="none" lIns="0" tIns="0" rIns="0" bIns="0" numCol="1" anchor="ctr">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defTabSz="685783">
                <a:lnSpc>
                  <a:spcPct val="120000"/>
                </a:lnSpc>
                <a:defRPr sz="3200"/>
              </a:pPr>
              <a:r>
                <a:rPr lang="en-US" altLang="zh-CN" b="1" dirty="0">
                  <a:solidFill>
                    <a:srgbClr val="FFFFFF"/>
                  </a:solidFill>
                  <a:latin typeface="微软雅黑"/>
                  <a:ea typeface="微软雅黑"/>
                  <a:cs typeface="+mn-ea"/>
                  <a:sym typeface="+mn-lt"/>
                </a:rPr>
                <a:t>02</a:t>
              </a:r>
              <a:endParaRPr b="1" dirty="0">
                <a:solidFill>
                  <a:srgbClr val="FFFFFF"/>
                </a:solidFill>
                <a:latin typeface="微软雅黑"/>
                <a:ea typeface="微软雅黑"/>
                <a:cs typeface="+mn-ea"/>
                <a:sym typeface="+mn-lt"/>
              </a:endParaRPr>
            </a:p>
          </p:txBody>
        </p:sp>
      </p:grpSp>
      <p:grpSp>
        <p:nvGrpSpPr>
          <p:cNvPr id="5" name="组合 4">
            <a:extLst>
              <a:ext uri="{FF2B5EF4-FFF2-40B4-BE49-F238E27FC236}">
                <a16:creationId xmlns:a16="http://schemas.microsoft.com/office/drawing/2014/main" id="{7B097363-51F1-4A0A-9572-192E618F4FF1}"/>
              </a:ext>
            </a:extLst>
          </p:cNvPr>
          <p:cNvGrpSpPr/>
          <p:nvPr/>
        </p:nvGrpSpPr>
        <p:grpSpPr>
          <a:xfrm>
            <a:off x="467545" y="3394104"/>
            <a:ext cx="4752528" cy="695190"/>
            <a:chOff x="467545" y="3430253"/>
            <a:chExt cx="4752528" cy="695190"/>
          </a:xfrm>
        </p:grpSpPr>
        <p:sp>
          <p:nvSpPr>
            <p:cNvPr id="72" name="矩形 71">
              <a:extLst>
                <a:ext uri="{FF2B5EF4-FFF2-40B4-BE49-F238E27FC236}">
                  <a16:creationId xmlns:a16="http://schemas.microsoft.com/office/drawing/2014/main" id="{8C0DD0D3-2BAF-4429-A8CA-71D01B442530}"/>
                </a:ext>
              </a:extLst>
            </p:cNvPr>
            <p:cNvSpPr/>
            <p:nvPr/>
          </p:nvSpPr>
          <p:spPr bwMode="auto">
            <a:xfrm>
              <a:off x="1361465" y="3430253"/>
              <a:ext cx="3858608" cy="695190"/>
            </a:xfrm>
            <a:prstGeom prst="rect">
              <a:avLst/>
            </a:prstGeom>
            <a:noFill/>
            <a:ln>
              <a:noFill/>
            </a:ln>
          </p:spPr>
          <p:txBody>
            <a:bodyPr wrap="square" lIns="91440" tIns="45720" rIns="91440" bIns="45720" anchor="ctr">
              <a:sp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defTabSz="685324">
                <a:lnSpc>
                  <a:spcPct val="120000"/>
                </a:lnSpc>
              </a:pPr>
              <a:r>
                <a:rPr lang="zh-CN" altLang="en-US" b="1" dirty="0">
                  <a:solidFill>
                    <a:srgbClr val="000000"/>
                  </a:solidFill>
                  <a:latin typeface="微软雅黑"/>
                  <a:ea typeface="微软雅黑"/>
                  <a:cs typeface="+mn-ea"/>
                  <a:sym typeface="+mn-lt"/>
                </a:rPr>
                <a:t>制图知识获取效率低、时间长</a:t>
              </a:r>
              <a:endParaRPr lang="en-US" altLang="zh-CN" b="1" dirty="0">
                <a:solidFill>
                  <a:srgbClr val="000000"/>
                </a:solidFill>
                <a:latin typeface="微软雅黑"/>
                <a:ea typeface="微软雅黑"/>
                <a:cs typeface="+mn-ea"/>
                <a:sym typeface="+mn-lt"/>
              </a:endParaRPr>
            </a:p>
            <a:p>
              <a:pPr defTabSz="685324">
                <a:lnSpc>
                  <a:spcPct val="120000"/>
                </a:lnSpc>
              </a:pPr>
              <a:r>
                <a:rPr lang="zh-CN" altLang="en-US" sz="1600" dirty="0">
                  <a:solidFill>
                    <a:srgbClr val="000000"/>
                  </a:solidFill>
                  <a:latin typeface="微软雅黑"/>
                  <a:ea typeface="微软雅黑"/>
                  <a:cs typeface="+mn-ea"/>
                  <a:sym typeface="+mn-lt"/>
                </a:rPr>
                <a:t>构建层次型知识图谱，提高效率和准确度</a:t>
              </a:r>
              <a:endParaRPr lang="en-US" altLang="zh-CN" sz="1600" dirty="0">
                <a:solidFill>
                  <a:srgbClr val="016371"/>
                </a:solidFill>
                <a:latin typeface="微软雅黑"/>
                <a:ea typeface="微软雅黑"/>
                <a:cs typeface="+mn-ea"/>
                <a:sym typeface="+mn-lt"/>
              </a:endParaRPr>
            </a:p>
          </p:txBody>
        </p:sp>
        <p:sp>
          <p:nvSpPr>
            <p:cNvPr id="22" name="íśḷîďê">
              <a:extLst>
                <a:ext uri="{FF2B5EF4-FFF2-40B4-BE49-F238E27FC236}">
                  <a16:creationId xmlns:a16="http://schemas.microsoft.com/office/drawing/2014/main" id="{6529DA9D-FF31-48BE-AB50-1B2B38D89AF1}"/>
                </a:ext>
              </a:extLst>
            </p:cNvPr>
            <p:cNvSpPr/>
            <p:nvPr/>
          </p:nvSpPr>
          <p:spPr>
            <a:xfrm>
              <a:off x="467545" y="3471777"/>
              <a:ext cx="612143" cy="612141"/>
            </a:xfrm>
            <a:prstGeom prst="roundRect">
              <a:avLst>
                <a:gd name="adj" fmla="val 50000"/>
              </a:avLst>
            </a:prstGeom>
            <a:solidFill>
              <a:schemeClr val="accent2"/>
            </a:solidFill>
            <a:ln w="31750" cap="flat">
              <a:solidFill>
                <a:schemeClr val="bg1"/>
              </a:solidFill>
              <a:miter lim="400000"/>
            </a:ln>
            <a:effectLst/>
          </p:spPr>
          <p:txBody>
            <a:bodyPr wrap="none" lIns="0" tIns="0" rIns="0" bIns="0" numCol="1" anchor="ctr">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defTabSz="685783">
                <a:lnSpc>
                  <a:spcPct val="120000"/>
                </a:lnSpc>
                <a:defRPr sz="3200"/>
              </a:pPr>
              <a:r>
                <a:rPr lang="en-US" altLang="zh-CN" b="1" dirty="0">
                  <a:solidFill>
                    <a:srgbClr val="FFFFFF"/>
                  </a:solidFill>
                  <a:latin typeface="微软雅黑"/>
                  <a:ea typeface="微软雅黑"/>
                  <a:cs typeface="+mn-ea"/>
                  <a:sym typeface="+mn-lt"/>
                </a:rPr>
                <a:t>03</a:t>
              </a:r>
              <a:endParaRPr b="1" dirty="0">
                <a:solidFill>
                  <a:srgbClr val="FFFFFF"/>
                </a:solidFill>
                <a:latin typeface="微软雅黑"/>
                <a:ea typeface="微软雅黑"/>
                <a:cs typeface="+mn-ea"/>
                <a:sym typeface="+mn-lt"/>
              </a:endParaRPr>
            </a:p>
          </p:txBody>
        </p:sp>
      </p:grpSp>
      <p:grpSp>
        <p:nvGrpSpPr>
          <p:cNvPr id="23" name="组合 22">
            <a:extLst>
              <a:ext uri="{FF2B5EF4-FFF2-40B4-BE49-F238E27FC236}">
                <a16:creationId xmlns:a16="http://schemas.microsoft.com/office/drawing/2014/main" id="{54D2D805-B5B0-44C5-899E-E3E7D74E3438}"/>
              </a:ext>
            </a:extLst>
          </p:cNvPr>
          <p:cNvGrpSpPr/>
          <p:nvPr/>
        </p:nvGrpSpPr>
        <p:grpSpPr>
          <a:xfrm rot="21412315">
            <a:off x="6542388" y="1661748"/>
            <a:ext cx="2327422" cy="2067886"/>
            <a:chOff x="-1" y="0"/>
            <a:chExt cx="7707170" cy="6954654"/>
          </a:xfrm>
        </p:grpSpPr>
        <p:sp>
          <p:nvSpPr>
            <p:cNvPr id="24" name="任意多边形: 形状 23">
              <a:extLst>
                <a:ext uri="{FF2B5EF4-FFF2-40B4-BE49-F238E27FC236}">
                  <a16:creationId xmlns:a16="http://schemas.microsoft.com/office/drawing/2014/main" id="{5EA62E83-0FAC-48B4-B2F5-A363C696B1D8}"/>
                </a:ext>
              </a:extLst>
            </p:cNvPr>
            <p:cNvSpPr/>
            <p:nvPr/>
          </p:nvSpPr>
          <p:spPr>
            <a:xfrm rot="21600000" flipH="1">
              <a:off x="3974166" y="0"/>
              <a:ext cx="3733003" cy="6954654"/>
            </a:xfrm>
            <a:custGeom>
              <a:avLst/>
              <a:gdLst/>
              <a:ahLst/>
              <a:cxnLst>
                <a:cxn ang="0">
                  <a:pos x="wd2" y="hd2"/>
                </a:cxn>
                <a:cxn ang="5400000">
                  <a:pos x="wd2" y="hd2"/>
                </a:cxn>
                <a:cxn ang="10800000">
                  <a:pos x="wd2" y="hd2"/>
                </a:cxn>
                <a:cxn ang="16200000">
                  <a:pos x="wd2" y="hd2"/>
                </a:cxn>
              </a:cxnLst>
              <a:rect l="0" t="0" r="r" b="b"/>
              <a:pathLst>
                <a:path w="21600" h="21600" extrusionOk="0">
                  <a:moveTo>
                    <a:pt x="19642" y="0"/>
                  </a:moveTo>
                  <a:lnTo>
                    <a:pt x="0" y="21117"/>
                  </a:lnTo>
                  <a:lnTo>
                    <a:pt x="1654" y="21600"/>
                  </a:lnTo>
                  <a:lnTo>
                    <a:pt x="21600" y="156"/>
                  </a:lnTo>
                  <a:lnTo>
                    <a:pt x="19642" y="0"/>
                  </a:lnTo>
                  <a:close/>
                </a:path>
              </a:pathLst>
            </a:custGeom>
            <a:solidFill>
              <a:schemeClr val="tx2">
                <a:lumMod val="20000"/>
                <a:lumOff val="80000"/>
              </a:schemeClr>
            </a:solidFill>
            <a:ln w="6350" cap="flat">
              <a:solidFill>
                <a:srgbClr val="CFCFCF"/>
              </a:solidFill>
              <a:prstDash val="solid"/>
              <a:miter lim="400000"/>
            </a:ln>
            <a:effectLst/>
          </p:spPr>
          <p:txBody>
            <a:bodyPr anchor="ctr"/>
            <a:lstStyle/>
            <a:p>
              <a:pPr algn="ctr" defTabSz="914378"/>
              <a:endParaRPr>
                <a:solidFill>
                  <a:srgbClr val="000000"/>
                </a:solidFill>
                <a:latin typeface="微软雅黑"/>
                <a:ea typeface="微软雅黑"/>
                <a:cs typeface="+mn-ea"/>
                <a:sym typeface="+mn-lt"/>
              </a:endParaRPr>
            </a:p>
          </p:txBody>
        </p:sp>
        <p:sp>
          <p:nvSpPr>
            <p:cNvPr id="25" name="任意多边形: 形状 24">
              <a:extLst>
                <a:ext uri="{FF2B5EF4-FFF2-40B4-BE49-F238E27FC236}">
                  <a16:creationId xmlns:a16="http://schemas.microsoft.com/office/drawing/2014/main" id="{DCF5D7E5-B945-4C65-9D1D-57FD128295DD}"/>
                </a:ext>
              </a:extLst>
            </p:cNvPr>
            <p:cNvSpPr/>
            <p:nvPr/>
          </p:nvSpPr>
          <p:spPr>
            <a:xfrm rot="21600000" flipH="1">
              <a:off x="550459" y="46118"/>
              <a:ext cx="6870387" cy="6904480"/>
            </a:xfrm>
            <a:custGeom>
              <a:avLst/>
              <a:gdLst/>
              <a:ahLst/>
              <a:cxnLst>
                <a:cxn ang="0">
                  <a:pos x="wd2" y="hd2"/>
                </a:cxn>
                <a:cxn ang="5400000">
                  <a:pos x="wd2" y="hd2"/>
                </a:cxn>
                <a:cxn ang="10800000">
                  <a:pos x="wd2" y="hd2"/>
                </a:cxn>
                <a:cxn ang="16200000">
                  <a:pos x="wd2" y="hd2"/>
                </a:cxn>
              </a:cxnLst>
              <a:rect l="0" t="0" r="r" b="b"/>
              <a:pathLst>
                <a:path w="21600" h="21600" extrusionOk="0">
                  <a:moveTo>
                    <a:pt x="10838" y="0"/>
                  </a:moveTo>
                  <a:lnTo>
                    <a:pt x="0" y="21600"/>
                  </a:lnTo>
                  <a:lnTo>
                    <a:pt x="21600" y="18579"/>
                  </a:lnTo>
                  <a:cubicBezTo>
                    <a:pt x="21600" y="18579"/>
                    <a:pt x="10838" y="0"/>
                    <a:pt x="10838" y="0"/>
                  </a:cubicBezTo>
                  <a:close/>
                </a:path>
              </a:pathLst>
            </a:custGeom>
            <a:solidFill>
              <a:schemeClr val="accent1">
                <a:lumMod val="100000"/>
              </a:schemeClr>
            </a:solidFill>
            <a:ln w="12700" cap="flat">
              <a:noFill/>
              <a:miter lim="400000"/>
            </a:ln>
            <a:effectLst/>
          </p:spPr>
          <p:txBody>
            <a:bodyPr anchor="ctr"/>
            <a:lstStyle/>
            <a:p>
              <a:pPr algn="ctr" defTabSz="914378"/>
              <a:endParaRPr>
                <a:solidFill>
                  <a:srgbClr val="000000"/>
                </a:solidFill>
                <a:latin typeface="微软雅黑"/>
                <a:ea typeface="微软雅黑"/>
                <a:cs typeface="+mn-ea"/>
                <a:sym typeface="+mn-lt"/>
              </a:endParaRPr>
            </a:p>
          </p:txBody>
        </p:sp>
        <p:sp>
          <p:nvSpPr>
            <p:cNvPr id="26" name="任意多边形: 形状 25">
              <a:extLst>
                <a:ext uri="{FF2B5EF4-FFF2-40B4-BE49-F238E27FC236}">
                  <a16:creationId xmlns:a16="http://schemas.microsoft.com/office/drawing/2014/main" id="{427C690B-3CC4-4ACC-9F2A-A6FD65B389DB}"/>
                </a:ext>
              </a:extLst>
            </p:cNvPr>
            <p:cNvSpPr/>
            <p:nvPr/>
          </p:nvSpPr>
          <p:spPr>
            <a:xfrm rot="21600000" flipH="1">
              <a:off x="2561014" y="2080599"/>
              <a:ext cx="2584782" cy="4760997"/>
            </a:xfrm>
            <a:custGeom>
              <a:avLst/>
              <a:gdLst/>
              <a:ahLst/>
              <a:cxnLst>
                <a:cxn ang="0">
                  <a:pos x="wd2" y="hd2"/>
                </a:cxn>
                <a:cxn ang="5400000">
                  <a:pos x="wd2" y="hd2"/>
                </a:cxn>
                <a:cxn ang="10800000">
                  <a:pos x="wd2" y="hd2"/>
                </a:cxn>
                <a:cxn ang="16200000">
                  <a:pos x="wd2" y="hd2"/>
                </a:cxn>
              </a:cxnLst>
              <a:rect l="0" t="0" r="r" b="b"/>
              <a:pathLst>
                <a:path w="21600" h="21600" extrusionOk="0">
                  <a:moveTo>
                    <a:pt x="19211" y="0"/>
                  </a:moveTo>
                  <a:lnTo>
                    <a:pt x="0" y="20894"/>
                  </a:lnTo>
                  <a:lnTo>
                    <a:pt x="2389" y="21600"/>
                  </a:lnTo>
                  <a:lnTo>
                    <a:pt x="21600" y="706"/>
                  </a:lnTo>
                  <a:cubicBezTo>
                    <a:pt x="21600" y="706"/>
                    <a:pt x="19211" y="0"/>
                    <a:pt x="19211" y="0"/>
                  </a:cubicBezTo>
                  <a:close/>
                </a:path>
              </a:pathLst>
            </a:custGeom>
            <a:solidFill>
              <a:schemeClr val="tx2">
                <a:lumMod val="20000"/>
                <a:lumOff val="80000"/>
              </a:schemeClr>
            </a:solidFill>
            <a:ln w="6350" cap="flat">
              <a:solidFill>
                <a:srgbClr val="CFCFCF"/>
              </a:solidFill>
              <a:prstDash val="solid"/>
              <a:miter lim="400000"/>
            </a:ln>
            <a:effectLst/>
          </p:spPr>
          <p:txBody>
            <a:bodyPr anchor="ctr"/>
            <a:lstStyle/>
            <a:p>
              <a:pPr algn="ctr" defTabSz="914378"/>
              <a:endParaRPr>
                <a:solidFill>
                  <a:srgbClr val="000000"/>
                </a:solidFill>
                <a:latin typeface="微软雅黑"/>
                <a:ea typeface="微软雅黑"/>
                <a:cs typeface="+mn-ea"/>
                <a:sym typeface="+mn-lt"/>
              </a:endParaRPr>
            </a:p>
          </p:txBody>
        </p:sp>
        <p:sp>
          <p:nvSpPr>
            <p:cNvPr id="32" name="任意多边形: 形状 31">
              <a:extLst>
                <a:ext uri="{FF2B5EF4-FFF2-40B4-BE49-F238E27FC236}">
                  <a16:creationId xmlns:a16="http://schemas.microsoft.com/office/drawing/2014/main" id="{73F5BDDE-9965-4101-859D-95FB88ADE56B}"/>
                </a:ext>
              </a:extLst>
            </p:cNvPr>
            <p:cNvSpPr/>
            <p:nvPr/>
          </p:nvSpPr>
          <p:spPr>
            <a:xfrm rot="21600000" flipH="1">
              <a:off x="276703" y="2235067"/>
              <a:ext cx="4582419" cy="4605470"/>
            </a:xfrm>
            <a:custGeom>
              <a:avLst/>
              <a:gdLst/>
              <a:ahLst/>
              <a:cxnLst>
                <a:cxn ang="0">
                  <a:pos x="wd2" y="hd2"/>
                </a:cxn>
                <a:cxn ang="5400000">
                  <a:pos x="wd2" y="hd2"/>
                </a:cxn>
                <a:cxn ang="10800000">
                  <a:pos x="wd2" y="hd2"/>
                </a:cxn>
                <a:cxn ang="16200000">
                  <a:pos x="wd2" y="hd2"/>
                </a:cxn>
              </a:cxnLst>
              <a:rect l="0" t="0" r="r" b="b"/>
              <a:pathLst>
                <a:path w="21600" h="21600" extrusionOk="0">
                  <a:moveTo>
                    <a:pt x="10836" y="0"/>
                  </a:moveTo>
                  <a:lnTo>
                    <a:pt x="0" y="21600"/>
                  </a:lnTo>
                  <a:lnTo>
                    <a:pt x="21600" y="18579"/>
                  </a:lnTo>
                  <a:cubicBezTo>
                    <a:pt x="21600" y="18579"/>
                    <a:pt x="10836" y="0"/>
                    <a:pt x="10836" y="0"/>
                  </a:cubicBezTo>
                  <a:close/>
                </a:path>
              </a:pathLst>
            </a:custGeom>
            <a:solidFill>
              <a:schemeClr val="accent2">
                <a:lumMod val="100000"/>
              </a:schemeClr>
            </a:solidFill>
            <a:ln w="12700" cap="flat">
              <a:noFill/>
              <a:miter lim="400000"/>
            </a:ln>
            <a:effectLst/>
          </p:spPr>
          <p:txBody>
            <a:bodyPr anchor="ctr"/>
            <a:lstStyle/>
            <a:p>
              <a:pPr algn="ctr" defTabSz="914378"/>
              <a:endParaRPr>
                <a:solidFill>
                  <a:srgbClr val="000000"/>
                </a:solidFill>
                <a:latin typeface="微软雅黑"/>
                <a:ea typeface="微软雅黑"/>
                <a:cs typeface="+mn-ea"/>
                <a:sym typeface="+mn-lt"/>
              </a:endParaRPr>
            </a:p>
          </p:txBody>
        </p:sp>
        <p:sp>
          <p:nvSpPr>
            <p:cNvPr id="33" name="任意多边形: 形状 32">
              <a:extLst>
                <a:ext uri="{FF2B5EF4-FFF2-40B4-BE49-F238E27FC236}">
                  <a16:creationId xmlns:a16="http://schemas.microsoft.com/office/drawing/2014/main" id="{81C334BF-CFE0-47A6-ADAE-4E6B18EC5556}"/>
                </a:ext>
              </a:extLst>
            </p:cNvPr>
            <p:cNvSpPr/>
            <p:nvPr/>
          </p:nvSpPr>
          <p:spPr>
            <a:xfrm rot="21600000" flipH="1">
              <a:off x="1143529" y="4216886"/>
              <a:ext cx="1447101" cy="2481906"/>
            </a:xfrm>
            <a:custGeom>
              <a:avLst/>
              <a:gdLst/>
              <a:ahLst/>
              <a:cxnLst>
                <a:cxn ang="0">
                  <a:pos x="wd2" y="hd2"/>
                </a:cxn>
                <a:cxn ang="5400000">
                  <a:pos x="wd2" y="hd2"/>
                </a:cxn>
                <a:cxn ang="10800000">
                  <a:pos x="wd2" y="hd2"/>
                </a:cxn>
                <a:cxn ang="16200000">
                  <a:pos x="wd2" y="hd2"/>
                </a:cxn>
              </a:cxnLst>
              <a:rect l="0" t="0" r="r" b="b"/>
              <a:pathLst>
                <a:path w="21600" h="21600" extrusionOk="0">
                  <a:moveTo>
                    <a:pt x="17332" y="0"/>
                  </a:moveTo>
                  <a:lnTo>
                    <a:pt x="0" y="20246"/>
                  </a:lnTo>
                  <a:lnTo>
                    <a:pt x="4266" y="21600"/>
                  </a:lnTo>
                  <a:lnTo>
                    <a:pt x="21600" y="1354"/>
                  </a:lnTo>
                  <a:cubicBezTo>
                    <a:pt x="21600" y="1354"/>
                    <a:pt x="17332" y="0"/>
                    <a:pt x="17332" y="0"/>
                  </a:cubicBezTo>
                  <a:close/>
                </a:path>
              </a:pathLst>
            </a:custGeom>
            <a:solidFill>
              <a:schemeClr val="tx2">
                <a:lumMod val="20000"/>
                <a:lumOff val="80000"/>
              </a:schemeClr>
            </a:solidFill>
            <a:ln w="6350" cap="flat">
              <a:solidFill>
                <a:srgbClr val="CFCFCF"/>
              </a:solidFill>
              <a:prstDash val="solid"/>
              <a:miter lim="400000"/>
            </a:ln>
            <a:effectLst/>
          </p:spPr>
          <p:txBody>
            <a:bodyPr anchor="ctr"/>
            <a:lstStyle/>
            <a:p>
              <a:pPr algn="ctr" defTabSz="914378"/>
              <a:endParaRPr>
                <a:solidFill>
                  <a:srgbClr val="000000"/>
                </a:solidFill>
                <a:latin typeface="微软雅黑"/>
                <a:ea typeface="微软雅黑"/>
                <a:cs typeface="+mn-ea"/>
                <a:sym typeface="+mn-lt"/>
              </a:endParaRPr>
            </a:p>
          </p:txBody>
        </p:sp>
        <p:sp>
          <p:nvSpPr>
            <p:cNvPr id="34" name="任意多边形: 形状 33">
              <a:extLst>
                <a:ext uri="{FF2B5EF4-FFF2-40B4-BE49-F238E27FC236}">
                  <a16:creationId xmlns:a16="http://schemas.microsoft.com/office/drawing/2014/main" id="{089A951A-D099-4162-8B5D-089CA5D6F6F2}"/>
                </a:ext>
              </a:extLst>
            </p:cNvPr>
            <p:cNvSpPr/>
            <p:nvPr/>
          </p:nvSpPr>
          <p:spPr>
            <a:xfrm rot="21600000" flipH="1">
              <a:off x="-1" y="4363523"/>
              <a:ext cx="2314559" cy="2326380"/>
            </a:xfrm>
            <a:custGeom>
              <a:avLst/>
              <a:gdLst/>
              <a:ahLst/>
              <a:cxnLst>
                <a:cxn ang="0">
                  <a:pos x="wd2" y="hd2"/>
                </a:cxn>
                <a:cxn ang="5400000">
                  <a:pos x="wd2" y="hd2"/>
                </a:cxn>
                <a:cxn ang="10800000">
                  <a:pos x="wd2" y="hd2"/>
                </a:cxn>
                <a:cxn ang="16200000">
                  <a:pos x="wd2" y="hd2"/>
                </a:cxn>
              </a:cxnLst>
              <a:rect l="0" t="0" r="r" b="b"/>
              <a:pathLst>
                <a:path w="21600" h="21600" extrusionOk="0">
                  <a:moveTo>
                    <a:pt x="10838" y="0"/>
                  </a:moveTo>
                  <a:lnTo>
                    <a:pt x="0" y="21600"/>
                  </a:lnTo>
                  <a:lnTo>
                    <a:pt x="21600" y="18579"/>
                  </a:lnTo>
                  <a:cubicBezTo>
                    <a:pt x="21600" y="18579"/>
                    <a:pt x="10838" y="0"/>
                    <a:pt x="10838" y="0"/>
                  </a:cubicBezTo>
                  <a:close/>
                </a:path>
              </a:pathLst>
            </a:custGeom>
            <a:solidFill>
              <a:schemeClr val="accent3">
                <a:lumMod val="100000"/>
              </a:schemeClr>
            </a:solidFill>
            <a:ln w="12700" cap="flat">
              <a:noFill/>
              <a:miter lim="400000"/>
            </a:ln>
            <a:effectLst/>
          </p:spPr>
          <p:txBody>
            <a:bodyPr anchor="ctr"/>
            <a:lstStyle/>
            <a:p>
              <a:pPr algn="ctr" defTabSz="914378"/>
              <a:endParaRPr>
                <a:solidFill>
                  <a:srgbClr val="000000"/>
                </a:solidFill>
                <a:latin typeface="微软雅黑"/>
                <a:ea typeface="微软雅黑"/>
                <a:cs typeface="+mn-ea"/>
                <a:sym typeface="+mn-lt"/>
              </a:endParaRPr>
            </a:p>
          </p:txBody>
        </p:sp>
      </p:grpSp>
    </p:spTree>
    <p:extLst>
      <p:ext uri="{BB962C8B-B14F-4D97-AF65-F5344CB8AC3E}">
        <p14:creationId xmlns:p14="http://schemas.microsoft.com/office/powerpoint/2010/main" val="144814930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299" y="1419622"/>
            <a:ext cx="4961097" cy="2592289"/>
          </a:xfrm>
          <a:prstGeom prst="rect">
            <a:avLst/>
          </a:prstGeom>
        </p:spPr>
      </p:pic>
      <p:sp>
        <p:nvSpPr>
          <p:cNvPr id="11" name="矩形 1">
            <a:extLst>
              <a:ext uri="{FF2B5EF4-FFF2-40B4-BE49-F238E27FC236}">
                <a16:creationId xmlns:a16="http://schemas.microsoft.com/office/drawing/2014/main" id="{D38ABDFD-A8C1-4C7C-9F9D-6CE212C606C7}"/>
              </a:ext>
            </a:extLst>
          </p:cNvPr>
          <p:cNvSpPr/>
          <p:nvPr/>
        </p:nvSpPr>
        <p:spPr>
          <a:xfrm rot="10800000">
            <a:off x="3770691" y="1419622"/>
            <a:ext cx="5364088" cy="2592288"/>
          </a:xfrm>
          <a:custGeom>
            <a:avLst/>
            <a:gdLst>
              <a:gd name="connsiteX0" fmla="*/ 0 w 4211960"/>
              <a:gd name="connsiteY0" fmla="*/ 0 h 2088232"/>
              <a:gd name="connsiteX1" fmla="*/ 4211960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101133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281963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 name="connsiteX0" fmla="*/ 0 w 4211960"/>
              <a:gd name="connsiteY0" fmla="*/ 0 h 2088232"/>
              <a:gd name="connsiteX1" fmla="*/ 3319192 w 4211960"/>
              <a:gd name="connsiteY1" fmla="*/ 0 h 2088232"/>
              <a:gd name="connsiteX2" fmla="*/ 4211960 w 4211960"/>
              <a:gd name="connsiteY2" fmla="*/ 2088232 h 2088232"/>
              <a:gd name="connsiteX3" fmla="*/ 0 w 4211960"/>
              <a:gd name="connsiteY3" fmla="*/ 2088232 h 2088232"/>
              <a:gd name="connsiteX4" fmla="*/ 0 w 4211960"/>
              <a:gd name="connsiteY4" fmla="*/ 0 h 2088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11960" h="2088232">
                <a:moveTo>
                  <a:pt x="0" y="0"/>
                </a:moveTo>
                <a:lnTo>
                  <a:pt x="3319192" y="0"/>
                </a:lnTo>
                <a:lnTo>
                  <a:pt x="4211960" y="2088232"/>
                </a:lnTo>
                <a:lnTo>
                  <a:pt x="0" y="2088232"/>
                </a:lnTo>
                <a:lnTo>
                  <a:pt x="0" y="0"/>
                </a:lnTo>
                <a:close/>
              </a:path>
            </a:pathLst>
          </a:custGeom>
          <a:solidFill>
            <a:srgbClr val="0163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2400">
              <a:cs typeface="+mn-ea"/>
              <a:sym typeface="+mn-lt"/>
            </a:endParaRPr>
          </a:p>
        </p:txBody>
      </p:sp>
      <p:cxnSp>
        <p:nvCxnSpPr>
          <p:cNvPr id="4" name="直接连接符 3">
            <a:extLst>
              <a:ext uri="{FF2B5EF4-FFF2-40B4-BE49-F238E27FC236}">
                <a16:creationId xmlns:a16="http://schemas.microsoft.com/office/drawing/2014/main" id="{6AE0E458-EB69-45BE-8D89-FED4D6E1D95B}"/>
              </a:ext>
            </a:extLst>
          </p:cNvPr>
          <p:cNvCxnSpPr/>
          <p:nvPr/>
        </p:nvCxnSpPr>
        <p:spPr>
          <a:xfrm>
            <a:off x="2539312" y="0"/>
            <a:ext cx="1296144" cy="2376264"/>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1770DD94-34C7-4C2A-9018-799B9A1CE9E1}"/>
              </a:ext>
            </a:extLst>
          </p:cNvPr>
          <p:cNvCxnSpPr/>
          <p:nvPr/>
        </p:nvCxnSpPr>
        <p:spPr>
          <a:xfrm>
            <a:off x="3445269" y="2783609"/>
            <a:ext cx="1296144" cy="2376264"/>
          </a:xfrm>
          <a:prstGeom prst="line">
            <a:avLst/>
          </a:prstGeom>
          <a:ln w="19050">
            <a:solidFill>
              <a:srgbClr val="016371"/>
            </a:solidFill>
          </a:ln>
        </p:spPr>
        <p:style>
          <a:lnRef idx="1">
            <a:schemeClr val="accent1"/>
          </a:lnRef>
          <a:fillRef idx="0">
            <a:schemeClr val="accent1"/>
          </a:fillRef>
          <a:effectRef idx="0">
            <a:schemeClr val="accent1"/>
          </a:effectRef>
          <a:fontRef idx="minor">
            <a:schemeClr val="tx1"/>
          </a:fontRef>
        </p:style>
      </p:cxnSp>
      <p:sp>
        <p:nvSpPr>
          <p:cNvPr id="9" name="文本框 8">
            <a:extLst>
              <a:ext uri="{FF2B5EF4-FFF2-40B4-BE49-F238E27FC236}">
                <a16:creationId xmlns:a16="http://schemas.microsoft.com/office/drawing/2014/main" id="{D2DA9F77-1B86-4E21-A6D6-8D95309EC0DA}"/>
              </a:ext>
            </a:extLst>
          </p:cNvPr>
          <p:cNvSpPr txBox="1"/>
          <p:nvPr/>
        </p:nvSpPr>
        <p:spPr>
          <a:xfrm>
            <a:off x="4379436" y="2253479"/>
            <a:ext cx="4764564" cy="941155"/>
          </a:xfrm>
          <a:prstGeom prst="rect">
            <a:avLst/>
          </a:prstGeom>
          <a:noFill/>
        </p:spPr>
        <p:txBody>
          <a:bodyPr wrap="square" rtlCol="0">
            <a:spAutoFit/>
          </a:bodyPr>
          <a:lstStyle/>
          <a:p>
            <a:pPr algn="ctr">
              <a:lnSpc>
                <a:spcPct val="120000"/>
              </a:lnSpc>
            </a:pPr>
            <a:r>
              <a:rPr lang="zh-CN" altLang="en-US" sz="2400" b="1" dirty="0">
                <a:solidFill>
                  <a:schemeClr val="bg1"/>
                </a:solidFill>
                <a:cs typeface="+mn-ea"/>
                <a:sym typeface="+mn-lt"/>
              </a:rPr>
              <a:t>感谢聆听！</a:t>
            </a:r>
            <a:endParaRPr lang="en-US" altLang="zh-CN" sz="2400" b="1" dirty="0">
              <a:solidFill>
                <a:schemeClr val="bg1"/>
              </a:solidFill>
              <a:cs typeface="+mn-ea"/>
              <a:sym typeface="+mn-lt"/>
            </a:endParaRPr>
          </a:p>
          <a:p>
            <a:pPr algn="ctr">
              <a:lnSpc>
                <a:spcPct val="120000"/>
              </a:lnSpc>
            </a:pPr>
            <a:r>
              <a:rPr lang="zh-CN" altLang="en-US" sz="2400" b="1" dirty="0">
                <a:solidFill>
                  <a:schemeClr val="bg1"/>
                </a:solidFill>
                <a:cs typeface="+mn-ea"/>
                <a:sym typeface="+mn-lt"/>
              </a:rPr>
              <a:t>请各位老师批评指正！</a:t>
            </a:r>
          </a:p>
        </p:txBody>
      </p:sp>
      <p:pic>
        <p:nvPicPr>
          <p:cNvPr id="6" name="图片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300193" y="1488676"/>
            <a:ext cx="795043" cy="795043"/>
          </a:xfrm>
          <a:prstGeom prst="rect">
            <a:avLst/>
          </a:prstGeom>
        </p:spPr>
      </p:pic>
      <p:sp>
        <p:nvSpPr>
          <p:cNvPr id="10" name="文本框 9">
            <a:extLst>
              <a:ext uri="{FF2B5EF4-FFF2-40B4-BE49-F238E27FC236}">
                <a16:creationId xmlns:a16="http://schemas.microsoft.com/office/drawing/2014/main" id="{2BC2C137-62C9-479B-87B6-3420EDB26A49}"/>
              </a:ext>
            </a:extLst>
          </p:cNvPr>
          <p:cNvSpPr txBox="1"/>
          <p:nvPr/>
        </p:nvSpPr>
        <p:spPr>
          <a:xfrm>
            <a:off x="6697714" y="3180016"/>
            <a:ext cx="2595380" cy="819135"/>
          </a:xfrm>
          <a:prstGeom prst="rect">
            <a:avLst/>
          </a:prstGeom>
          <a:noFill/>
        </p:spPr>
        <p:txBody>
          <a:bodyPr wrap="square" rtlCol="0">
            <a:spAutoFit/>
          </a:bodyPr>
          <a:lstStyle/>
          <a:p>
            <a:pPr>
              <a:lnSpc>
                <a:spcPct val="120000"/>
              </a:lnSpc>
            </a:pPr>
            <a:r>
              <a:rPr lang="zh-CN" altLang="en-US" sz="1350" b="1" spc="450" dirty="0">
                <a:solidFill>
                  <a:schemeClr val="bg1"/>
                </a:solidFill>
                <a:latin typeface="微软雅黑" panose="020B0503020204020204" pitchFamily="34" charset="-122"/>
                <a:ea typeface="微软雅黑" panose="020B0503020204020204" pitchFamily="34" charset="-122"/>
                <a:cs typeface="+mn-ea"/>
                <a:sym typeface="+mn-lt"/>
              </a:rPr>
              <a:t>答辩人</a:t>
            </a:r>
            <a:r>
              <a:rPr lang="zh-CN" altLang="en-US" sz="1350" b="1" dirty="0">
                <a:solidFill>
                  <a:schemeClr val="bg1"/>
                </a:solidFill>
                <a:cs typeface="+mn-ea"/>
                <a:sym typeface="+mn-lt"/>
              </a:rPr>
              <a:t>：廖成</a:t>
            </a:r>
            <a:endParaRPr lang="en-US" altLang="zh-CN" sz="1350" b="1" dirty="0">
              <a:solidFill>
                <a:schemeClr val="bg1"/>
              </a:solidFill>
              <a:cs typeface="+mn-ea"/>
              <a:sym typeface="+mn-lt"/>
            </a:endParaRPr>
          </a:p>
          <a:p>
            <a:pPr>
              <a:lnSpc>
                <a:spcPct val="120000"/>
              </a:lnSpc>
            </a:pPr>
            <a:r>
              <a:rPr lang="zh-CN" altLang="en-US" sz="1350" b="1" dirty="0">
                <a:solidFill>
                  <a:schemeClr val="bg1"/>
                </a:solidFill>
                <a:cs typeface="+mn-ea"/>
                <a:sym typeface="+mn-lt"/>
              </a:rPr>
              <a:t>指导老师：蔡忠亮 教授</a:t>
            </a:r>
            <a:endParaRPr lang="en-US" altLang="zh-CN" sz="1350" b="1" dirty="0">
              <a:solidFill>
                <a:schemeClr val="bg1"/>
              </a:solidFill>
              <a:cs typeface="+mn-ea"/>
              <a:sym typeface="+mn-lt"/>
            </a:endParaRPr>
          </a:p>
          <a:p>
            <a:pPr>
              <a:lnSpc>
                <a:spcPct val="120000"/>
              </a:lnSpc>
            </a:pPr>
            <a:r>
              <a:rPr lang="zh-CN" altLang="en-US" sz="1350" b="1" dirty="0">
                <a:solidFill>
                  <a:schemeClr val="bg1"/>
                </a:solidFill>
                <a:cs typeface="+mn-ea"/>
                <a:sym typeface="+mn-lt"/>
              </a:rPr>
              <a:t>答辩时间：</a:t>
            </a:r>
            <a:r>
              <a:rPr lang="en-US" altLang="zh-CN" sz="1350" b="1" dirty="0">
                <a:solidFill>
                  <a:schemeClr val="bg1"/>
                </a:solidFill>
                <a:cs typeface="+mn-ea"/>
                <a:sym typeface="+mn-lt"/>
              </a:rPr>
              <a:t>2024.05.29</a:t>
            </a:r>
            <a:endParaRPr lang="zh-CN" altLang="en-US" sz="1350" b="1" dirty="0">
              <a:solidFill>
                <a:schemeClr val="bg1"/>
              </a:solidFill>
              <a:cs typeface="+mn-ea"/>
              <a:sym typeface="+mn-lt"/>
            </a:endParaRPr>
          </a:p>
        </p:txBody>
      </p:sp>
    </p:spTree>
    <p:extLst>
      <p:ext uri="{BB962C8B-B14F-4D97-AF65-F5344CB8AC3E}">
        <p14:creationId xmlns:p14="http://schemas.microsoft.com/office/powerpoint/2010/main" val="4433324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PRING_FIRST_PUBLISH" val="1"/>
  <p:tag name="ISPRING_PRESENTATION_TITLE" val="简约高档毕业答辩PPT模板"/>
</p:tagLst>
</file>

<file path=ppt/tags/tag2.xml><?xml version="1.0" encoding="utf-8"?>
<p:tagLst xmlns:a="http://schemas.openxmlformats.org/drawingml/2006/main" xmlns:r="http://schemas.openxmlformats.org/officeDocument/2006/relationships" xmlns:p="http://schemas.openxmlformats.org/presentationml/2006/main">
  <p:tag name="ISLIDE.ICON" val="#97862;#172171;#108364;"/>
</p:tagLst>
</file>

<file path=ppt/theme/theme1.xml><?xml version="1.0" encoding="utf-8"?>
<a:theme xmlns:a="http://schemas.openxmlformats.org/drawingml/2006/main" name="千库网">
  <a:themeElements>
    <a:clrScheme name="自定义 237">
      <a:dk1>
        <a:srgbClr val="000000"/>
      </a:dk1>
      <a:lt1>
        <a:srgbClr val="FFFFFF"/>
      </a:lt1>
      <a:dk2>
        <a:srgbClr val="778495"/>
      </a:dk2>
      <a:lt2>
        <a:srgbClr val="F0F0F0"/>
      </a:lt2>
      <a:accent1>
        <a:srgbClr val="2B2B2B"/>
      </a:accent1>
      <a:accent2>
        <a:srgbClr val="016371"/>
      </a:accent2>
      <a:accent3>
        <a:srgbClr val="2B2B2B"/>
      </a:accent3>
      <a:accent4>
        <a:srgbClr val="016371"/>
      </a:accent4>
      <a:accent5>
        <a:srgbClr val="2B2B2B"/>
      </a:accent5>
      <a:accent6>
        <a:srgbClr val="016371"/>
      </a:accent6>
      <a:hlink>
        <a:srgbClr val="EC6E0E"/>
      </a:hlink>
      <a:folHlink>
        <a:srgbClr val="D82914"/>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defRPr sz="1200" dirty="0" smtClean="0">
            <a:solidFill>
              <a:schemeClr val="tx1">
                <a:lumMod val="75000"/>
                <a:lumOff val="25000"/>
              </a:schemeClr>
            </a:solidFill>
            <a:latin typeface="微软雅黑" panose="020B0503020204020204" pitchFamily="34" charset="-122"/>
            <a:ea typeface="微软雅黑" panose="020B0503020204020204" pitchFamily="34" charset="-122"/>
          </a:defRPr>
        </a:defPPr>
      </a:lstStyle>
    </a:txDef>
  </a:objectDefaults>
  <a:extraClrSchemeLst/>
</a:theme>
</file>

<file path=ppt/theme/theme2.xml><?xml version="1.0" encoding="utf-8"?>
<a:theme xmlns:a="http://schemas.openxmlformats.org/drawingml/2006/main" name="1_千库网">
  <a:themeElements>
    <a:clrScheme name="自定义 237">
      <a:dk1>
        <a:srgbClr val="000000"/>
      </a:dk1>
      <a:lt1>
        <a:srgbClr val="FFFFFF"/>
      </a:lt1>
      <a:dk2>
        <a:srgbClr val="778495"/>
      </a:dk2>
      <a:lt2>
        <a:srgbClr val="F0F0F0"/>
      </a:lt2>
      <a:accent1>
        <a:srgbClr val="2B2B2B"/>
      </a:accent1>
      <a:accent2>
        <a:srgbClr val="016371"/>
      </a:accent2>
      <a:accent3>
        <a:srgbClr val="2B2B2B"/>
      </a:accent3>
      <a:accent4>
        <a:srgbClr val="016371"/>
      </a:accent4>
      <a:accent5>
        <a:srgbClr val="2B2B2B"/>
      </a:accent5>
      <a:accent6>
        <a:srgbClr val="016371"/>
      </a:accent6>
      <a:hlink>
        <a:srgbClr val="EC6E0E"/>
      </a:hlink>
      <a:folHlink>
        <a:srgbClr val="D82914"/>
      </a:folHlink>
    </a:clrScheme>
    <a:fontScheme name="yqvjobi0">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defRPr sz="1200" dirty="0" smtClean="0">
            <a:solidFill>
              <a:schemeClr val="tx1">
                <a:lumMod val="75000"/>
                <a:lumOff val="25000"/>
              </a:schemeClr>
            </a:solidFill>
            <a:latin typeface="微软雅黑" panose="020B0503020204020204" pitchFamily="34" charset="-122"/>
            <a:ea typeface="微软雅黑" panose="020B0503020204020204" pitchFamily="34" charset="-122"/>
          </a:defRPr>
        </a:defPPr>
      </a:lstStyle>
    </a:txDef>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8720</TotalTime>
  <Words>2794</Words>
  <Application>Microsoft Office PowerPoint</Application>
  <PresentationFormat>全屏显示(16:9)</PresentationFormat>
  <Paragraphs>381</Paragraphs>
  <Slides>35</Slides>
  <Notes>35</Notes>
  <HiddenSlides>0</HiddenSlides>
  <MMClips>0</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35</vt:i4>
      </vt:variant>
    </vt:vector>
  </HeadingPairs>
  <TitlesOfParts>
    <vt:vector size="46" baseType="lpstr">
      <vt:lpstr>等线</vt:lpstr>
      <vt:lpstr>方正黑体简体</vt:lpstr>
      <vt:lpstr>黑体</vt:lpstr>
      <vt:lpstr>宋体</vt:lpstr>
      <vt:lpstr>微软雅黑</vt:lpstr>
      <vt:lpstr>Arial</vt:lpstr>
      <vt:lpstr>Calibri</vt:lpstr>
      <vt:lpstr>Times New Roman</vt:lpstr>
      <vt:lpstr>Wingdings</vt:lpstr>
      <vt:lpstr>千库网</vt:lpstr>
      <vt:lpstr>1_千库网</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简约高档毕业答辩PPT模板</dc:title>
  <dc:creator>Administrator</dc:creator>
  <cp:lastModifiedBy>Cheng Liao</cp:lastModifiedBy>
  <cp:revision>754</cp:revision>
  <dcterms:created xsi:type="dcterms:W3CDTF">2015-12-11T17:46:17Z</dcterms:created>
  <dcterms:modified xsi:type="dcterms:W3CDTF">2024-05-28T14:01:47Z</dcterms:modified>
</cp:coreProperties>
</file>